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notesSlides/notesSlide6.xml" ContentType="application/vnd.openxmlformats-officedocument.presentationml.notesSlide+xml"/>
  <Override PartName="/ppt/tags/tag9.xml" ContentType="application/vnd.openxmlformats-officedocument.presentationml.tags+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7"/>
  </p:notesMasterIdLst>
  <p:handoutMasterIdLst>
    <p:handoutMasterId r:id="rId18"/>
  </p:handoutMasterIdLst>
  <p:sldIdLst>
    <p:sldId id="15051996" r:id="rId2"/>
    <p:sldId id="15051997" r:id="rId3"/>
    <p:sldId id="15051901" r:id="rId4"/>
    <p:sldId id="15052080" r:id="rId5"/>
    <p:sldId id="15052000" r:id="rId6"/>
    <p:sldId id="15052154" r:id="rId7"/>
    <p:sldId id="15052155" r:id="rId8"/>
    <p:sldId id="15052156" r:id="rId9"/>
    <p:sldId id="15052002" r:id="rId10"/>
    <p:sldId id="15052157" r:id="rId11"/>
    <p:sldId id="15052158" r:id="rId12"/>
    <p:sldId id="15052004" r:id="rId13"/>
    <p:sldId id="15052159" r:id="rId14"/>
    <p:sldId id="15051907" r:id="rId15"/>
    <p:sldId id="15051999" r:id="rId16"/>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5EC29B2-0182-BA45-920F-082F96231AAE}">
          <p14:sldIdLst>
            <p14:sldId id="15051996"/>
            <p14:sldId id="15051997"/>
            <p14:sldId id="15051901"/>
            <p14:sldId id="15052080"/>
            <p14:sldId id="15052000"/>
            <p14:sldId id="15052154"/>
            <p14:sldId id="15052155"/>
            <p14:sldId id="15052156"/>
            <p14:sldId id="15052002"/>
            <p14:sldId id="15052157"/>
            <p14:sldId id="15052158"/>
            <p14:sldId id="15052004"/>
            <p14:sldId id="15052159"/>
            <p14:sldId id="15051907"/>
            <p14:sldId id="15051999"/>
          </p14:sldIdLst>
        </p14:section>
      </p14:sectionLst>
    </p:ext>
    <p:ext uri="{EFAFB233-063F-42B5-8137-9DF3F51BA10A}">
      <p15:sldGuideLst xmlns:p15="http://schemas.microsoft.com/office/powerpoint/2012/main">
        <p15:guide id="1" orient="horz" pos="2147">
          <p15:clr>
            <a:srgbClr val="A4A3A4"/>
          </p15:clr>
        </p15:guide>
        <p15:guide id="2" pos="3840">
          <p15:clr>
            <a:srgbClr val="A4A3A4"/>
          </p15:clr>
        </p15:guide>
        <p15:guide id="3" pos="297">
          <p15:clr>
            <a:srgbClr val="A4A3A4"/>
          </p15:clr>
        </p15:guide>
        <p15:guide id="4" pos="7491">
          <p15:clr>
            <a:srgbClr val="A4A3A4"/>
          </p15:clr>
        </p15:guide>
        <p15:guide id="5" orient="horz" pos="187">
          <p15:clr>
            <a:srgbClr val="A4A3A4"/>
          </p15:clr>
        </p15:guide>
        <p15:guide id="6" orient="horz" pos="4133">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Office"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CDFF"/>
    <a:srgbClr val="DFE8FB"/>
    <a:srgbClr val="2970EB"/>
    <a:srgbClr val="2A70EB"/>
    <a:srgbClr val="A16EFF"/>
    <a:srgbClr val="08C8C8"/>
    <a:srgbClr val="22AAFE"/>
    <a:srgbClr val="2287F5"/>
    <a:srgbClr val="00BEEE"/>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000"/>
    <p:restoredTop sz="97013"/>
  </p:normalViewPr>
  <p:slideViewPr>
    <p:cSldViewPr snapToGrid="0" snapToObjects="1">
      <p:cViewPr varScale="1">
        <p:scale>
          <a:sx n="74" d="100"/>
          <a:sy n="74" d="100"/>
        </p:scale>
        <p:origin x="100" y="100"/>
      </p:cViewPr>
      <p:guideLst>
        <p:guide orient="horz" pos="2147"/>
        <p:guide pos="3840"/>
        <p:guide pos="297"/>
        <p:guide pos="7491"/>
        <p:guide orient="horz" pos="187"/>
        <p:guide orient="horz" pos="4133"/>
      </p:guideLst>
    </p:cSldViewPr>
  </p:slideViewPr>
  <p:outlineViewPr>
    <p:cViewPr>
      <p:scale>
        <a:sx n="33" d="100"/>
        <a:sy n="33" d="100"/>
      </p:scale>
      <p:origin x="0" y="-4744"/>
    </p:cViewPr>
  </p:outlineViewPr>
  <p:notesTextViewPr>
    <p:cViewPr>
      <p:scale>
        <a:sx n="95" d="100"/>
        <a:sy n="95" d="100"/>
      </p:scale>
      <p:origin x="0" y="0"/>
    </p:cViewPr>
  </p:notesTextViewPr>
  <p:sorterViewPr>
    <p:cViewPr>
      <p:scale>
        <a:sx n="200" d="100"/>
        <a:sy n="200" d="100"/>
      </p:scale>
      <p:origin x="0" y="0"/>
    </p:cViewPr>
  </p:sorterViewPr>
  <p:notesViewPr>
    <p:cSldViewPr snapToGrid="0" snapToObjects="1">
      <p:cViewPr varScale="1">
        <p:scale>
          <a:sx n="91" d="100"/>
          <a:sy n="91" d="100"/>
        </p:scale>
        <p:origin x="336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dirty="0">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DE19F4-DBB6-494E-8B80-C4CE2BCEE7EC}" type="datetimeFigureOut">
              <a:rPr kumimoji="1" lang="zh-CN" altLang="en-US" smtClean="0">
                <a:latin typeface="微软雅黑" panose="020B0503020204020204" charset="-122"/>
                <a:ea typeface="微软雅黑" panose="020B0503020204020204" charset="-122"/>
              </a:rPr>
              <a:t>2022/10/24</a:t>
            </a:fld>
            <a:endParaRPr kumimoji="1" lang="zh-CN" altLang="en-US" dirty="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dirty="0">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32F7C6-D169-FA41-B673-4CE8B60BE24C}" type="slidenum">
              <a:rPr kumimoji="1" lang="zh-CN" altLang="en-US" smtClean="0">
                <a:latin typeface="微软雅黑" panose="020B0503020204020204" charset="-122"/>
                <a:ea typeface="微软雅黑" panose="020B0503020204020204" charset="-122"/>
              </a:rPr>
              <a:t>‹#›</a:t>
            </a:fld>
            <a:endParaRPr kumimoji="1" lang="zh-CN" altLang="en-US" dirty="0">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微软雅黑" panose="020B0503020204020204" charset="-122"/>
                <a:ea typeface="微软雅黑" panose="020B0503020204020204" charset="-122"/>
              </a:defRPr>
            </a:lvl1pPr>
          </a:lstStyle>
          <a:p>
            <a:endParaRPr kumimoji="1"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微软雅黑" panose="020B0503020204020204" charset="-122"/>
                <a:ea typeface="微软雅黑" panose="020B0503020204020204" charset="-122"/>
              </a:defRPr>
            </a:lvl1pPr>
          </a:lstStyle>
          <a:p>
            <a:fld id="{ECA5D1CA-E7AD-0541-B262-65F1E0DA9722}" type="datetimeFigureOut">
              <a:rPr kumimoji="1" lang="zh-CN" altLang="en-US" smtClean="0"/>
              <a:t>2022/10/24</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微软雅黑" panose="020B0503020204020204" charset="-122"/>
                <a:ea typeface="微软雅黑" panose="020B0503020204020204" charset="-122"/>
              </a:defRPr>
            </a:lvl1pPr>
          </a:lstStyle>
          <a:p>
            <a:endParaRPr kumimoji="1"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微软雅黑" panose="020B0503020204020204" charset="-122"/>
                <a:ea typeface="微软雅黑" panose="020B0503020204020204" charset="-122"/>
              </a:defRPr>
            </a:lvl1pPr>
          </a:lstStyle>
          <a:p>
            <a:fld id="{7D740BD7-1B7C-F34E-AE28-38FEB5E5D81B}" type="slidenum">
              <a:rPr kumimoji="1" lang="zh-CN" altLang="en-US" smtClean="0"/>
              <a:t>‹#›</a:t>
            </a:fld>
            <a:endParaRPr kumimoji="1"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dirty="0">
                <a:ln>
                  <a:noFill/>
                </a:ln>
                <a:effectLst/>
                <a:sym typeface="+mn-ea"/>
              </a:rPr>
              <a:t>本页描述项目的总体状态，采用甘特图方式，并</a:t>
            </a:r>
            <a:r>
              <a:rPr lang="zh-CN" altLang="en-US" b="1" dirty="0">
                <a:sym typeface="+mn-ea"/>
              </a:rPr>
              <a:t>表明关键里程碑节点以及</a:t>
            </a:r>
            <a:r>
              <a:rPr lang="zh-CN" altLang="en-US" b="1" dirty="0">
                <a:ln>
                  <a:noFill/>
                </a:ln>
                <a:effectLst/>
                <a:sym typeface="+mn-ea"/>
              </a:rPr>
              <a:t>总体状（正常（绿色）、预警（黄色）、延迟（红色））</a:t>
            </a:r>
            <a:endParaRPr kumimoji="0" lang="zh-CN" altLang="en-US" b="1" i="0" u="none" strike="noStrike" cap="none" normalizeH="0" baseline="0" dirty="0">
              <a:ln>
                <a:noFill/>
              </a:ln>
              <a:solidFill>
                <a:schemeClr val="tx1"/>
              </a:solidFill>
              <a:effectLst/>
              <a:latin typeface="微软雅黑" panose="020B0503020204020204" charset="-122"/>
              <a:ea typeface="微软雅黑" panose="020B0503020204020204" charset="-122"/>
            </a:endParaRPr>
          </a:p>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dirty="0">
                <a:ln>
                  <a:noFill/>
                </a:ln>
                <a:effectLst/>
                <a:sym typeface="+mn-ea"/>
              </a:rPr>
              <a:t>列出本周的主要工作及对应的工作成果（包括**交付成果如测试报告、会议纪要，备忘录等）</a:t>
            </a:r>
            <a:endParaRPr lang="zh-CN" altLang="en-US" b="1" dirty="0">
              <a:ln>
                <a:noFill/>
              </a:ln>
              <a:effectLst/>
              <a:latin typeface="微软雅黑" panose="020B0503020204020204" charset="-122"/>
              <a:ea typeface="微软雅黑" panose="020B0503020204020204" charset="-122"/>
              <a:sym typeface="+mn-ea"/>
            </a:endParaRPr>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dirty="0">
                <a:ln>
                  <a:noFill/>
                </a:ln>
                <a:effectLst/>
                <a:sym typeface="+mn-ea"/>
              </a:rPr>
              <a:t>列出下周工作计划和交付成果名称，包括**报告、**会议纪要等</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dirty="0">
                <a:ln>
                  <a:noFill/>
                </a:ln>
                <a:effectLst/>
                <a:sym typeface="+mn-ea"/>
              </a:rPr>
              <a:t>列出截止到目前为止所有未解决的问题，包括上周周报的待解决问题的解决状态，如有处理中和未解决的问题须在“备注”栏写明解决方案和和解决时间</a:t>
            </a:r>
            <a:endParaRPr lang="zh-CN" altLang="en-US" b="1" dirty="0">
              <a:ln>
                <a:noFill/>
              </a:ln>
              <a:effectLst/>
              <a:latin typeface="微软雅黑" panose="020B0503020204020204" charset="-122"/>
              <a:ea typeface="微软雅黑" panose="020B0503020204020204" charset="-122"/>
              <a:sym typeface="+mn-ea"/>
            </a:endParaRPr>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dirty="0">
                <a:ln>
                  <a:noFill/>
                </a:ln>
                <a:effectLst/>
                <a:sym typeface="+mn-ea"/>
              </a:rPr>
              <a:t>列出下周工作计划和交付成果名称，包括**报告、**会议纪要等</a:t>
            </a:r>
            <a:endParaRPr lang="zh-CN" altLang="en-US" b="1" dirty="0">
              <a:ln>
                <a:noFill/>
              </a:ln>
              <a:effectLst/>
              <a:latin typeface="微软雅黑" panose="020B0503020204020204" charset="-122"/>
              <a:ea typeface="微软雅黑" panose="020B0503020204020204" charset="-122"/>
              <a:sym typeface="+mn-ea"/>
            </a:endParaRPr>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dirty="0">
                <a:ln>
                  <a:noFill/>
                </a:ln>
                <a:effectLst/>
                <a:sym typeface="+mn-ea"/>
              </a:rPr>
              <a:t>列出下周可能需要领导参加的会议</a:t>
            </a:r>
            <a:endParaRPr lang="zh-CN" altLang="en-US" b="1" dirty="0">
              <a:ln>
                <a:noFill/>
              </a:ln>
              <a:effectLst/>
              <a:latin typeface="微软雅黑" panose="020B0503020204020204" charset="-122"/>
              <a:ea typeface="微软雅黑" panose="020B0503020204020204" charset="-122"/>
              <a:sym typeface="+mn-ea"/>
            </a:endParaRPr>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dirty="0">
                <a:ln>
                  <a:noFill/>
                </a:ln>
                <a:effectLst/>
                <a:sym typeface="+mn-ea"/>
              </a:rPr>
              <a:t>列出项目主要交付成果以及到目前为止的提交情况，在状态栏位输入“未开始”“编写中”“已提交”“已审核”（注：所有交付品应在统一文件服务器上进行版本管理，如SVN）</a:t>
            </a:r>
            <a:endParaRPr lang="zh-CN" altLang="en-US" b="1" dirty="0">
              <a:ln>
                <a:noFill/>
              </a:ln>
              <a:effectLst/>
              <a:latin typeface="微软雅黑" panose="020B0503020204020204" charset="-122"/>
              <a:ea typeface="微软雅黑" panose="020B0503020204020204" charset="-122"/>
              <a:sym typeface="+mn-ea"/>
            </a:endParaRPr>
          </a:p>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12.jpeg"/><Relationship Id="rId4" Type="http://schemas.openxmlformats.org/officeDocument/2006/relationships/image" Target="../media/image9.jpeg"/></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2.GI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3679"/>
          </a:xfrm>
          <a:prstGeom prst="rect">
            <a:avLst/>
          </a:prstGeom>
        </p:spPr>
      </p:pic>
      <p:pic>
        <p:nvPicPr>
          <p:cNvPr id="8" name="图片 7"/>
          <p:cNvPicPr>
            <a:picLocks noChangeAspect="1"/>
          </p:cNvPicPr>
          <p:nvPr userDrawn="1"/>
        </p:nvPicPr>
        <p:blipFill>
          <a:blip r:embed="rId3"/>
          <a:stretch>
            <a:fillRect/>
          </a:stretch>
        </p:blipFill>
        <p:spPr>
          <a:xfrm>
            <a:off x="69305" y="85356"/>
            <a:ext cx="2319274" cy="1304422"/>
          </a:xfrm>
          <a:prstGeom prst="rect">
            <a:avLst/>
          </a:prstGeom>
        </p:spPr>
      </p:pic>
      <p:sp>
        <p:nvSpPr>
          <p:cNvPr id="9" name="Rectangle 37"/>
          <p:cNvSpPr/>
          <p:nvPr userDrawn="1"/>
        </p:nvSpPr>
        <p:spPr bwMode="auto">
          <a:xfrm>
            <a:off x="920344" y="6421913"/>
            <a:ext cx="3123019" cy="151979"/>
          </a:xfrm>
          <a:prstGeom prst="rect">
            <a:avLst/>
          </a:prstGeom>
          <a:noFill/>
          <a:ln>
            <a:noFill/>
          </a:ln>
        </p:spPr>
        <p:txBody>
          <a:bodyPr lIns="0" tIns="0" rIns="0" bIns="0" anchor="ctr"/>
          <a:lstStyle/>
          <a:p>
            <a:pPr algn="l"/>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版权所有</a:t>
            </a:r>
            <a:r>
              <a:rPr lang="en-US" altLang="zh-CN"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©1993-2022</a:t>
            </a:r>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  </a:t>
            </a:r>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金蝶国际软件集团有限公司</a:t>
            </a:r>
          </a:p>
        </p:txBody>
      </p:sp>
      <p:sp>
        <p:nvSpPr>
          <p:cNvPr id="5" name="标题占位符 1"/>
          <p:cNvSpPr>
            <a:spLocks noGrp="1"/>
          </p:cNvSpPr>
          <p:nvPr>
            <p:ph type="title" hasCustomPrompt="1"/>
          </p:nvPr>
        </p:nvSpPr>
        <p:spPr>
          <a:xfrm>
            <a:off x="838200" y="2054303"/>
            <a:ext cx="10515600" cy="1325563"/>
          </a:xfrm>
          <a:prstGeom prst="rect">
            <a:avLst/>
          </a:prstGeom>
        </p:spPr>
        <p:txBody>
          <a:bodyPr vert="horz" lIns="91440" tIns="45720" rIns="91440" bIns="45720" rtlCol="0" anchor="ctr">
            <a:normAutofit/>
          </a:bodyPr>
          <a:lstStyle>
            <a:lvl1pPr>
              <a:defRPr sz="54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p:ph sz="quarter" idx="12" hasCustomPrompt="1"/>
          </p:nvPr>
        </p:nvSpPr>
        <p:spPr>
          <a:xfrm>
            <a:off x="838200" y="4804913"/>
            <a:ext cx="2750820" cy="405442"/>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00" y="5226226"/>
            <a:ext cx="2745334" cy="432701"/>
          </a:xfrm>
          <a:prstGeom prst="rect">
            <a:avLst/>
          </a:prstGeom>
        </p:spPr>
        <p:txBody>
          <a:bodyPr lIns="90000">
            <a:noAutofit/>
          </a:bodyPr>
          <a:lstStyle>
            <a:lvl1pPr marL="0" indent="0" algn="l">
              <a:lnSpc>
                <a:spcPct val="130000"/>
              </a:lnSpc>
              <a:spcBef>
                <a:spcPts val="0"/>
              </a:spcBef>
              <a:buNone/>
              <a:defRPr sz="1800" b="1"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撰稿部门</a:t>
            </a:r>
          </a:p>
        </p:txBody>
      </p:sp>
      <p:sp>
        <p:nvSpPr>
          <p:cNvPr id="11" name="Content Placeholder 5"/>
          <p:cNvSpPr>
            <a:spLocks noGrp="1"/>
          </p:cNvSpPr>
          <p:nvPr>
            <p:ph sz="quarter" idx="14" hasCustomPrompt="1"/>
          </p:nvPr>
        </p:nvSpPr>
        <p:spPr>
          <a:xfrm>
            <a:off x="832714" y="5667554"/>
            <a:ext cx="2750820" cy="301924"/>
          </a:xfrm>
          <a:prstGeom prst="rect">
            <a:avLst/>
          </a:prstGeom>
        </p:spPr>
        <p:txBody>
          <a:bodyPr lIns="90000">
            <a:noAutofit/>
          </a:bodyPr>
          <a:lstStyle>
            <a:lvl1pPr marL="0" indent="0">
              <a:lnSpc>
                <a:spcPct val="130000"/>
              </a:lnSpc>
              <a:spcBef>
                <a:spcPts val="0"/>
              </a:spcBef>
              <a:buNone/>
              <a:defRPr sz="14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en-US" altLang="zh-CN" dirty="0"/>
              <a:t>2022.01.01</a:t>
            </a:r>
            <a:endParaRPr lang="zh-CN" altLang="en-US" dirty="0"/>
          </a:p>
        </p:txBody>
      </p:sp>
      <p:sp>
        <p:nvSpPr>
          <p:cNvPr id="13" name="Text Box 2"/>
          <p:cNvSpPr txBox="1"/>
          <p:nvPr userDrawn="1"/>
        </p:nvSpPr>
        <p:spPr>
          <a:xfrm>
            <a:off x="3440894" y="6414581"/>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solidFill>
                  <a:schemeClr val="accent1">
                    <a:lumMod val="75000"/>
                  </a:schemeClr>
                </a:solidFill>
              </a:rPr>
              <a:t> </a:t>
            </a:r>
            <a:r>
              <a:rPr lang="zh-CN" altLang="en-US" sz="900" b="0" i="0" kern="1200" spc="0" baseline="0" dirty="0">
                <a:solidFill>
                  <a:schemeClr val="accent1">
                    <a:lumMod val="75000"/>
                  </a:schemeClr>
                </a:solidFill>
                <a:latin typeface="微软雅黑" panose="020B0503020204020204" charset="-122"/>
                <a:ea typeface="微软雅黑" panose="020B0503020204020204" charset="-122"/>
              </a:rPr>
              <a:t>④ 内部公开 请勿外传</a:t>
            </a:r>
            <a:endParaRPr sz="900" b="0" i="0" kern="1200" spc="0" baseline="0" dirty="0">
              <a:solidFill>
                <a:schemeClr val="accent1">
                  <a:lumMod val="75000"/>
                </a:schemeClr>
              </a:solidFill>
              <a:latin typeface="微软雅黑" panose="020B0503020204020204" charset="-122"/>
              <a:ea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stretch>
            <a:fillRect/>
          </a:stretch>
        </p:blipFill>
        <p:spPr>
          <a:xfrm>
            <a:off x="2960" y="0"/>
            <a:ext cx="12186080" cy="6858000"/>
          </a:xfrm>
          <a:prstGeom prst="rect">
            <a:avLst/>
          </a:prstGeom>
        </p:spPr>
      </p:pic>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11" name="Text Box 5"/>
          <p:cNvSpPr txBox="1">
            <a:spLocks noChangeArrowheads="1"/>
          </p:cNvSpPr>
          <p:nvPr userDrawn="1"/>
        </p:nvSpPr>
        <p:spPr bwMode="auto">
          <a:xfrm>
            <a:off x="11585878" y="6432188"/>
            <a:ext cx="209882"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i="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i="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9" name="文本占位符 18"/>
          <p:cNvSpPr>
            <a:spLocks noGrp="1"/>
          </p:cNvSpPr>
          <p:nvPr>
            <p:ph type="body" sz="quarter" idx="13" hasCustomPrompt="1"/>
          </p:nvPr>
        </p:nvSpPr>
        <p:spPr>
          <a:xfrm>
            <a:off x="408475" y="2809762"/>
            <a:ext cx="1052336" cy="751494"/>
          </a:xfrm>
          <a:prstGeom prst="rect">
            <a:avLst/>
          </a:prstGeom>
        </p:spPr>
        <p:txBody>
          <a:bodyPr>
            <a:noAutofit/>
          </a:bodyPr>
          <a:lstStyle>
            <a:lvl1pPr marL="0" indent="0">
              <a:buNone/>
              <a:defRPr sz="5400" b="1">
                <a:solidFill>
                  <a:srgbClr val="2A71EC"/>
                </a:solidFill>
              </a:defRPr>
            </a:lvl1pPr>
          </a:lstStyle>
          <a:p>
            <a:pPr lvl="0"/>
            <a:r>
              <a:rPr kumimoji="1" lang="en-US" altLang="zh-CN" dirty="0"/>
              <a:t>02</a:t>
            </a:r>
            <a:endParaRPr kumimoji="1" lang="zh-CN" altLang="en-US" dirty="0"/>
          </a:p>
        </p:txBody>
      </p:sp>
      <p:sp>
        <p:nvSpPr>
          <p:cNvPr id="20" name="文本占位符 18"/>
          <p:cNvSpPr>
            <a:spLocks noGrp="1"/>
          </p:cNvSpPr>
          <p:nvPr>
            <p:ph type="body" sz="quarter" idx="14" hasCustomPrompt="1"/>
          </p:nvPr>
        </p:nvSpPr>
        <p:spPr>
          <a:xfrm>
            <a:off x="408475" y="3889909"/>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03</a:t>
            </a:r>
            <a:endParaRPr kumimoji="1" lang="zh-CN" altLang="en-US" dirty="0"/>
          </a:p>
        </p:txBody>
      </p:sp>
      <p:sp>
        <p:nvSpPr>
          <p:cNvPr id="22" name="文本占位符 21"/>
          <p:cNvSpPr>
            <a:spLocks noGrp="1"/>
          </p:cNvSpPr>
          <p:nvPr>
            <p:ph type="body" sz="quarter" idx="15" hasCustomPrompt="1"/>
          </p:nvPr>
        </p:nvSpPr>
        <p:spPr>
          <a:xfrm>
            <a:off x="1637847" y="1688799"/>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p:cNvSpPr>
            <a:spLocks noGrp="1"/>
          </p:cNvSpPr>
          <p:nvPr>
            <p:ph type="body" sz="quarter" idx="16" hasCustomPrompt="1"/>
          </p:nvPr>
        </p:nvSpPr>
        <p:spPr>
          <a:xfrm>
            <a:off x="1637847" y="2142501"/>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en-US" dirty="0"/>
          </a:p>
        </p:txBody>
      </p:sp>
      <p:sp>
        <p:nvSpPr>
          <p:cNvPr id="25" name="文本占位符 21"/>
          <p:cNvSpPr>
            <a:spLocks noGrp="1"/>
          </p:cNvSpPr>
          <p:nvPr>
            <p:ph type="body" sz="quarter" idx="18" hasCustomPrompt="1"/>
          </p:nvPr>
        </p:nvSpPr>
        <p:spPr>
          <a:xfrm>
            <a:off x="1637847" y="3209303"/>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en-US" dirty="0"/>
          </a:p>
        </p:txBody>
      </p:sp>
      <p:sp>
        <p:nvSpPr>
          <p:cNvPr id="27" name="文本占位符 21"/>
          <p:cNvSpPr>
            <a:spLocks noGrp="1"/>
          </p:cNvSpPr>
          <p:nvPr>
            <p:ph type="body" sz="quarter" idx="20" hasCustomPrompt="1"/>
          </p:nvPr>
        </p:nvSpPr>
        <p:spPr>
          <a:xfrm>
            <a:off x="1637847" y="4278565"/>
            <a:ext cx="6602906" cy="285116"/>
          </a:xfrm>
          <a:prstGeom prst="rect">
            <a:avLst/>
          </a:prstGeom>
        </p:spPr>
        <p:txBody>
          <a:bodyPr>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en-US" dirty="0"/>
          </a:p>
        </p:txBody>
      </p:sp>
      <p:sp>
        <p:nvSpPr>
          <p:cNvPr id="28" name="文本占位符 18"/>
          <p:cNvSpPr>
            <a:spLocks noGrp="1"/>
          </p:cNvSpPr>
          <p:nvPr>
            <p:ph type="body" sz="quarter" idx="21" hasCustomPrompt="1"/>
          </p:nvPr>
        </p:nvSpPr>
        <p:spPr>
          <a:xfrm>
            <a:off x="408475" y="4957146"/>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04</a:t>
            </a:r>
            <a:endParaRPr kumimoji="1" lang="zh-CN" altLang="en-US" dirty="0"/>
          </a:p>
        </p:txBody>
      </p:sp>
      <p:sp>
        <p:nvSpPr>
          <p:cNvPr id="30" name="文本占位符 21"/>
          <p:cNvSpPr>
            <a:spLocks noGrp="1"/>
          </p:cNvSpPr>
          <p:nvPr>
            <p:ph type="body" sz="quarter" idx="23" hasCustomPrompt="1"/>
          </p:nvPr>
        </p:nvSpPr>
        <p:spPr>
          <a:xfrm>
            <a:off x="1637847" y="5345802"/>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en-US" dirty="0"/>
          </a:p>
        </p:txBody>
      </p:sp>
      <p:sp>
        <p:nvSpPr>
          <p:cNvPr id="31" name="文本占位符 21"/>
          <p:cNvSpPr>
            <a:spLocks noGrp="1"/>
          </p:cNvSpPr>
          <p:nvPr>
            <p:ph type="body" sz="quarter" idx="24" hasCustomPrompt="1"/>
          </p:nvPr>
        </p:nvSpPr>
        <p:spPr>
          <a:xfrm>
            <a:off x="10065781" y="173745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p:cNvSpPr>
            <a:spLocks noGrp="1"/>
          </p:cNvSpPr>
          <p:nvPr>
            <p:ph type="body" sz="quarter" idx="25" hasCustomPrompt="1"/>
          </p:nvPr>
        </p:nvSpPr>
        <p:spPr>
          <a:xfrm>
            <a:off x="10065782" y="2816557"/>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p:cNvSpPr>
            <a:spLocks noGrp="1"/>
          </p:cNvSpPr>
          <p:nvPr>
            <p:ph type="body" sz="quarter" idx="26" hasCustomPrompt="1"/>
          </p:nvPr>
        </p:nvSpPr>
        <p:spPr>
          <a:xfrm>
            <a:off x="10065782" y="389670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p:cNvSpPr>
            <a:spLocks noGrp="1"/>
          </p:cNvSpPr>
          <p:nvPr>
            <p:ph type="body" sz="quarter" idx="27" hasCustomPrompt="1"/>
          </p:nvPr>
        </p:nvSpPr>
        <p:spPr>
          <a:xfrm>
            <a:off x="10065782" y="4974828"/>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5"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lgn="l"/>
            <a:r>
              <a:rPr dirty="0"/>
              <a:t> </a:t>
            </a:r>
            <a:r>
              <a:rPr lang="zh-CN" altLang="en-US" dirty="0"/>
              <a:t>④ 内部公开 请勿外传</a:t>
            </a:r>
            <a:endParaRPr dirty="0"/>
          </a:p>
        </p:txBody>
      </p:sp>
      <p:sp>
        <p:nvSpPr>
          <p:cNvPr id="37"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36" name="文本占位符 21"/>
          <p:cNvSpPr>
            <a:spLocks noGrp="1"/>
          </p:cNvSpPr>
          <p:nvPr>
            <p:ph type="body" sz="quarter" idx="29" hasCustomPrompt="1"/>
          </p:nvPr>
        </p:nvSpPr>
        <p:spPr>
          <a:xfrm>
            <a:off x="1637847" y="2799142"/>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p:cNvSpPr>
            <a:spLocks noGrp="1"/>
          </p:cNvSpPr>
          <p:nvPr>
            <p:ph type="body" sz="quarter" idx="30" hasCustomPrompt="1"/>
          </p:nvPr>
        </p:nvSpPr>
        <p:spPr>
          <a:xfrm>
            <a:off x="1637847" y="3876827"/>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p:cNvSpPr>
            <a:spLocks noGrp="1"/>
          </p:cNvSpPr>
          <p:nvPr>
            <p:ph type="body" sz="quarter" idx="31" hasCustomPrompt="1"/>
          </p:nvPr>
        </p:nvSpPr>
        <p:spPr>
          <a:xfrm>
            <a:off x="1637847" y="4938184"/>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p:cNvSpPr>
            <a:spLocks noGrp="1"/>
          </p:cNvSpPr>
          <p:nvPr>
            <p:ph type="body" sz="quarter" idx="32" hasCustomPrompt="1"/>
          </p:nvPr>
        </p:nvSpPr>
        <p:spPr>
          <a:xfrm>
            <a:off x="392146" y="1650434"/>
            <a:ext cx="1052336" cy="830674"/>
          </a:xfrm>
          <a:prstGeom prst="rect">
            <a:avLst/>
          </a:prstGeom>
        </p:spPr>
        <p:txBody>
          <a:bodyPr>
            <a:noAutofit/>
          </a:bodyPr>
          <a:lstStyle>
            <a:lvl1pPr marL="0" indent="0">
              <a:buNone/>
              <a:defRPr sz="5400" b="1">
                <a:solidFill>
                  <a:srgbClr val="2A71EC"/>
                </a:solidFill>
              </a:defRPr>
            </a:lvl1pPr>
          </a:lstStyle>
          <a:p>
            <a:pPr lvl="0"/>
            <a:r>
              <a:rPr kumimoji="1" lang="en-US" altLang="zh-CN" dirty="0"/>
              <a:t>01</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dirty="0"/>
              <a:t>④ 内部公开 请勿外传</a:t>
            </a:r>
            <a:endParaRPr dirty="0"/>
          </a:p>
        </p:txBody>
      </p:sp>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9"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蓝色内页">
    <p:spTree>
      <p:nvGrpSpPr>
        <p:cNvPr id="1" name=""/>
        <p:cNvGrpSpPr/>
        <p:nvPr/>
      </p:nvGrpSpPr>
      <p:grpSpPr>
        <a:xfrm>
          <a:off x="0" y="0"/>
          <a:ext cx="0" cy="0"/>
          <a:chOff x="0" y="0"/>
          <a:chExt cx="0" cy="0"/>
        </a:xfrm>
      </p:grpSpPr>
      <p:sp>
        <p:nvSpPr>
          <p:cNvPr id="4" name="矩形"/>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solidFill>
                <a:srgbClr val="FFC000"/>
              </a:solidFill>
              <a:latin typeface="微软雅黑" panose="020B0503020204020204" charset="-122"/>
            </a:endParaRPr>
          </a:p>
        </p:txBody>
      </p:sp>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7"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1"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p:txBody>
      </p:sp>
      <p:sp>
        <p:nvSpPr>
          <p:cNvPr id="9"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solidFill>
                  <a:schemeClr val="bg1">
                    <a:lumMod val="95000"/>
                  </a:schemeClr>
                </a:solidFill>
              </a:rPr>
              <a:t> </a:t>
            </a:r>
            <a:r>
              <a:rPr lang="zh-CN" altLang="en-US" dirty="0">
                <a:solidFill>
                  <a:schemeClr val="bg1">
                    <a:lumMod val="95000"/>
                  </a:schemeClr>
                </a:solidFill>
              </a:rPr>
              <a:t>④ 内部公开 请勿外传</a:t>
            </a:r>
            <a:endParaRPr dirty="0">
              <a:solidFill>
                <a:schemeClr val="bg1">
                  <a:lumMod val="95000"/>
                </a:schemeClr>
              </a:solidFill>
            </a:endParaRPr>
          </a:p>
        </p:txBody>
      </p:sp>
      <p:sp>
        <p:nvSpPr>
          <p:cNvPr id="10"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bg1"/>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副标题，微软雅黑粗体</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12"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图文-单图2">
    <p:spTree>
      <p:nvGrpSpPr>
        <p:cNvPr id="1" name=""/>
        <p:cNvGrpSpPr/>
        <p:nvPr/>
      </p:nvGrpSpPr>
      <p:grpSpPr>
        <a:xfrm>
          <a:off x="0" y="0"/>
          <a:ext cx="0" cy="0"/>
          <a:chOff x="0" y="0"/>
          <a:chExt cx="0" cy="0"/>
        </a:xfrm>
      </p:grpSpPr>
      <p:sp>
        <p:nvSpPr>
          <p:cNvPr id="7" name="图片占位符 6"/>
          <p:cNvSpPr>
            <a:spLocks noGrp="1"/>
          </p:cNvSpPr>
          <p:nvPr>
            <p:ph type="pic" sz="quarter" idx="11" hasCustomPrompt="1"/>
          </p:nvPr>
        </p:nvSpPr>
        <p:spPr>
          <a:xfrm>
            <a:off x="504846" y="1185038"/>
            <a:ext cx="11158547" cy="372620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zh-CN" altLang="en-US" sz="800" dirty="0">
                <a:solidFill>
                  <a:schemeClr val="bg1"/>
                </a:solidFill>
              </a:defRPr>
            </a:lvl1pPr>
          </a:lstStyle>
          <a:p>
            <a:pPr marL="0" lvl="0" indent="0" algn="ctr">
              <a:buNone/>
            </a:pPr>
            <a:r>
              <a:rPr kumimoji="1" lang="zh-CN" altLang="en-US" dirty="0"/>
              <a:t>点击添加图片</a:t>
            </a:r>
          </a:p>
        </p:txBody>
      </p:sp>
      <p:sp>
        <p:nvSpPr>
          <p:cNvPr id="23" name="文本占位符 3"/>
          <p:cNvSpPr>
            <a:spLocks noGrp="1"/>
          </p:cNvSpPr>
          <p:nvPr>
            <p:ph type="body" sz="quarter" idx="23" hasCustomPrompt="1"/>
          </p:nvPr>
        </p:nvSpPr>
        <p:spPr>
          <a:xfrm>
            <a:off x="416646" y="5173428"/>
            <a:ext cx="2525485" cy="362807"/>
          </a:xfrm>
          <a:prstGeom prst="rect">
            <a:avLst/>
          </a:prstGeom>
        </p:spPr>
        <p:txBody>
          <a:bodyPr anchor="ctr"/>
          <a:lstStyle>
            <a:lvl1pPr marL="0" indent="0" algn="l">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25" name="文本占位符 3"/>
          <p:cNvSpPr>
            <a:spLocks noGrp="1"/>
          </p:cNvSpPr>
          <p:nvPr>
            <p:ph type="body" sz="quarter" idx="24" hasCustomPrompt="1"/>
          </p:nvPr>
        </p:nvSpPr>
        <p:spPr>
          <a:xfrm>
            <a:off x="416645" y="5530554"/>
            <a:ext cx="2525484" cy="841848"/>
          </a:xfrm>
          <a:prstGeom prst="rect">
            <a:avLst/>
          </a:prstGeom>
        </p:spPr>
        <p:txBody>
          <a:bodyPr anchor="t"/>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a:p>
            <a:pPr lvl="0"/>
            <a:endParaRPr kumimoji="1" lang="zh-CN" altLang="en-US" dirty="0"/>
          </a:p>
        </p:txBody>
      </p:sp>
      <p:sp>
        <p:nvSpPr>
          <p:cNvPr id="28" name="文本占位符 3"/>
          <p:cNvSpPr>
            <a:spLocks noGrp="1"/>
          </p:cNvSpPr>
          <p:nvPr>
            <p:ph type="body" sz="quarter" idx="25" hasCustomPrompt="1"/>
          </p:nvPr>
        </p:nvSpPr>
        <p:spPr>
          <a:xfrm>
            <a:off x="4788828" y="5173428"/>
            <a:ext cx="2525484" cy="362807"/>
          </a:xfrm>
          <a:prstGeom prst="rect">
            <a:avLst/>
          </a:prstGeom>
        </p:spPr>
        <p:txBody>
          <a:bodyPr anchor="ctr"/>
          <a:lstStyle>
            <a:lvl1pPr marL="0" indent="0" algn="l">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29" name="文本占位符 3"/>
          <p:cNvSpPr>
            <a:spLocks noGrp="1"/>
          </p:cNvSpPr>
          <p:nvPr>
            <p:ph type="body" sz="quarter" idx="26" hasCustomPrompt="1"/>
          </p:nvPr>
        </p:nvSpPr>
        <p:spPr>
          <a:xfrm>
            <a:off x="4788828" y="5530554"/>
            <a:ext cx="2525484" cy="841848"/>
          </a:xfrm>
          <a:prstGeom prst="rect">
            <a:avLst/>
          </a:prstGeom>
        </p:spPr>
        <p:txBody>
          <a:bodyPr anchor="t"/>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a:p>
            <a:pPr lvl="0"/>
            <a:endParaRPr kumimoji="1" lang="zh-CN" altLang="en-US" dirty="0"/>
          </a:p>
        </p:txBody>
      </p:sp>
      <p:sp>
        <p:nvSpPr>
          <p:cNvPr id="31" name="文本占位符 3"/>
          <p:cNvSpPr>
            <a:spLocks noGrp="1"/>
          </p:cNvSpPr>
          <p:nvPr>
            <p:ph type="body" sz="quarter" idx="28" hasCustomPrompt="1"/>
          </p:nvPr>
        </p:nvSpPr>
        <p:spPr>
          <a:xfrm>
            <a:off x="9159097" y="5530554"/>
            <a:ext cx="2525484" cy="841848"/>
          </a:xfrm>
          <a:prstGeom prst="rect">
            <a:avLst/>
          </a:prstGeom>
        </p:spPr>
        <p:txBody>
          <a:bodyPr anchor="t"/>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a:p>
            <a:pPr lvl="0"/>
            <a:endParaRPr kumimoji="1" lang="zh-CN" altLang="en-US" dirty="0"/>
          </a:p>
        </p:txBody>
      </p:sp>
      <p:sp>
        <p:nvSpPr>
          <p:cNvPr id="12" name="文本占位符 3"/>
          <p:cNvSpPr>
            <a:spLocks noGrp="1"/>
          </p:cNvSpPr>
          <p:nvPr>
            <p:ph type="body" sz="quarter" idx="29" hasCustomPrompt="1"/>
          </p:nvPr>
        </p:nvSpPr>
        <p:spPr>
          <a:xfrm>
            <a:off x="9159097" y="5173428"/>
            <a:ext cx="2525484" cy="362807"/>
          </a:xfrm>
          <a:prstGeom prst="rect">
            <a:avLst/>
          </a:prstGeom>
        </p:spPr>
        <p:txBody>
          <a:bodyPr anchor="ctr"/>
          <a:lstStyle>
            <a:lvl1pPr marL="0" indent="0" algn="l">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20"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dirty="0"/>
              <a:t>④ 内部公开 请勿外传</a:t>
            </a:r>
            <a:endParaRPr dirty="0"/>
          </a:p>
        </p:txBody>
      </p:sp>
      <p:sp>
        <p:nvSpPr>
          <p:cNvPr id="21"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19" name="文本占位符 5"/>
          <p:cNvSpPr>
            <a:spLocks noGrp="1"/>
          </p:cNvSpPr>
          <p:nvPr>
            <p:ph type="body" sz="quarter" idx="30"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22"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图文-双图2">
    <p:spTree>
      <p:nvGrpSpPr>
        <p:cNvPr id="1" name=""/>
        <p:cNvGrpSpPr/>
        <p:nvPr/>
      </p:nvGrpSpPr>
      <p:grpSpPr>
        <a:xfrm>
          <a:off x="0" y="0"/>
          <a:ext cx="0" cy="0"/>
          <a:chOff x="0" y="0"/>
          <a:chExt cx="0" cy="0"/>
        </a:xfrm>
      </p:grpSpPr>
      <p:sp>
        <p:nvSpPr>
          <p:cNvPr id="17" name="文本占位符 3"/>
          <p:cNvSpPr>
            <a:spLocks noGrp="1"/>
          </p:cNvSpPr>
          <p:nvPr>
            <p:ph type="body" sz="quarter" idx="26" hasCustomPrompt="1"/>
          </p:nvPr>
        </p:nvSpPr>
        <p:spPr>
          <a:xfrm>
            <a:off x="6754765" y="4996033"/>
            <a:ext cx="4457828" cy="552822"/>
          </a:xfrm>
          <a:prstGeom prst="rect">
            <a:avLst/>
          </a:prstGeom>
        </p:spPr>
        <p:txBody>
          <a:bodyPr anchor="t"/>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15" name="文本占位符 3"/>
          <p:cNvSpPr>
            <a:spLocks noGrp="1"/>
          </p:cNvSpPr>
          <p:nvPr>
            <p:ph type="body" sz="quarter" idx="24" hasCustomPrompt="1"/>
          </p:nvPr>
        </p:nvSpPr>
        <p:spPr>
          <a:xfrm>
            <a:off x="1203899" y="4996033"/>
            <a:ext cx="4457828" cy="552822"/>
          </a:xfrm>
          <a:prstGeom prst="rect">
            <a:avLst/>
          </a:prstGeom>
        </p:spPr>
        <p:txBody>
          <a:bodyPr anchor="t"/>
          <a:lstStyle>
            <a:lvl1pPr marL="0" marR="0" indent="0" algn="ctr" defTabSz="914400"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16" name="文本占位符 3"/>
          <p:cNvSpPr>
            <a:spLocks noGrp="1"/>
          </p:cNvSpPr>
          <p:nvPr>
            <p:ph type="body" sz="quarter" idx="25" hasCustomPrompt="1"/>
          </p:nvPr>
        </p:nvSpPr>
        <p:spPr>
          <a:xfrm>
            <a:off x="7259429" y="1309146"/>
            <a:ext cx="3496022" cy="722313"/>
          </a:xfrm>
          <a:prstGeom prst="rect">
            <a:avLst/>
          </a:prstGeom>
        </p:spPr>
        <p:txBody>
          <a:bodyPr anchor="ctr"/>
          <a:lstStyle>
            <a:lvl1pPr marL="0" indent="0" algn="ctr">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14" name="文本占位符 3"/>
          <p:cNvSpPr>
            <a:spLocks noGrp="1"/>
          </p:cNvSpPr>
          <p:nvPr>
            <p:ph type="body" sz="quarter" idx="23" hasCustomPrompt="1"/>
          </p:nvPr>
        </p:nvSpPr>
        <p:spPr>
          <a:xfrm>
            <a:off x="1704679" y="1309146"/>
            <a:ext cx="3496022" cy="722313"/>
          </a:xfrm>
          <a:prstGeom prst="rect">
            <a:avLst/>
          </a:prstGeom>
        </p:spPr>
        <p:txBody>
          <a:bodyPr anchor="ctr"/>
          <a:lstStyle>
            <a:lvl1pPr marL="0" indent="0" algn="ctr">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7" name="图片占位符 6"/>
          <p:cNvSpPr>
            <a:spLocks noGrp="1"/>
          </p:cNvSpPr>
          <p:nvPr>
            <p:ph type="pic" sz="quarter" idx="11" hasCustomPrompt="1"/>
          </p:nvPr>
        </p:nvSpPr>
        <p:spPr>
          <a:xfrm>
            <a:off x="1293491" y="2008738"/>
            <a:ext cx="4318917" cy="2821048"/>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9" name="图片占位符 6"/>
          <p:cNvSpPr>
            <a:spLocks noGrp="1"/>
          </p:cNvSpPr>
          <p:nvPr>
            <p:ph type="pic" sz="quarter" idx="12" hasCustomPrompt="1"/>
          </p:nvPr>
        </p:nvSpPr>
        <p:spPr>
          <a:xfrm>
            <a:off x="6848241" y="2008738"/>
            <a:ext cx="4318917" cy="2821048"/>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2" name="文本占位符 5"/>
          <p:cNvSpPr>
            <a:spLocks noGrp="1"/>
          </p:cNvSpPr>
          <p:nvPr>
            <p:ph type="body" sz="quarter" idx="30"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13"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22"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dirty="0"/>
              <a:t>④ 内部公开 请勿外传</a:t>
            </a:r>
            <a:endParaRPr dirty="0"/>
          </a:p>
        </p:txBody>
      </p:sp>
      <p:sp>
        <p:nvSpPr>
          <p:cNvPr id="23"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pic>
        <p:nvPicPr>
          <p:cNvPr id="18" name="图片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图文-双图3">
    <p:spTree>
      <p:nvGrpSpPr>
        <p:cNvPr id="1" name=""/>
        <p:cNvGrpSpPr/>
        <p:nvPr/>
      </p:nvGrpSpPr>
      <p:grpSpPr>
        <a:xfrm>
          <a:off x="0" y="0"/>
          <a:ext cx="0" cy="0"/>
          <a:chOff x="0" y="0"/>
          <a:chExt cx="0" cy="0"/>
        </a:xfrm>
      </p:grpSpPr>
      <p:sp>
        <p:nvSpPr>
          <p:cNvPr id="13" name="文本占位符 3"/>
          <p:cNvSpPr>
            <a:spLocks noGrp="1"/>
          </p:cNvSpPr>
          <p:nvPr>
            <p:ph type="body" sz="quarter" idx="16" hasCustomPrompt="1"/>
          </p:nvPr>
        </p:nvSpPr>
        <p:spPr>
          <a:xfrm>
            <a:off x="5551533" y="1725125"/>
            <a:ext cx="3608298" cy="368622"/>
          </a:xfrm>
          <a:prstGeom prst="rect">
            <a:avLst/>
          </a:prstGeom>
        </p:spPr>
        <p:txBody>
          <a:bodyPr/>
          <a:lstStyle>
            <a:lvl1pPr marL="0" indent="0">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16" name="Picture Placeholder 8"/>
          <p:cNvSpPr>
            <a:spLocks noGrp="1"/>
          </p:cNvSpPr>
          <p:nvPr>
            <p:ph type="pic" sz="quarter" idx="18" hasCustomPrompt="1"/>
          </p:nvPr>
        </p:nvSpPr>
        <p:spPr>
          <a:xfrm>
            <a:off x="1394279" y="1492258"/>
            <a:ext cx="3419030" cy="2233612"/>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marL="0" indent="0" algn="ctr">
              <a:buFontTx/>
              <a:buNone/>
              <a:defRPr kumimoji="1" lang="en-US" sz="800">
                <a:solidFill>
                  <a:schemeClr val="bg1"/>
                </a:solidFill>
              </a:defRPr>
            </a:lvl1pPr>
          </a:lstStyle>
          <a:p>
            <a:pPr marL="317500" lvl="0" indent="-317500" algn="ctr"/>
            <a:r>
              <a:rPr lang="en-US" dirty="0" err="1"/>
              <a:t>点击添加图片</a:t>
            </a:r>
            <a:endParaRPr lang="en-US" dirty="0"/>
          </a:p>
        </p:txBody>
      </p:sp>
      <p:sp>
        <p:nvSpPr>
          <p:cNvPr id="17" name="Picture Placeholder 8"/>
          <p:cNvSpPr>
            <a:spLocks noGrp="1"/>
          </p:cNvSpPr>
          <p:nvPr>
            <p:ph type="pic" sz="quarter" idx="19" hasCustomPrompt="1"/>
          </p:nvPr>
        </p:nvSpPr>
        <p:spPr>
          <a:xfrm>
            <a:off x="1394279" y="4008438"/>
            <a:ext cx="3419030" cy="2233612"/>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marL="0" indent="0" algn="ctr">
              <a:buFontTx/>
              <a:buNone/>
              <a:defRPr kumimoji="1" lang="en-US" altLang="en-US" sz="800" b="0" i="0" u="none" strike="noStrike" cap="none" spc="0" baseline="0">
                <a:solidFill>
                  <a:schemeClr val="bg1"/>
                </a:solidFill>
                <a:uFillTx/>
                <a:latin typeface="微软雅黑" panose="020B0503020204020204" charset="-122"/>
                <a:ea typeface="微软雅黑" panose="020B0503020204020204" charset="-122"/>
                <a:cs typeface="微软雅黑" panose="020B0503020204020204" charset="-122"/>
                <a:sym typeface="PingFang SC Regular"/>
              </a:defRPr>
            </a:lvl1pPr>
          </a:lstStyle>
          <a:p>
            <a:pPr lvl="0" algn="ctr"/>
            <a:r>
              <a:rPr lang="en-US" dirty="0" err="1"/>
              <a:t>点击添加图片</a:t>
            </a:r>
            <a:endParaRPr lang="en-US" dirty="0"/>
          </a:p>
        </p:txBody>
      </p:sp>
      <p:sp>
        <p:nvSpPr>
          <p:cNvPr id="18" name="文本占位符 3"/>
          <p:cNvSpPr>
            <a:spLocks noGrp="1"/>
          </p:cNvSpPr>
          <p:nvPr>
            <p:ph type="body" sz="quarter" idx="20" hasCustomPrompt="1"/>
          </p:nvPr>
        </p:nvSpPr>
        <p:spPr>
          <a:xfrm>
            <a:off x="5551534" y="2110029"/>
            <a:ext cx="3608298" cy="845205"/>
          </a:xfrm>
          <a:prstGeom prst="rect">
            <a:avLst/>
          </a:prstGeom>
        </p:spPr>
        <p:txBody>
          <a:bodyPr/>
          <a:lstStyle>
            <a:lvl1pPr marL="0" marR="0" indent="0" algn="l" defTabSz="914400" rtl="0" eaLnBrk="1" fontAlgn="auto" latinLnBrk="0" hangingPunct="1">
              <a:lnSpc>
                <a:spcPct val="150000"/>
              </a:lnSpc>
              <a:spcBef>
                <a:spcPts val="1000"/>
              </a:spcBef>
              <a:spcAft>
                <a:spcPts val="0"/>
              </a:spcAft>
              <a:buClrTx/>
              <a:buSzPct val="100000"/>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50000"/>
              </a:lnSpc>
              <a:spcBef>
                <a:spcPts val="1000"/>
              </a:spcBef>
              <a:spcAft>
                <a:spcPts val="0"/>
              </a:spcAft>
              <a:buClrTx/>
              <a:buSzPct val="100000"/>
              <a:buFont typeface="Arial" panose="020B0604020202020204" pitchFamily="34" charset="0"/>
              <a:buChar char="•"/>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15" name="文本占位符 5"/>
          <p:cNvSpPr>
            <a:spLocks noGrp="1"/>
          </p:cNvSpPr>
          <p:nvPr>
            <p:ph type="body" sz="quarter" idx="30"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20"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21" name="文本占位符 3"/>
          <p:cNvSpPr>
            <a:spLocks noGrp="1"/>
          </p:cNvSpPr>
          <p:nvPr>
            <p:ph type="body" sz="quarter" idx="31" hasCustomPrompt="1"/>
          </p:nvPr>
        </p:nvSpPr>
        <p:spPr>
          <a:xfrm>
            <a:off x="5551533" y="4296047"/>
            <a:ext cx="3608298" cy="368622"/>
          </a:xfrm>
          <a:prstGeom prst="rect">
            <a:avLst/>
          </a:prstGeom>
        </p:spPr>
        <p:txBody>
          <a:bodyPr/>
          <a:lstStyle>
            <a:lvl1pPr marL="0" indent="0">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22" name="文本占位符 3"/>
          <p:cNvSpPr>
            <a:spLocks noGrp="1"/>
          </p:cNvSpPr>
          <p:nvPr>
            <p:ph type="body" sz="quarter" idx="32" hasCustomPrompt="1"/>
          </p:nvPr>
        </p:nvSpPr>
        <p:spPr>
          <a:xfrm>
            <a:off x="5551534" y="4680951"/>
            <a:ext cx="3608298" cy="845205"/>
          </a:xfrm>
          <a:prstGeom prst="rect">
            <a:avLst/>
          </a:prstGeom>
        </p:spPr>
        <p:txBody>
          <a:bodyPr/>
          <a:lstStyle>
            <a:lvl1pPr marL="0" marR="0" indent="0" algn="l" defTabSz="914400" rtl="0" eaLnBrk="1" fontAlgn="auto" latinLnBrk="0" hangingPunct="1">
              <a:lnSpc>
                <a:spcPct val="150000"/>
              </a:lnSpc>
              <a:spcBef>
                <a:spcPts val="1000"/>
              </a:spcBef>
              <a:spcAft>
                <a:spcPts val="0"/>
              </a:spcAft>
              <a:buClrTx/>
              <a:buSzPct val="100000"/>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50000"/>
              </a:lnSpc>
              <a:spcBef>
                <a:spcPts val="1000"/>
              </a:spcBef>
              <a:spcAft>
                <a:spcPts val="0"/>
              </a:spcAft>
              <a:buClrTx/>
              <a:buSzPct val="100000"/>
              <a:buFont typeface="Arial" panose="020B0604020202020204" pitchFamily="34" charset="0"/>
              <a:buChar char="•"/>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24"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dirty="0"/>
              <a:t>④ 内部公开 请勿外传</a:t>
            </a:r>
            <a:endParaRPr dirty="0"/>
          </a:p>
        </p:txBody>
      </p:sp>
      <p:sp>
        <p:nvSpPr>
          <p:cNvPr id="2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图文-双图1">
    <p:spTree>
      <p:nvGrpSpPr>
        <p:cNvPr id="1" name=""/>
        <p:cNvGrpSpPr/>
        <p:nvPr/>
      </p:nvGrpSpPr>
      <p:grpSpPr>
        <a:xfrm>
          <a:off x="0" y="0"/>
          <a:ext cx="0" cy="0"/>
          <a:chOff x="0" y="0"/>
          <a:chExt cx="0" cy="0"/>
        </a:xfrm>
      </p:grpSpPr>
      <p:sp>
        <p:nvSpPr>
          <p:cNvPr id="7" name="图片占位符 6"/>
          <p:cNvSpPr>
            <a:spLocks noGrp="1"/>
          </p:cNvSpPr>
          <p:nvPr>
            <p:ph type="pic" sz="quarter" idx="11" hasCustomPrompt="1"/>
          </p:nvPr>
        </p:nvSpPr>
        <p:spPr>
          <a:xfrm>
            <a:off x="-11846" y="-19250"/>
            <a:ext cx="6083207" cy="6886875"/>
          </a:xfrm>
          <a:prstGeom prst="rect">
            <a:avLst/>
          </a:prstGeom>
          <a:gradFill>
            <a:gsLst>
              <a:gs pos="0">
                <a:schemeClr val="tx1">
                  <a:alpha val="10691"/>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marL="0" indent="0" algn="ctr">
              <a:buFontTx/>
              <a:buNone/>
              <a:defRPr kumimoji="1" lang="zh-CN" altLang="en-US" sz="800" dirty="0">
                <a:solidFill>
                  <a:schemeClr val="bg1"/>
                </a:solidFill>
              </a:defRPr>
            </a:lvl1pPr>
          </a:lstStyle>
          <a:p>
            <a:pPr marL="317500" lvl="0" indent="-317500" algn="ctr"/>
            <a:r>
              <a:rPr kumimoji="1" lang="zh-CN" altLang="en-US" dirty="0"/>
              <a:t>点击添加图片</a:t>
            </a:r>
          </a:p>
        </p:txBody>
      </p:sp>
      <p:sp>
        <p:nvSpPr>
          <p:cNvPr id="9" name="图片占位符 6"/>
          <p:cNvSpPr>
            <a:spLocks noGrp="1"/>
          </p:cNvSpPr>
          <p:nvPr>
            <p:ph type="pic" sz="quarter" idx="12" hasCustomPrompt="1"/>
          </p:nvPr>
        </p:nvSpPr>
        <p:spPr>
          <a:xfrm>
            <a:off x="6116683" y="-19250"/>
            <a:ext cx="6083207" cy="6886875"/>
          </a:xfrm>
          <a:prstGeom prst="rect">
            <a:avLst/>
          </a:prstGeom>
          <a:gradFill>
            <a:gsLst>
              <a:gs pos="0">
                <a:schemeClr val="tx1">
                  <a:alpha val="995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marL="0" indent="0" algn="ctr">
              <a:buFontTx/>
              <a:buNone/>
              <a:defRPr kumimoji="1" lang="zh-CN" altLang="en-US" sz="800">
                <a:solidFill>
                  <a:schemeClr val="bg1"/>
                </a:solidFill>
              </a:defRPr>
            </a:lvl1pPr>
          </a:lstStyle>
          <a:p>
            <a:pPr marL="317500" lvl="0" indent="-317500" algn="ctr"/>
            <a:r>
              <a:rPr kumimoji="1" lang="zh-CN" altLang="en-US" dirty="0"/>
              <a:t>点击添加图片</a:t>
            </a:r>
          </a:p>
        </p:txBody>
      </p:sp>
      <p:sp>
        <p:nvSpPr>
          <p:cNvPr id="10" name="矩形"/>
          <p:cNvSpPr/>
          <p:nvPr userDrawn="1"/>
        </p:nvSpPr>
        <p:spPr>
          <a:xfrm>
            <a:off x="6128040" y="3983783"/>
            <a:ext cx="6066291" cy="2874219"/>
          </a:xfrm>
          <a:prstGeom prst="rect">
            <a:avLst/>
          </a:prstGeom>
          <a:gradFill>
            <a:gsLst>
              <a:gs pos="0">
                <a:srgbClr val="000000">
                  <a:alpha val="0"/>
                </a:srgbClr>
              </a:gs>
              <a:gs pos="100000">
                <a:srgbClr val="000000"/>
              </a:gs>
            </a:gsLst>
            <a:lin ang="5400000"/>
          </a:gradFill>
          <a:ln w="12700">
            <a:miter lim="400000"/>
          </a:ln>
        </p:spPr>
        <p:txBody>
          <a:bodyPr lIns="25397" tIns="25397" rIns="25397" bIns="25397" anchor="ctr"/>
          <a:lstStyle/>
          <a:p>
            <a:pPr>
              <a:defRPr sz="3200">
                <a:solidFill>
                  <a:srgbClr val="000000"/>
                </a:solidFill>
                <a:latin typeface="Helvetica Neue Medium"/>
                <a:ea typeface="Helvetica Neue Medium"/>
                <a:cs typeface="Helvetica Neue Medium"/>
                <a:sym typeface="Helvetica Neue Medium"/>
              </a:defRPr>
            </a:pPr>
            <a:endParaRPr sz="1600" b="0" i="0" dirty="0">
              <a:latin typeface="微软雅黑" panose="020B0503020204020204" charset="-122"/>
              <a:ea typeface="微软雅黑" panose="020B0503020204020204" charset="-122"/>
              <a:cs typeface="Helvetica Neue Medium"/>
              <a:sym typeface="Helvetica Neue Medium"/>
            </a:endParaRPr>
          </a:p>
        </p:txBody>
      </p:sp>
      <p:sp>
        <p:nvSpPr>
          <p:cNvPr id="11" name="矩形"/>
          <p:cNvSpPr/>
          <p:nvPr userDrawn="1"/>
        </p:nvSpPr>
        <p:spPr>
          <a:xfrm>
            <a:off x="726" y="3983783"/>
            <a:ext cx="6059276" cy="2874219"/>
          </a:xfrm>
          <a:prstGeom prst="rect">
            <a:avLst/>
          </a:prstGeom>
          <a:gradFill>
            <a:gsLst>
              <a:gs pos="0">
                <a:srgbClr val="000000">
                  <a:alpha val="0"/>
                </a:srgbClr>
              </a:gs>
              <a:gs pos="100000">
                <a:srgbClr val="000000"/>
              </a:gs>
            </a:gsLst>
            <a:lin ang="5400000"/>
          </a:gradFill>
          <a:ln w="12700">
            <a:miter lim="400000"/>
          </a:ln>
        </p:spPr>
        <p:txBody>
          <a:bodyPr lIns="25397" tIns="25397" rIns="25397" bIns="25397" anchor="ctr"/>
          <a:lstStyle/>
          <a:p>
            <a:pPr>
              <a:defRPr sz="3200">
                <a:solidFill>
                  <a:srgbClr val="000000"/>
                </a:solidFill>
                <a:latin typeface="Helvetica Neue Medium"/>
                <a:ea typeface="Helvetica Neue Medium"/>
                <a:cs typeface="Helvetica Neue Medium"/>
                <a:sym typeface="Helvetica Neue Medium"/>
              </a:defRPr>
            </a:pPr>
            <a:endParaRPr sz="1600" b="0" i="0" dirty="0">
              <a:latin typeface="微软雅黑" panose="020B0503020204020204" charset="-122"/>
              <a:ea typeface="微软雅黑" panose="020B0503020204020204" charset="-122"/>
              <a:cs typeface="Helvetica Neue Medium"/>
              <a:sym typeface="Helvetica Neue Medium"/>
            </a:endParaRPr>
          </a:p>
        </p:txBody>
      </p:sp>
      <p:sp>
        <p:nvSpPr>
          <p:cNvPr id="13" name="文本占位符 3"/>
          <p:cNvSpPr>
            <a:spLocks noGrp="1"/>
          </p:cNvSpPr>
          <p:nvPr>
            <p:ph type="body" sz="quarter" idx="17" hasCustomPrompt="1"/>
          </p:nvPr>
        </p:nvSpPr>
        <p:spPr>
          <a:xfrm>
            <a:off x="7128423" y="4761405"/>
            <a:ext cx="4039767" cy="722313"/>
          </a:xfrm>
          <a:prstGeom prst="rect">
            <a:avLst/>
          </a:prstGeom>
        </p:spPr>
        <p:txBody>
          <a:bodyPr anchor="ctr"/>
          <a:lstStyle>
            <a:lvl1pPr marL="0" indent="0" algn="ctr">
              <a:buNone/>
              <a:defRPr sz="2200" b="0" i="0">
                <a:solidFill>
                  <a:schemeClr val="bg1"/>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22</a:t>
            </a:r>
            <a:r>
              <a:rPr kumimoji="1" lang="zh-CN" altLang="en-US" dirty="0"/>
              <a:t>磅</a:t>
            </a:r>
          </a:p>
        </p:txBody>
      </p:sp>
      <p:sp>
        <p:nvSpPr>
          <p:cNvPr id="14" name="文本占位符 3"/>
          <p:cNvSpPr>
            <a:spLocks noGrp="1"/>
          </p:cNvSpPr>
          <p:nvPr>
            <p:ph type="body" sz="quarter" idx="18" hasCustomPrompt="1"/>
          </p:nvPr>
        </p:nvSpPr>
        <p:spPr>
          <a:xfrm>
            <a:off x="1009873" y="4761405"/>
            <a:ext cx="4039767" cy="722313"/>
          </a:xfrm>
          <a:prstGeom prst="rect">
            <a:avLst/>
          </a:prstGeom>
        </p:spPr>
        <p:txBody>
          <a:bodyPr anchor="ctr"/>
          <a:lstStyle>
            <a:lvl1pPr marL="0" indent="0" algn="ctr">
              <a:buNone/>
              <a:defRPr sz="2200" b="0" i="0">
                <a:solidFill>
                  <a:schemeClr val="bg1"/>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22</a:t>
            </a:r>
            <a:r>
              <a:rPr kumimoji="1" lang="zh-CN" altLang="en-US" dirty="0"/>
              <a:t>磅</a:t>
            </a:r>
          </a:p>
        </p:txBody>
      </p:sp>
      <p:sp>
        <p:nvSpPr>
          <p:cNvPr id="15" name="文本占位符 3"/>
          <p:cNvSpPr>
            <a:spLocks noGrp="1"/>
          </p:cNvSpPr>
          <p:nvPr>
            <p:ph type="body" sz="quarter" idx="19" hasCustomPrompt="1"/>
          </p:nvPr>
        </p:nvSpPr>
        <p:spPr>
          <a:xfrm>
            <a:off x="867633" y="5523972"/>
            <a:ext cx="4324244" cy="932620"/>
          </a:xfrm>
          <a:prstGeom prst="rect">
            <a:avLst/>
          </a:prstGeom>
        </p:spPr>
        <p:txBody>
          <a:bodyPr anchor="ctr"/>
          <a:lstStyle>
            <a:lvl1pPr marL="0" marR="0" indent="0" algn="ctr" defTabSz="228600" eaLnBrk="1" fontAlgn="auto" latinLnBrk="0" hangingPunct="1">
              <a:lnSpc>
                <a:spcPct val="150000"/>
              </a:lnSpc>
              <a:spcBef>
                <a:spcPts val="0"/>
              </a:spcBef>
              <a:spcAft>
                <a:spcPts val="0"/>
              </a:spcAft>
              <a:buClrTx/>
              <a:buSzPct val="125000"/>
              <a:buFontTx/>
              <a:buNone/>
              <a:defRPr sz="1600" b="0" i="0">
                <a:solidFill>
                  <a:schemeClr val="bg1"/>
                </a:solidFill>
                <a:latin typeface="微软雅黑" panose="020B0503020204020204" charset="-122"/>
                <a:ea typeface="微软雅黑" panose="020B0503020204020204" charset="-122"/>
              </a:defRPr>
            </a:lvl1pPr>
            <a:lvl3pPr marL="635000" indent="0">
              <a:buNone/>
              <a:defRPr/>
            </a:lvl3pPr>
          </a:lstStyle>
          <a:p>
            <a:pPr marL="0" marR="0" lvl="0" indent="0" algn="ctr" defTabSz="228600" eaLnBrk="1" fontAlgn="auto" latinLnBrk="0" hangingPunct="1">
              <a:lnSpc>
                <a:spcPct val="150000"/>
              </a:lnSpc>
              <a:spcBef>
                <a:spcPts val="0"/>
              </a:spcBef>
              <a:spcAft>
                <a:spcPts val="0"/>
              </a:spcAft>
              <a:buClrTx/>
              <a:buSzPct val="125000"/>
              <a:buFontTx/>
              <a:buNone/>
              <a:defRPr/>
            </a:pPr>
            <a:r>
              <a:rPr lang="zh-CN" altLang="en-US" sz="1600" dirty="0">
                <a:solidFill>
                  <a:schemeClr val="bg1"/>
                </a:solidFill>
                <a:latin typeface="FZLanTingHei-R-GBK" panose="02000000000000000000" pitchFamily="2" charset="-122"/>
                <a:ea typeface="FZLanTingHei-R-GBK" panose="02000000000000000000" pitchFamily="2" charset="-122"/>
              </a:rPr>
              <a:t>此处为正文，微软雅黑，字号</a:t>
            </a:r>
            <a:r>
              <a:rPr lang="en-US" altLang="zh-CN" sz="1600" dirty="0">
                <a:solidFill>
                  <a:schemeClr val="bg1"/>
                </a:solidFill>
                <a:latin typeface="FZLanTingHei-R-GBK" panose="02000000000000000000" pitchFamily="2" charset="-122"/>
                <a:ea typeface="FZLanTingHei-R-GBK" panose="02000000000000000000" pitchFamily="2" charset="-122"/>
              </a:rPr>
              <a:t>16</a:t>
            </a:r>
            <a:r>
              <a:rPr lang="zh-CN" altLang="en-US" sz="1600" dirty="0">
                <a:solidFill>
                  <a:schemeClr val="bg1"/>
                </a:solidFill>
                <a:latin typeface="FZLanTingHei-R-GBK" panose="02000000000000000000" pitchFamily="2" charset="-122"/>
                <a:ea typeface="FZLanTingHei-R-GBK" panose="02000000000000000000" pitchFamily="2" charset="-122"/>
              </a:rPr>
              <a:t>磅，行距</a:t>
            </a:r>
            <a:r>
              <a:rPr lang="en-US" altLang="zh-CN" sz="1600" dirty="0">
                <a:solidFill>
                  <a:schemeClr val="bg1"/>
                </a:solidFill>
                <a:latin typeface="FZLanTingHei-R-GBK" panose="02000000000000000000" pitchFamily="2" charset="-122"/>
                <a:ea typeface="FZLanTingHei-R-GBK" panose="02000000000000000000" pitchFamily="2" charset="-122"/>
              </a:rPr>
              <a:t>1.3</a:t>
            </a:r>
            <a:r>
              <a:rPr lang="zh-CN" altLang="en-US" sz="1600" dirty="0">
                <a:solidFill>
                  <a:schemeClr val="bg1"/>
                </a:solidFill>
                <a:latin typeface="FZLanTingHei-R-GBK" panose="02000000000000000000" pitchFamily="2" charset="-122"/>
                <a:ea typeface="FZLanTingHei-R-GBK" panose="02000000000000000000" pitchFamily="2" charset="-122"/>
              </a:rPr>
              <a:t>倍，</a:t>
            </a:r>
            <a:r>
              <a:rPr kumimoji="1" lang="zh-CN" altLang="en-US" dirty="0"/>
              <a:t> （图片为示意，请根据实际情况替换）</a:t>
            </a:r>
          </a:p>
        </p:txBody>
      </p:sp>
      <p:sp>
        <p:nvSpPr>
          <p:cNvPr id="17" name="文本占位符 5"/>
          <p:cNvSpPr>
            <a:spLocks noGrp="1"/>
          </p:cNvSpPr>
          <p:nvPr>
            <p:ph type="body" sz="quarter" idx="30" hasCustomPrompt="1"/>
          </p:nvPr>
        </p:nvSpPr>
        <p:spPr>
          <a:xfrm>
            <a:off x="398094" y="682625"/>
            <a:ext cx="7793672" cy="285046"/>
          </a:xfrm>
          <a:prstGeom prst="rect">
            <a:avLst/>
          </a:prstGeom>
        </p:spPr>
        <p:txBody>
          <a:bodyPr>
            <a:noAutofit/>
          </a:bodyPr>
          <a:lstStyle>
            <a:lvl1pPr marL="0" indent="0">
              <a:buNone/>
              <a:defRPr sz="1600" b="0" i="0">
                <a:solidFill>
                  <a:schemeClr val="bg1"/>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18"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9" name="文本占位符 3"/>
          <p:cNvSpPr>
            <a:spLocks noGrp="1"/>
          </p:cNvSpPr>
          <p:nvPr>
            <p:ph type="body" sz="quarter" idx="31" hasCustomPrompt="1"/>
          </p:nvPr>
        </p:nvSpPr>
        <p:spPr>
          <a:xfrm>
            <a:off x="6990138" y="5523972"/>
            <a:ext cx="4324244" cy="932620"/>
          </a:xfrm>
          <a:prstGeom prst="rect">
            <a:avLst/>
          </a:prstGeom>
        </p:spPr>
        <p:txBody>
          <a:bodyPr anchor="ctr"/>
          <a:lstStyle>
            <a:lvl1pPr marL="0" marR="0" indent="0" algn="ctr" defTabSz="228600" eaLnBrk="1" fontAlgn="auto" latinLnBrk="0" hangingPunct="1">
              <a:lnSpc>
                <a:spcPct val="150000"/>
              </a:lnSpc>
              <a:spcBef>
                <a:spcPts val="0"/>
              </a:spcBef>
              <a:spcAft>
                <a:spcPts val="0"/>
              </a:spcAft>
              <a:buClrTx/>
              <a:buSzPct val="125000"/>
              <a:buFontTx/>
              <a:buNone/>
              <a:defRPr sz="1600" b="0" i="0">
                <a:solidFill>
                  <a:schemeClr val="bg1"/>
                </a:solidFill>
                <a:latin typeface="微软雅黑" panose="020B0503020204020204" charset="-122"/>
                <a:ea typeface="微软雅黑" panose="020B0503020204020204" charset="-122"/>
              </a:defRPr>
            </a:lvl1pPr>
            <a:lvl3pPr marL="635000" indent="0">
              <a:buNone/>
              <a:defRPr/>
            </a:lvl3pPr>
          </a:lstStyle>
          <a:p>
            <a:pPr marL="0" marR="0" lvl="0" indent="0" algn="ctr" defTabSz="228600" eaLnBrk="1" fontAlgn="auto" latinLnBrk="0" hangingPunct="1">
              <a:lnSpc>
                <a:spcPct val="150000"/>
              </a:lnSpc>
              <a:spcBef>
                <a:spcPts val="0"/>
              </a:spcBef>
              <a:spcAft>
                <a:spcPts val="0"/>
              </a:spcAft>
              <a:buClrTx/>
              <a:buSzPct val="125000"/>
              <a:buFontTx/>
              <a:buNone/>
              <a:defRPr/>
            </a:pPr>
            <a:r>
              <a:rPr lang="zh-CN" altLang="en-US" sz="1600" dirty="0">
                <a:solidFill>
                  <a:schemeClr val="bg1"/>
                </a:solidFill>
                <a:latin typeface="FZLanTingHei-R-GBK" panose="02000000000000000000" pitchFamily="2" charset="-122"/>
                <a:ea typeface="FZLanTingHei-R-GBK" panose="02000000000000000000" pitchFamily="2" charset="-122"/>
              </a:rPr>
              <a:t>此处为正文，微软雅黑，字号</a:t>
            </a:r>
            <a:r>
              <a:rPr lang="en-US" altLang="zh-CN" sz="1600" dirty="0">
                <a:solidFill>
                  <a:schemeClr val="bg1"/>
                </a:solidFill>
                <a:latin typeface="FZLanTingHei-R-GBK" panose="02000000000000000000" pitchFamily="2" charset="-122"/>
                <a:ea typeface="FZLanTingHei-R-GBK" panose="02000000000000000000" pitchFamily="2" charset="-122"/>
              </a:rPr>
              <a:t>16</a:t>
            </a:r>
            <a:r>
              <a:rPr lang="zh-CN" altLang="en-US" sz="1600" dirty="0">
                <a:solidFill>
                  <a:schemeClr val="bg1"/>
                </a:solidFill>
                <a:latin typeface="FZLanTingHei-R-GBK" panose="02000000000000000000" pitchFamily="2" charset="-122"/>
                <a:ea typeface="FZLanTingHei-R-GBK" panose="02000000000000000000" pitchFamily="2" charset="-122"/>
              </a:rPr>
              <a:t>磅，行距</a:t>
            </a:r>
            <a:r>
              <a:rPr lang="en-US" altLang="zh-CN" sz="1600" dirty="0">
                <a:solidFill>
                  <a:schemeClr val="bg1"/>
                </a:solidFill>
                <a:latin typeface="FZLanTingHei-R-GBK" panose="02000000000000000000" pitchFamily="2" charset="-122"/>
                <a:ea typeface="FZLanTingHei-R-GBK" panose="02000000000000000000" pitchFamily="2" charset="-122"/>
              </a:rPr>
              <a:t>1.3</a:t>
            </a:r>
            <a:r>
              <a:rPr lang="zh-CN" altLang="en-US" sz="1600" dirty="0">
                <a:solidFill>
                  <a:schemeClr val="bg1"/>
                </a:solidFill>
                <a:latin typeface="FZLanTingHei-R-GBK" panose="02000000000000000000" pitchFamily="2" charset="-122"/>
                <a:ea typeface="FZLanTingHei-R-GBK" panose="02000000000000000000" pitchFamily="2" charset="-122"/>
              </a:rPr>
              <a:t>倍，</a:t>
            </a:r>
            <a:r>
              <a:rPr kumimoji="1" lang="zh-CN" altLang="en-US" dirty="0"/>
              <a:t> （图片为示意，请根据实际情况替换）</a:t>
            </a: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图文-三图1">
    <p:spTree>
      <p:nvGrpSpPr>
        <p:cNvPr id="1" name=""/>
        <p:cNvGrpSpPr/>
        <p:nvPr/>
      </p:nvGrpSpPr>
      <p:grpSpPr>
        <a:xfrm>
          <a:off x="0" y="0"/>
          <a:ext cx="0" cy="0"/>
          <a:chOff x="0" y="0"/>
          <a:chExt cx="0" cy="0"/>
        </a:xfrm>
      </p:grpSpPr>
      <p:sp>
        <p:nvSpPr>
          <p:cNvPr id="8" name="文本占位符 3"/>
          <p:cNvSpPr>
            <a:spLocks noGrp="1"/>
          </p:cNvSpPr>
          <p:nvPr>
            <p:ph type="body" sz="quarter" idx="23" hasCustomPrompt="1"/>
          </p:nvPr>
        </p:nvSpPr>
        <p:spPr>
          <a:xfrm>
            <a:off x="1024369" y="1685052"/>
            <a:ext cx="2525485" cy="722313"/>
          </a:xfrm>
          <a:prstGeom prst="rect">
            <a:avLst/>
          </a:prstGeom>
        </p:spPr>
        <p:txBody>
          <a:bodyPr anchor="ctr"/>
          <a:lstStyle>
            <a:lvl1pPr marL="0" indent="0" algn="ctr">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7" name="图片占位符 6"/>
          <p:cNvSpPr>
            <a:spLocks noGrp="1"/>
          </p:cNvSpPr>
          <p:nvPr>
            <p:ph type="pic" sz="quarter" idx="11" hasCustomPrompt="1"/>
          </p:nvPr>
        </p:nvSpPr>
        <p:spPr>
          <a:xfrm>
            <a:off x="666788" y="2457409"/>
            <a:ext cx="3240741" cy="2116800"/>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0" name="图片占位符 6"/>
          <p:cNvSpPr>
            <a:spLocks noGrp="1"/>
          </p:cNvSpPr>
          <p:nvPr>
            <p:ph type="pic" sz="quarter" idx="12" hasCustomPrompt="1"/>
          </p:nvPr>
        </p:nvSpPr>
        <p:spPr>
          <a:xfrm>
            <a:off x="4455924" y="2457409"/>
            <a:ext cx="3240741" cy="2116800"/>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1" name="图片占位符 6"/>
          <p:cNvSpPr>
            <a:spLocks noGrp="1"/>
          </p:cNvSpPr>
          <p:nvPr>
            <p:ph type="pic" sz="quarter" idx="13" hasCustomPrompt="1"/>
          </p:nvPr>
        </p:nvSpPr>
        <p:spPr>
          <a:xfrm>
            <a:off x="8284471" y="2457409"/>
            <a:ext cx="3240741" cy="2116800"/>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6" name="文本占位符 3"/>
          <p:cNvSpPr>
            <a:spLocks noGrp="1"/>
          </p:cNvSpPr>
          <p:nvPr>
            <p:ph type="body" sz="quarter" idx="26" hasCustomPrompt="1"/>
          </p:nvPr>
        </p:nvSpPr>
        <p:spPr>
          <a:xfrm>
            <a:off x="4813551" y="1685052"/>
            <a:ext cx="2525485" cy="722313"/>
          </a:xfrm>
          <a:prstGeom prst="rect">
            <a:avLst/>
          </a:prstGeom>
        </p:spPr>
        <p:txBody>
          <a:bodyPr anchor="ctr"/>
          <a:lstStyle>
            <a:lvl1pPr marL="0" indent="0" algn="ctr">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18" name="文本占位符 3"/>
          <p:cNvSpPr>
            <a:spLocks noGrp="1"/>
          </p:cNvSpPr>
          <p:nvPr>
            <p:ph type="body" sz="quarter" idx="28" hasCustomPrompt="1"/>
          </p:nvPr>
        </p:nvSpPr>
        <p:spPr>
          <a:xfrm>
            <a:off x="8642146" y="1685052"/>
            <a:ext cx="2525485" cy="722313"/>
          </a:xfrm>
          <a:prstGeom prst="rect">
            <a:avLst/>
          </a:prstGeom>
        </p:spPr>
        <p:txBody>
          <a:bodyPr anchor="ctr"/>
          <a:lstStyle>
            <a:lvl1pPr marL="0" indent="0" algn="ctr">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19" name="文本占位符 5"/>
          <p:cNvSpPr>
            <a:spLocks noGrp="1"/>
          </p:cNvSpPr>
          <p:nvPr>
            <p:ph type="body" sz="quarter" idx="30"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20"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22" name="文本占位符 3"/>
          <p:cNvSpPr>
            <a:spLocks noGrp="1"/>
          </p:cNvSpPr>
          <p:nvPr>
            <p:ph type="body" sz="quarter" idx="24" hasCustomPrompt="1"/>
          </p:nvPr>
        </p:nvSpPr>
        <p:spPr>
          <a:xfrm>
            <a:off x="612800" y="4790520"/>
            <a:ext cx="3348621" cy="552822"/>
          </a:xfrm>
          <a:prstGeom prst="rect">
            <a:avLst/>
          </a:prstGeom>
        </p:spPr>
        <p:txBody>
          <a:bodyPr anchor="t"/>
          <a:lstStyle>
            <a:lvl1pPr marL="0" marR="0" indent="0" algn="ctr" defTabSz="914400"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23" name="文本占位符 3"/>
          <p:cNvSpPr>
            <a:spLocks noGrp="1"/>
          </p:cNvSpPr>
          <p:nvPr>
            <p:ph type="body" sz="quarter" idx="31" hasCustomPrompt="1"/>
          </p:nvPr>
        </p:nvSpPr>
        <p:spPr>
          <a:xfrm>
            <a:off x="4402922" y="4790520"/>
            <a:ext cx="3348621" cy="552822"/>
          </a:xfrm>
          <a:prstGeom prst="rect">
            <a:avLst/>
          </a:prstGeom>
        </p:spPr>
        <p:txBody>
          <a:bodyPr anchor="t"/>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24" name="文本占位符 3"/>
          <p:cNvSpPr>
            <a:spLocks noGrp="1"/>
          </p:cNvSpPr>
          <p:nvPr>
            <p:ph type="body" sz="quarter" idx="32" hasCustomPrompt="1"/>
          </p:nvPr>
        </p:nvSpPr>
        <p:spPr>
          <a:xfrm>
            <a:off x="8272557" y="4790520"/>
            <a:ext cx="3348621" cy="552822"/>
          </a:xfrm>
          <a:prstGeom prst="rect">
            <a:avLst/>
          </a:prstGeom>
        </p:spPr>
        <p:txBody>
          <a:bodyPr anchor="t"/>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25"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dirty="0"/>
              <a:t>④ 内部公开 请勿外传</a:t>
            </a:r>
            <a:endParaRPr dirty="0"/>
          </a:p>
        </p:txBody>
      </p:sp>
      <p:sp>
        <p:nvSpPr>
          <p:cNvPr id="2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pic>
        <p:nvPicPr>
          <p:cNvPr id="17" name="图片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图文-三图2">
    <p:spTree>
      <p:nvGrpSpPr>
        <p:cNvPr id="1" name=""/>
        <p:cNvGrpSpPr/>
        <p:nvPr/>
      </p:nvGrpSpPr>
      <p:grpSpPr>
        <a:xfrm>
          <a:off x="0" y="0"/>
          <a:ext cx="0" cy="0"/>
          <a:chOff x="0" y="0"/>
          <a:chExt cx="0" cy="0"/>
        </a:xfrm>
      </p:grpSpPr>
      <p:sp>
        <p:nvSpPr>
          <p:cNvPr id="11" name="文本占位符 10"/>
          <p:cNvSpPr>
            <a:spLocks noGrp="1"/>
          </p:cNvSpPr>
          <p:nvPr>
            <p:ph type="body" sz="quarter" idx="18" hasCustomPrompt="1"/>
          </p:nvPr>
        </p:nvSpPr>
        <p:spPr>
          <a:xfrm>
            <a:off x="416854" y="2533642"/>
            <a:ext cx="2521977" cy="434975"/>
          </a:xfrm>
          <a:prstGeom prst="rect">
            <a:avLst/>
          </a:prstGeom>
        </p:spPr>
        <p:txBody>
          <a:bodyPr/>
          <a:lstStyle>
            <a:lvl1pPr marL="0" indent="0">
              <a:buNone/>
              <a:defRPr sz="2200" b="0" i="0">
                <a:solidFill>
                  <a:srgbClr val="1771EB"/>
                </a:solidFill>
                <a:latin typeface="微软雅黑" panose="020B0503020204020204" charset="-122"/>
                <a:ea typeface="微软雅黑" panose="020B0503020204020204" charset="-122"/>
              </a:defRPr>
            </a:lvl1pPr>
          </a:lstStyle>
          <a:p>
            <a:pPr lvl="0"/>
            <a:r>
              <a:rPr kumimoji="1" lang="zh-CN" altLang="en-US" dirty="0"/>
              <a:t>段落标题 </a:t>
            </a:r>
            <a:r>
              <a:rPr kumimoji="1" lang="en-US" altLang="zh-CN" dirty="0"/>
              <a:t>22</a:t>
            </a:r>
            <a:r>
              <a:rPr kumimoji="1" lang="zh-CN" altLang="en-US" dirty="0"/>
              <a:t>磅</a:t>
            </a:r>
          </a:p>
        </p:txBody>
      </p:sp>
      <p:sp>
        <p:nvSpPr>
          <p:cNvPr id="4" name="Picture Placeholder 8"/>
          <p:cNvSpPr>
            <a:spLocks noGrp="1"/>
          </p:cNvSpPr>
          <p:nvPr>
            <p:ph type="pic" sz="quarter" idx="14" hasCustomPrompt="1"/>
          </p:nvPr>
        </p:nvSpPr>
        <p:spPr>
          <a:xfrm>
            <a:off x="9133840" y="176066"/>
            <a:ext cx="2910043" cy="3141913"/>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5" name="Picture Placeholder 8"/>
          <p:cNvSpPr>
            <a:spLocks noGrp="1"/>
          </p:cNvSpPr>
          <p:nvPr>
            <p:ph type="pic" sz="quarter" idx="15" hasCustomPrompt="1"/>
          </p:nvPr>
        </p:nvSpPr>
        <p:spPr>
          <a:xfrm>
            <a:off x="6056725" y="176065"/>
            <a:ext cx="2910043" cy="6508712"/>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7" name="Picture Placeholder 8"/>
          <p:cNvSpPr>
            <a:spLocks noGrp="1"/>
          </p:cNvSpPr>
          <p:nvPr>
            <p:ph type="pic" sz="quarter" idx="16" hasCustomPrompt="1"/>
          </p:nvPr>
        </p:nvSpPr>
        <p:spPr>
          <a:xfrm>
            <a:off x="9133840" y="3488363"/>
            <a:ext cx="2910043" cy="3196414"/>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10" name="Title 2"/>
          <p:cNvSpPr>
            <a:spLocks noGrp="1"/>
          </p:cNvSpPr>
          <p:nvPr>
            <p:ph type="title" hasCustomPrompt="1"/>
          </p:nvPr>
        </p:nvSpPr>
        <p:spPr>
          <a:xfrm>
            <a:off x="398094" y="210672"/>
            <a:ext cx="5658631"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2" name="文本占位符 3"/>
          <p:cNvSpPr>
            <a:spLocks noGrp="1"/>
          </p:cNvSpPr>
          <p:nvPr>
            <p:ph type="body" sz="quarter" idx="24" hasCustomPrompt="1"/>
          </p:nvPr>
        </p:nvSpPr>
        <p:spPr>
          <a:xfrm>
            <a:off x="414057" y="3041568"/>
            <a:ext cx="3349560" cy="552822"/>
          </a:xfrm>
          <a:prstGeom prst="rect">
            <a:avLst/>
          </a:prstGeom>
        </p:spPr>
        <p:txBody>
          <a:bodyPr anchor="t"/>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13" name="文本占位符 5"/>
          <p:cNvSpPr>
            <a:spLocks noGrp="1"/>
          </p:cNvSpPr>
          <p:nvPr>
            <p:ph type="body" sz="quarter" idx="30"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图文-三图3">
    <p:spTree>
      <p:nvGrpSpPr>
        <p:cNvPr id="1" name=""/>
        <p:cNvGrpSpPr/>
        <p:nvPr/>
      </p:nvGrpSpPr>
      <p:grpSpPr>
        <a:xfrm>
          <a:off x="0" y="0"/>
          <a:ext cx="0" cy="0"/>
          <a:chOff x="0" y="0"/>
          <a:chExt cx="0" cy="0"/>
        </a:xfrm>
      </p:grpSpPr>
      <p:sp>
        <p:nvSpPr>
          <p:cNvPr id="4" name="Picture Placeholder 8"/>
          <p:cNvSpPr>
            <a:spLocks noGrp="1"/>
          </p:cNvSpPr>
          <p:nvPr>
            <p:ph type="pic" sz="quarter" idx="14" hasCustomPrompt="1"/>
          </p:nvPr>
        </p:nvSpPr>
        <p:spPr>
          <a:xfrm>
            <a:off x="6062548" y="3488365"/>
            <a:ext cx="5959090" cy="3193571"/>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5" name="Picture Placeholder 8"/>
          <p:cNvSpPr>
            <a:spLocks noGrp="1"/>
          </p:cNvSpPr>
          <p:nvPr>
            <p:ph type="pic" sz="quarter" idx="15" hasCustomPrompt="1"/>
          </p:nvPr>
        </p:nvSpPr>
        <p:spPr>
          <a:xfrm>
            <a:off x="6062548" y="176064"/>
            <a:ext cx="2986110" cy="3141913"/>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7" name="Picture Placeholder 8"/>
          <p:cNvSpPr>
            <a:spLocks noGrp="1"/>
          </p:cNvSpPr>
          <p:nvPr>
            <p:ph type="pic" sz="quarter" idx="16" hasCustomPrompt="1"/>
          </p:nvPr>
        </p:nvSpPr>
        <p:spPr>
          <a:xfrm>
            <a:off x="9219022" y="176063"/>
            <a:ext cx="2802616" cy="3141914"/>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8" name="文本占位符 10"/>
          <p:cNvSpPr>
            <a:spLocks noGrp="1"/>
          </p:cNvSpPr>
          <p:nvPr>
            <p:ph type="body" sz="quarter" idx="18" hasCustomPrompt="1"/>
          </p:nvPr>
        </p:nvSpPr>
        <p:spPr>
          <a:xfrm>
            <a:off x="416854" y="2533642"/>
            <a:ext cx="2521977" cy="434975"/>
          </a:xfrm>
          <a:prstGeom prst="rect">
            <a:avLst/>
          </a:prstGeom>
        </p:spPr>
        <p:txBody>
          <a:bodyPr/>
          <a:lstStyle>
            <a:lvl1pPr marL="0" indent="0">
              <a:buNone/>
              <a:defRPr sz="2200" b="0" i="0">
                <a:solidFill>
                  <a:srgbClr val="1771EB"/>
                </a:solidFill>
                <a:latin typeface="微软雅黑" panose="020B0503020204020204" charset="-122"/>
                <a:ea typeface="微软雅黑" panose="020B0503020204020204" charset="-122"/>
              </a:defRPr>
            </a:lvl1pPr>
          </a:lstStyle>
          <a:p>
            <a:pPr lvl="0"/>
            <a:r>
              <a:rPr kumimoji="1" lang="zh-CN" altLang="en-US" dirty="0"/>
              <a:t>段落标题 </a:t>
            </a:r>
            <a:r>
              <a:rPr kumimoji="1" lang="en-US" altLang="zh-CN" dirty="0"/>
              <a:t>22</a:t>
            </a:r>
            <a:r>
              <a:rPr kumimoji="1" lang="zh-CN" altLang="en-US" dirty="0"/>
              <a:t>磅</a:t>
            </a:r>
          </a:p>
        </p:txBody>
      </p:sp>
      <p:sp>
        <p:nvSpPr>
          <p:cNvPr id="11" name="文本占位符 3"/>
          <p:cNvSpPr>
            <a:spLocks noGrp="1"/>
          </p:cNvSpPr>
          <p:nvPr>
            <p:ph type="body" sz="quarter" idx="24" hasCustomPrompt="1"/>
          </p:nvPr>
        </p:nvSpPr>
        <p:spPr>
          <a:xfrm>
            <a:off x="414057" y="3041566"/>
            <a:ext cx="3349560" cy="552822"/>
          </a:xfrm>
          <a:prstGeom prst="rect">
            <a:avLst/>
          </a:prstGeom>
        </p:spPr>
        <p:txBody>
          <a:bodyPr anchor="t"/>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16" name="Title 2"/>
          <p:cNvSpPr>
            <a:spLocks noGrp="1"/>
          </p:cNvSpPr>
          <p:nvPr>
            <p:ph type="title" hasCustomPrompt="1"/>
          </p:nvPr>
        </p:nvSpPr>
        <p:spPr>
          <a:xfrm>
            <a:off x="398094" y="210672"/>
            <a:ext cx="5658631"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7" name="文本占位符 5"/>
          <p:cNvSpPr>
            <a:spLocks noGrp="1"/>
          </p:cNvSpPr>
          <p:nvPr>
            <p:ph type="body" sz="quarter" idx="30"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图文-四图2">
    <p:spTree>
      <p:nvGrpSpPr>
        <p:cNvPr id="1" name=""/>
        <p:cNvGrpSpPr/>
        <p:nvPr/>
      </p:nvGrpSpPr>
      <p:grpSpPr>
        <a:xfrm>
          <a:off x="0" y="0"/>
          <a:ext cx="0" cy="0"/>
          <a:chOff x="0" y="0"/>
          <a:chExt cx="0" cy="0"/>
        </a:xfrm>
      </p:grpSpPr>
      <p:sp>
        <p:nvSpPr>
          <p:cNvPr id="7" name="图片占位符 6"/>
          <p:cNvSpPr>
            <a:spLocks noGrp="1"/>
          </p:cNvSpPr>
          <p:nvPr>
            <p:ph type="pic" sz="quarter" idx="11" hasCustomPrompt="1"/>
          </p:nvPr>
        </p:nvSpPr>
        <p:spPr>
          <a:xfrm>
            <a:off x="574176" y="1682929"/>
            <a:ext cx="2519672" cy="1645809"/>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4" name="图片占位符 6"/>
          <p:cNvSpPr>
            <a:spLocks noGrp="1"/>
          </p:cNvSpPr>
          <p:nvPr>
            <p:ph type="pic" sz="quarter" idx="14" hasCustomPrompt="1"/>
          </p:nvPr>
        </p:nvSpPr>
        <p:spPr>
          <a:xfrm>
            <a:off x="574176" y="4022307"/>
            <a:ext cx="2519672" cy="1645809"/>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5" name="图片占位符 6"/>
          <p:cNvSpPr>
            <a:spLocks noGrp="1"/>
          </p:cNvSpPr>
          <p:nvPr>
            <p:ph type="pic" sz="quarter" idx="15" hasCustomPrompt="1"/>
          </p:nvPr>
        </p:nvSpPr>
        <p:spPr>
          <a:xfrm>
            <a:off x="6423428" y="1682929"/>
            <a:ext cx="2519672" cy="1645809"/>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6" name="图片占位符 6"/>
          <p:cNvSpPr>
            <a:spLocks noGrp="1"/>
          </p:cNvSpPr>
          <p:nvPr>
            <p:ph type="pic" sz="quarter" idx="16" hasCustomPrompt="1"/>
          </p:nvPr>
        </p:nvSpPr>
        <p:spPr>
          <a:xfrm>
            <a:off x="6423428" y="4022307"/>
            <a:ext cx="2519672" cy="1645809"/>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pic>
        <p:nvPicPr>
          <p:cNvPr id="17" name="图片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04197" y="246988"/>
            <a:ext cx="896585" cy="416026"/>
          </a:xfrm>
          <a:prstGeom prst="rect">
            <a:avLst/>
          </a:prstGeom>
        </p:spPr>
      </p:pic>
      <p:sp>
        <p:nvSpPr>
          <p:cNvPr id="18" name="文本占位符 5"/>
          <p:cNvSpPr>
            <a:spLocks noGrp="1"/>
          </p:cNvSpPr>
          <p:nvPr>
            <p:ph type="body" sz="quarter" idx="33"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19"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20" name="文本占位符 3"/>
          <p:cNvSpPr>
            <a:spLocks noGrp="1"/>
          </p:cNvSpPr>
          <p:nvPr>
            <p:ph type="body" sz="quarter" idx="34" hasCustomPrompt="1"/>
          </p:nvPr>
        </p:nvSpPr>
        <p:spPr>
          <a:xfrm>
            <a:off x="3193775" y="1895665"/>
            <a:ext cx="2646596" cy="368622"/>
          </a:xfrm>
          <a:prstGeom prst="rect">
            <a:avLst/>
          </a:prstGeom>
        </p:spPr>
        <p:txBody>
          <a:bodyPr/>
          <a:lstStyle>
            <a:lvl1pPr marL="0" indent="0">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29" name="文本占位符 3"/>
          <p:cNvSpPr>
            <a:spLocks noGrp="1"/>
          </p:cNvSpPr>
          <p:nvPr>
            <p:ph type="body" sz="quarter" idx="20" hasCustomPrompt="1"/>
          </p:nvPr>
        </p:nvSpPr>
        <p:spPr>
          <a:xfrm>
            <a:off x="3193776" y="2280569"/>
            <a:ext cx="2646596" cy="845205"/>
          </a:xfrm>
          <a:prstGeom prst="rect">
            <a:avLst/>
          </a:prstGeom>
        </p:spPr>
        <p:txBody>
          <a:bodyPr/>
          <a:lstStyle>
            <a:lvl1pPr marL="0" marR="0" indent="0" algn="l" defTabSz="914400" rtl="0" eaLnBrk="1" fontAlgn="auto" latinLnBrk="0" hangingPunct="1">
              <a:lnSpc>
                <a:spcPct val="150000"/>
              </a:lnSpc>
              <a:spcBef>
                <a:spcPts val="1000"/>
              </a:spcBef>
              <a:spcAft>
                <a:spcPts val="0"/>
              </a:spcAft>
              <a:buClrTx/>
              <a:buSzPct val="100000"/>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50000"/>
              </a:lnSpc>
              <a:spcBef>
                <a:spcPts val="1000"/>
              </a:spcBef>
              <a:spcAft>
                <a:spcPts val="0"/>
              </a:spcAft>
              <a:buClrTx/>
              <a:buSzPct val="100000"/>
              <a:buFont typeface="Arial" panose="020B0604020202020204" pitchFamily="34" charset="0"/>
              <a:buChar char="•"/>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30" name="文本占位符 3"/>
          <p:cNvSpPr>
            <a:spLocks noGrp="1"/>
          </p:cNvSpPr>
          <p:nvPr>
            <p:ph type="body" sz="quarter" idx="35" hasCustomPrompt="1"/>
          </p:nvPr>
        </p:nvSpPr>
        <p:spPr>
          <a:xfrm>
            <a:off x="3193775" y="4267804"/>
            <a:ext cx="2646596" cy="368622"/>
          </a:xfrm>
          <a:prstGeom prst="rect">
            <a:avLst/>
          </a:prstGeom>
        </p:spPr>
        <p:txBody>
          <a:bodyPr/>
          <a:lstStyle>
            <a:lvl1pPr marL="0" indent="0">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31" name="文本占位符 3"/>
          <p:cNvSpPr>
            <a:spLocks noGrp="1"/>
          </p:cNvSpPr>
          <p:nvPr>
            <p:ph type="body" sz="quarter" idx="36" hasCustomPrompt="1"/>
          </p:nvPr>
        </p:nvSpPr>
        <p:spPr>
          <a:xfrm>
            <a:off x="3193776" y="4652708"/>
            <a:ext cx="2646596" cy="845205"/>
          </a:xfrm>
          <a:prstGeom prst="rect">
            <a:avLst/>
          </a:prstGeom>
        </p:spPr>
        <p:txBody>
          <a:bodyPr/>
          <a:lstStyle>
            <a:lvl1pPr marL="0" marR="0" indent="0" algn="l" defTabSz="914400" rtl="0" eaLnBrk="1" fontAlgn="auto" latinLnBrk="0" hangingPunct="1">
              <a:lnSpc>
                <a:spcPct val="150000"/>
              </a:lnSpc>
              <a:spcBef>
                <a:spcPts val="1000"/>
              </a:spcBef>
              <a:spcAft>
                <a:spcPts val="0"/>
              </a:spcAft>
              <a:buClrTx/>
              <a:buSzPct val="100000"/>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50000"/>
              </a:lnSpc>
              <a:spcBef>
                <a:spcPts val="1000"/>
              </a:spcBef>
              <a:spcAft>
                <a:spcPts val="0"/>
              </a:spcAft>
              <a:buClrTx/>
              <a:buSzPct val="100000"/>
              <a:buFont typeface="Arial" panose="020B0604020202020204" pitchFamily="34" charset="0"/>
              <a:buChar char="•"/>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32" name="文本占位符 3"/>
          <p:cNvSpPr>
            <a:spLocks noGrp="1"/>
          </p:cNvSpPr>
          <p:nvPr>
            <p:ph type="body" sz="quarter" idx="37" hasCustomPrompt="1"/>
          </p:nvPr>
        </p:nvSpPr>
        <p:spPr>
          <a:xfrm>
            <a:off x="9037983" y="4267804"/>
            <a:ext cx="2646596" cy="368622"/>
          </a:xfrm>
          <a:prstGeom prst="rect">
            <a:avLst/>
          </a:prstGeom>
        </p:spPr>
        <p:txBody>
          <a:bodyPr/>
          <a:lstStyle>
            <a:lvl1pPr marL="0" indent="0">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33" name="文本占位符 3"/>
          <p:cNvSpPr>
            <a:spLocks noGrp="1"/>
          </p:cNvSpPr>
          <p:nvPr>
            <p:ph type="body" sz="quarter" idx="38" hasCustomPrompt="1"/>
          </p:nvPr>
        </p:nvSpPr>
        <p:spPr>
          <a:xfrm>
            <a:off x="9037984" y="4652708"/>
            <a:ext cx="2646596" cy="845205"/>
          </a:xfrm>
          <a:prstGeom prst="rect">
            <a:avLst/>
          </a:prstGeom>
        </p:spPr>
        <p:txBody>
          <a:bodyPr/>
          <a:lstStyle>
            <a:lvl1pPr marL="0" marR="0" indent="0" algn="l" defTabSz="914400" rtl="0" eaLnBrk="1" fontAlgn="auto" latinLnBrk="0" hangingPunct="1">
              <a:lnSpc>
                <a:spcPct val="150000"/>
              </a:lnSpc>
              <a:spcBef>
                <a:spcPts val="1000"/>
              </a:spcBef>
              <a:spcAft>
                <a:spcPts val="0"/>
              </a:spcAft>
              <a:buClrTx/>
              <a:buSzPct val="100000"/>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50000"/>
              </a:lnSpc>
              <a:spcBef>
                <a:spcPts val="1000"/>
              </a:spcBef>
              <a:spcAft>
                <a:spcPts val="0"/>
              </a:spcAft>
              <a:buClrTx/>
              <a:buSzPct val="100000"/>
              <a:buFont typeface="Arial" panose="020B0604020202020204" pitchFamily="34" charset="0"/>
              <a:buChar char="•"/>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34" name="文本占位符 3"/>
          <p:cNvSpPr>
            <a:spLocks noGrp="1"/>
          </p:cNvSpPr>
          <p:nvPr>
            <p:ph type="body" sz="quarter" idx="39" hasCustomPrompt="1"/>
          </p:nvPr>
        </p:nvSpPr>
        <p:spPr>
          <a:xfrm>
            <a:off x="9037983" y="1895665"/>
            <a:ext cx="2646596" cy="368622"/>
          </a:xfrm>
          <a:prstGeom prst="rect">
            <a:avLst/>
          </a:prstGeom>
        </p:spPr>
        <p:txBody>
          <a:bodyPr/>
          <a:lstStyle>
            <a:lvl1pPr marL="0" indent="0">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35" name="文本占位符 3"/>
          <p:cNvSpPr>
            <a:spLocks noGrp="1"/>
          </p:cNvSpPr>
          <p:nvPr>
            <p:ph type="body" sz="quarter" idx="40" hasCustomPrompt="1"/>
          </p:nvPr>
        </p:nvSpPr>
        <p:spPr>
          <a:xfrm>
            <a:off x="9037984" y="2280569"/>
            <a:ext cx="2646596" cy="845205"/>
          </a:xfrm>
          <a:prstGeom prst="rect">
            <a:avLst/>
          </a:prstGeom>
        </p:spPr>
        <p:txBody>
          <a:bodyPr/>
          <a:lstStyle>
            <a:lvl1pPr marL="0" marR="0" indent="0" algn="l" defTabSz="914400" rtl="0" eaLnBrk="1" fontAlgn="auto" latinLnBrk="0" hangingPunct="1">
              <a:lnSpc>
                <a:spcPct val="150000"/>
              </a:lnSpc>
              <a:spcBef>
                <a:spcPts val="1000"/>
              </a:spcBef>
              <a:spcAft>
                <a:spcPts val="0"/>
              </a:spcAft>
              <a:buClrTx/>
              <a:buSzPct val="100000"/>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50000"/>
              </a:lnSpc>
              <a:spcBef>
                <a:spcPts val="1000"/>
              </a:spcBef>
              <a:spcAft>
                <a:spcPts val="0"/>
              </a:spcAft>
              <a:buClrTx/>
              <a:buSzPct val="100000"/>
              <a:buFont typeface="Arial" panose="020B0604020202020204" pitchFamily="34" charset="0"/>
              <a:buChar char="•"/>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24"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dirty="0"/>
              <a:t>④ 内部公开 请勿外传</a:t>
            </a:r>
            <a:endParaRPr dirty="0"/>
          </a:p>
        </p:txBody>
      </p:sp>
      <p:sp>
        <p:nvSpPr>
          <p:cNvPr id="2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图文-四图1">
    <p:spTree>
      <p:nvGrpSpPr>
        <p:cNvPr id="1" name=""/>
        <p:cNvGrpSpPr/>
        <p:nvPr/>
      </p:nvGrpSpPr>
      <p:grpSpPr>
        <a:xfrm>
          <a:off x="0" y="0"/>
          <a:ext cx="0" cy="0"/>
          <a:chOff x="0" y="0"/>
          <a:chExt cx="0" cy="0"/>
        </a:xfrm>
      </p:grpSpPr>
      <p:sp>
        <p:nvSpPr>
          <p:cNvPr id="5" name="Picture Placeholder 8"/>
          <p:cNvSpPr>
            <a:spLocks noGrp="1"/>
          </p:cNvSpPr>
          <p:nvPr>
            <p:ph type="pic" sz="quarter" idx="12" hasCustomPrompt="1"/>
          </p:nvPr>
        </p:nvSpPr>
        <p:spPr>
          <a:xfrm>
            <a:off x="1033773" y="1898032"/>
            <a:ext cx="2326460" cy="2210130"/>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6" name="Picture Placeholder 8"/>
          <p:cNvSpPr>
            <a:spLocks noGrp="1"/>
          </p:cNvSpPr>
          <p:nvPr>
            <p:ph type="pic" sz="quarter" idx="13" hasCustomPrompt="1"/>
          </p:nvPr>
        </p:nvSpPr>
        <p:spPr>
          <a:xfrm>
            <a:off x="3631563" y="1898032"/>
            <a:ext cx="2326460" cy="2210130"/>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7" name="Picture Placeholder 8"/>
          <p:cNvSpPr>
            <a:spLocks noGrp="1"/>
          </p:cNvSpPr>
          <p:nvPr>
            <p:ph type="pic" sz="quarter" idx="14" hasCustomPrompt="1"/>
          </p:nvPr>
        </p:nvSpPr>
        <p:spPr>
          <a:xfrm>
            <a:off x="6229354" y="1898032"/>
            <a:ext cx="2326460" cy="2210130"/>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8" name="Picture Placeholder 8"/>
          <p:cNvSpPr>
            <a:spLocks noGrp="1"/>
          </p:cNvSpPr>
          <p:nvPr>
            <p:ph type="pic" sz="quarter" idx="15" hasCustomPrompt="1"/>
          </p:nvPr>
        </p:nvSpPr>
        <p:spPr>
          <a:xfrm>
            <a:off x="8827144" y="1898032"/>
            <a:ext cx="2326460" cy="2210130"/>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marL="228600" indent="-228600"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20" name="文本占位符 3"/>
          <p:cNvSpPr>
            <a:spLocks noGrp="1"/>
          </p:cNvSpPr>
          <p:nvPr>
            <p:ph type="body" sz="quarter" idx="23" hasCustomPrompt="1"/>
          </p:nvPr>
        </p:nvSpPr>
        <p:spPr>
          <a:xfrm>
            <a:off x="1037416" y="4499032"/>
            <a:ext cx="2391524" cy="362807"/>
          </a:xfrm>
          <a:prstGeom prst="rect">
            <a:avLst/>
          </a:prstGeom>
        </p:spPr>
        <p:txBody>
          <a:bodyPr anchor="ctr"/>
          <a:lstStyle>
            <a:lvl1pPr marL="0" indent="0" algn="ctr">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22" name="文本占位符 5"/>
          <p:cNvSpPr>
            <a:spLocks noGrp="1"/>
          </p:cNvSpPr>
          <p:nvPr>
            <p:ph type="body" sz="quarter" idx="33"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23"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30" name="文本占位符 21"/>
          <p:cNvSpPr>
            <a:spLocks noGrp="1"/>
          </p:cNvSpPr>
          <p:nvPr>
            <p:ph type="body" sz="quarter" idx="20" hasCustomPrompt="1"/>
          </p:nvPr>
        </p:nvSpPr>
        <p:spPr>
          <a:xfrm>
            <a:off x="1113183" y="4877788"/>
            <a:ext cx="2220546" cy="882032"/>
          </a:xfrm>
          <a:prstGeom prst="rect">
            <a:avLst/>
          </a:prstGeom>
        </p:spPr>
        <p:txBody>
          <a:bodyPr>
            <a:noAutofit/>
          </a:bodyPr>
          <a:lstStyle>
            <a:lvl1pPr marL="0" indent="0" algn="ctr">
              <a:lnSpc>
                <a:spcPct val="130000"/>
              </a:lnSpc>
              <a:spcBef>
                <a:spcPts val="0"/>
              </a:spcBef>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endParaRPr lang="en-US" dirty="0"/>
          </a:p>
        </p:txBody>
      </p:sp>
      <p:sp>
        <p:nvSpPr>
          <p:cNvPr id="37" name="文本占位符 3"/>
          <p:cNvSpPr>
            <a:spLocks noGrp="1"/>
          </p:cNvSpPr>
          <p:nvPr>
            <p:ph type="body" sz="quarter" idx="34" hasCustomPrompt="1"/>
          </p:nvPr>
        </p:nvSpPr>
        <p:spPr>
          <a:xfrm>
            <a:off x="3621590" y="4499032"/>
            <a:ext cx="2391524" cy="362807"/>
          </a:xfrm>
          <a:prstGeom prst="rect">
            <a:avLst/>
          </a:prstGeom>
        </p:spPr>
        <p:txBody>
          <a:bodyPr anchor="ctr"/>
          <a:lstStyle>
            <a:lvl1pPr marL="0" indent="0" algn="ctr">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38" name="文本占位符 21"/>
          <p:cNvSpPr>
            <a:spLocks noGrp="1"/>
          </p:cNvSpPr>
          <p:nvPr>
            <p:ph type="body" sz="quarter" idx="35" hasCustomPrompt="1"/>
          </p:nvPr>
        </p:nvSpPr>
        <p:spPr>
          <a:xfrm>
            <a:off x="3697357" y="4877788"/>
            <a:ext cx="2220546" cy="882032"/>
          </a:xfrm>
          <a:prstGeom prst="rect">
            <a:avLst/>
          </a:prstGeom>
        </p:spPr>
        <p:txBody>
          <a:bodyPr>
            <a:noAutofit/>
          </a:bodyPr>
          <a:lstStyle>
            <a:lvl1pPr marL="0" indent="0" algn="ctr">
              <a:lnSpc>
                <a:spcPct val="130000"/>
              </a:lnSpc>
              <a:spcBef>
                <a:spcPts val="0"/>
              </a:spcBef>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endParaRPr lang="en-US" dirty="0"/>
          </a:p>
        </p:txBody>
      </p:sp>
      <p:sp>
        <p:nvSpPr>
          <p:cNvPr id="39" name="文本占位符 3"/>
          <p:cNvSpPr>
            <a:spLocks noGrp="1"/>
          </p:cNvSpPr>
          <p:nvPr>
            <p:ph type="body" sz="quarter" idx="36" hasCustomPrompt="1"/>
          </p:nvPr>
        </p:nvSpPr>
        <p:spPr>
          <a:xfrm>
            <a:off x="6192512" y="4499032"/>
            <a:ext cx="2391524" cy="362807"/>
          </a:xfrm>
          <a:prstGeom prst="rect">
            <a:avLst/>
          </a:prstGeom>
        </p:spPr>
        <p:txBody>
          <a:bodyPr anchor="ctr"/>
          <a:lstStyle>
            <a:lvl1pPr marL="0" indent="0" algn="ctr">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40" name="文本占位符 21"/>
          <p:cNvSpPr>
            <a:spLocks noGrp="1"/>
          </p:cNvSpPr>
          <p:nvPr>
            <p:ph type="body" sz="quarter" idx="37" hasCustomPrompt="1"/>
          </p:nvPr>
        </p:nvSpPr>
        <p:spPr>
          <a:xfrm>
            <a:off x="6268279" y="4877788"/>
            <a:ext cx="2220546" cy="882032"/>
          </a:xfrm>
          <a:prstGeom prst="rect">
            <a:avLst/>
          </a:prstGeom>
        </p:spPr>
        <p:txBody>
          <a:bodyPr>
            <a:noAutofit/>
          </a:bodyPr>
          <a:lstStyle>
            <a:lvl1pPr marL="0" indent="0" algn="ctr">
              <a:lnSpc>
                <a:spcPct val="130000"/>
              </a:lnSpc>
              <a:spcBef>
                <a:spcPts val="0"/>
              </a:spcBef>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endParaRPr lang="en-US" dirty="0"/>
          </a:p>
        </p:txBody>
      </p:sp>
      <p:sp>
        <p:nvSpPr>
          <p:cNvPr id="41" name="文本占位符 3"/>
          <p:cNvSpPr>
            <a:spLocks noGrp="1"/>
          </p:cNvSpPr>
          <p:nvPr>
            <p:ph type="body" sz="quarter" idx="38" hasCustomPrompt="1"/>
          </p:nvPr>
        </p:nvSpPr>
        <p:spPr>
          <a:xfrm>
            <a:off x="8803190" y="4499032"/>
            <a:ext cx="2391524" cy="362807"/>
          </a:xfrm>
          <a:prstGeom prst="rect">
            <a:avLst/>
          </a:prstGeom>
        </p:spPr>
        <p:txBody>
          <a:bodyPr anchor="ctr"/>
          <a:lstStyle>
            <a:lvl1pPr marL="0" indent="0" algn="ctr">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42" name="文本占位符 21"/>
          <p:cNvSpPr>
            <a:spLocks noGrp="1"/>
          </p:cNvSpPr>
          <p:nvPr>
            <p:ph type="body" sz="quarter" idx="39" hasCustomPrompt="1"/>
          </p:nvPr>
        </p:nvSpPr>
        <p:spPr>
          <a:xfrm>
            <a:off x="8878957" y="4877788"/>
            <a:ext cx="2220546" cy="882032"/>
          </a:xfrm>
          <a:prstGeom prst="rect">
            <a:avLst/>
          </a:prstGeom>
        </p:spPr>
        <p:txBody>
          <a:bodyPr>
            <a:noAutofit/>
          </a:bodyPr>
          <a:lstStyle>
            <a:lvl1pPr marL="0" indent="0" algn="ctr">
              <a:lnSpc>
                <a:spcPct val="130000"/>
              </a:lnSpc>
              <a:spcBef>
                <a:spcPts val="0"/>
              </a:spcBef>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endParaRPr lang="en-US" dirty="0"/>
          </a:p>
        </p:txBody>
      </p:sp>
      <p:sp>
        <p:nvSpPr>
          <p:cNvPr id="24"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dirty="0"/>
              <a:t>④ 内部公开 请勿外传</a:t>
            </a:r>
            <a:endParaRPr dirty="0"/>
          </a:p>
        </p:txBody>
      </p:sp>
      <p:sp>
        <p:nvSpPr>
          <p:cNvPr id="2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pic>
        <p:nvPicPr>
          <p:cNvPr id="19" name="图片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图文-四图3">
    <p:spTree>
      <p:nvGrpSpPr>
        <p:cNvPr id="1" name=""/>
        <p:cNvGrpSpPr/>
        <p:nvPr/>
      </p:nvGrpSpPr>
      <p:grpSpPr>
        <a:xfrm>
          <a:off x="0" y="0"/>
          <a:ext cx="0" cy="0"/>
          <a:chOff x="0" y="0"/>
          <a:chExt cx="0" cy="0"/>
        </a:xfrm>
      </p:grpSpPr>
      <p:sp>
        <p:nvSpPr>
          <p:cNvPr id="4" name="Picture Placeholder 8"/>
          <p:cNvSpPr>
            <a:spLocks noGrp="1"/>
          </p:cNvSpPr>
          <p:nvPr>
            <p:ph type="pic" sz="quarter" idx="14" hasCustomPrompt="1"/>
          </p:nvPr>
        </p:nvSpPr>
        <p:spPr>
          <a:xfrm>
            <a:off x="9212453" y="171309"/>
            <a:ext cx="2809185" cy="3146670"/>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5" name="Picture Placeholder 8"/>
          <p:cNvSpPr>
            <a:spLocks noGrp="1"/>
          </p:cNvSpPr>
          <p:nvPr>
            <p:ph type="pic" sz="quarter" idx="13" hasCustomPrompt="1"/>
          </p:nvPr>
        </p:nvSpPr>
        <p:spPr>
          <a:xfrm>
            <a:off x="6056725" y="3488365"/>
            <a:ext cx="2979542" cy="3210899"/>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7" name="Picture Placeholder 8"/>
          <p:cNvSpPr>
            <a:spLocks noGrp="1"/>
          </p:cNvSpPr>
          <p:nvPr>
            <p:ph type="pic" sz="quarter" idx="15" hasCustomPrompt="1"/>
          </p:nvPr>
        </p:nvSpPr>
        <p:spPr>
          <a:xfrm>
            <a:off x="6056725" y="171309"/>
            <a:ext cx="2979542" cy="3146670"/>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8" name="Picture Placeholder 8"/>
          <p:cNvSpPr>
            <a:spLocks noGrp="1"/>
          </p:cNvSpPr>
          <p:nvPr>
            <p:ph type="pic" sz="quarter" idx="16" hasCustomPrompt="1"/>
          </p:nvPr>
        </p:nvSpPr>
        <p:spPr>
          <a:xfrm>
            <a:off x="9212453" y="3488363"/>
            <a:ext cx="2809185" cy="3210899"/>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10" name="文本占位符 10"/>
          <p:cNvSpPr>
            <a:spLocks noGrp="1"/>
          </p:cNvSpPr>
          <p:nvPr>
            <p:ph type="body" sz="quarter" idx="18" hasCustomPrompt="1"/>
          </p:nvPr>
        </p:nvSpPr>
        <p:spPr>
          <a:xfrm>
            <a:off x="416854" y="2533642"/>
            <a:ext cx="2521977" cy="434975"/>
          </a:xfrm>
          <a:prstGeom prst="rect">
            <a:avLst/>
          </a:prstGeom>
        </p:spPr>
        <p:txBody>
          <a:bodyPr/>
          <a:lstStyle>
            <a:lvl1pPr marL="0" indent="0">
              <a:buNone/>
              <a:defRPr sz="2200" b="0" i="0">
                <a:solidFill>
                  <a:srgbClr val="1771EB"/>
                </a:solidFill>
                <a:latin typeface="微软雅黑" panose="020B0503020204020204" charset="-122"/>
                <a:ea typeface="微软雅黑" panose="020B0503020204020204" charset="-122"/>
              </a:defRPr>
            </a:lvl1pPr>
          </a:lstStyle>
          <a:p>
            <a:pPr lvl="0"/>
            <a:r>
              <a:rPr kumimoji="1" lang="zh-CN" altLang="en-US" dirty="0"/>
              <a:t>段落标题 </a:t>
            </a:r>
            <a:r>
              <a:rPr kumimoji="1" lang="en-US" altLang="zh-CN" dirty="0"/>
              <a:t>22</a:t>
            </a:r>
            <a:r>
              <a:rPr kumimoji="1" lang="zh-CN" altLang="en-US" dirty="0"/>
              <a:t>磅</a:t>
            </a:r>
          </a:p>
        </p:txBody>
      </p:sp>
      <p:sp>
        <p:nvSpPr>
          <p:cNvPr id="15" name="文本占位符 3"/>
          <p:cNvSpPr>
            <a:spLocks noGrp="1"/>
          </p:cNvSpPr>
          <p:nvPr>
            <p:ph type="body" sz="quarter" idx="24" hasCustomPrompt="1"/>
          </p:nvPr>
        </p:nvSpPr>
        <p:spPr>
          <a:xfrm>
            <a:off x="414057" y="3041568"/>
            <a:ext cx="3349560" cy="552822"/>
          </a:xfrm>
          <a:prstGeom prst="rect">
            <a:avLst/>
          </a:prstGeom>
        </p:spPr>
        <p:txBody>
          <a:bodyPr anchor="t"/>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11" name="Title 2"/>
          <p:cNvSpPr>
            <a:spLocks noGrp="1"/>
          </p:cNvSpPr>
          <p:nvPr>
            <p:ph type="title" hasCustomPrompt="1"/>
          </p:nvPr>
        </p:nvSpPr>
        <p:spPr>
          <a:xfrm>
            <a:off x="398094" y="210672"/>
            <a:ext cx="5658631"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2" name="文本占位符 5"/>
          <p:cNvSpPr>
            <a:spLocks noGrp="1"/>
          </p:cNvSpPr>
          <p:nvPr>
            <p:ph type="body" sz="quarter" idx="30"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图文-六图1">
    <p:spTree>
      <p:nvGrpSpPr>
        <p:cNvPr id="1" name=""/>
        <p:cNvGrpSpPr/>
        <p:nvPr/>
      </p:nvGrpSpPr>
      <p:grpSpPr>
        <a:xfrm>
          <a:off x="0" y="0"/>
          <a:ext cx="0" cy="0"/>
          <a:chOff x="0" y="0"/>
          <a:chExt cx="0" cy="0"/>
        </a:xfrm>
      </p:grpSpPr>
      <p:sp>
        <p:nvSpPr>
          <p:cNvPr id="11" name="图片占位符 2"/>
          <p:cNvSpPr>
            <a:spLocks noGrp="1"/>
          </p:cNvSpPr>
          <p:nvPr>
            <p:ph type="pic" sz="quarter" idx="15" hasCustomPrompt="1"/>
          </p:nvPr>
        </p:nvSpPr>
        <p:spPr>
          <a:xfrm>
            <a:off x="856451" y="1856208"/>
            <a:ext cx="3240741" cy="207568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zh-CN" altLang="en-US" sz="800" dirty="0">
                <a:solidFill>
                  <a:schemeClr val="bg1"/>
                </a:solidFill>
              </a:defRPr>
            </a:lvl1pPr>
          </a:lstStyle>
          <a:p>
            <a:pPr marL="0" lvl="0" indent="0" algn="ctr">
              <a:buNone/>
            </a:pPr>
            <a:r>
              <a:rPr kumimoji="1" lang="zh-CN" altLang="en-US" dirty="0"/>
              <a:t>点击添加图片</a:t>
            </a:r>
          </a:p>
        </p:txBody>
      </p:sp>
      <p:sp>
        <p:nvSpPr>
          <p:cNvPr id="22" name="图片占位符 2"/>
          <p:cNvSpPr>
            <a:spLocks noGrp="1"/>
          </p:cNvSpPr>
          <p:nvPr>
            <p:ph type="pic" sz="quarter" idx="16" hasCustomPrompt="1"/>
          </p:nvPr>
        </p:nvSpPr>
        <p:spPr>
          <a:xfrm>
            <a:off x="4475630" y="1856207"/>
            <a:ext cx="3240741" cy="207568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zh-CN" altLang="en-US" sz="800" dirty="0">
                <a:solidFill>
                  <a:schemeClr val="bg1"/>
                </a:solidFill>
              </a:defRPr>
            </a:lvl1pPr>
          </a:lstStyle>
          <a:p>
            <a:pPr marL="0" lvl="0" indent="0" algn="ctr">
              <a:buNone/>
            </a:pPr>
            <a:r>
              <a:rPr kumimoji="1" lang="zh-CN" altLang="en-US" dirty="0"/>
              <a:t>点击添加图片</a:t>
            </a:r>
          </a:p>
        </p:txBody>
      </p:sp>
      <p:sp>
        <p:nvSpPr>
          <p:cNvPr id="23" name="图片占位符 2"/>
          <p:cNvSpPr>
            <a:spLocks noGrp="1"/>
          </p:cNvSpPr>
          <p:nvPr>
            <p:ph type="pic" sz="quarter" idx="17" hasCustomPrompt="1"/>
          </p:nvPr>
        </p:nvSpPr>
        <p:spPr>
          <a:xfrm>
            <a:off x="8094809" y="1856206"/>
            <a:ext cx="3240741" cy="207568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zh-CN" altLang="en-US" sz="800" dirty="0">
                <a:solidFill>
                  <a:schemeClr val="bg1"/>
                </a:solidFill>
              </a:defRPr>
            </a:lvl1pPr>
          </a:lstStyle>
          <a:p>
            <a:pPr marL="0" lvl="0" indent="0" algn="ctr">
              <a:buNone/>
            </a:pPr>
            <a:r>
              <a:rPr kumimoji="1" lang="zh-CN" altLang="en-US" dirty="0"/>
              <a:t>点击添加图片</a:t>
            </a:r>
          </a:p>
        </p:txBody>
      </p:sp>
      <p:sp>
        <p:nvSpPr>
          <p:cNvPr id="24" name="图片占位符 2"/>
          <p:cNvSpPr>
            <a:spLocks noGrp="1"/>
          </p:cNvSpPr>
          <p:nvPr>
            <p:ph type="pic" sz="quarter" idx="18" hasCustomPrompt="1"/>
          </p:nvPr>
        </p:nvSpPr>
        <p:spPr>
          <a:xfrm>
            <a:off x="856451" y="4300266"/>
            <a:ext cx="3240741" cy="207568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marL="0" indent="0" algn="ctr">
              <a:buFontTx/>
              <a:buNone/>
              <a:defRPr kumimoji="1" lang="zh-CN" altLang="en-US" sz="800" dirty="0">
                <a:solidFill>
                  <a:schemeClr val="bg1"/>
                </a:solidFill>
              </a:defRPr>
            </a:lvl1pPr>
          </a:lstStyle>
          <a:p>
            <a:pPr marL="317500" lvl="0" indent="-317500" algn="ctr"/>
            <a:r>
              <a:rPr kumimoji="1" lang="zh-CN" altLang="en-US" dirty="0"/>
              <a:t>点击添加图片</a:t>
            </a:r>
          </a:p>
        </p:txBody>
      </p:sp>
      <p:sp>
        <p:nvSpPr>
          <p:cNvPr id="26" name="图片占位符 2"/>
          <p:cNvSpPr>
            <a:spLocks noGrp="1"/>
          </p:cNvSpPr>
          <p:nvPr>
            <p:ph type="pic" sz="quarter" idx="19" hasCustomPrompt="1"/>
          </p:nvPr>
        </p:nvSpPr>
        <p:spPr>
          <a:xfrm>
            <a:off x="4475630" y="4300265"/>
            <a:ext cx="3240741" cy="207568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zh-CN" altLang="en-US" sz="800" dirty="0">
                <a:solidFill>
                  <a:schemeClr val="bg1"/>
                </a:solidFill>
              </a:defRPr>
            </a:lvl1pPr>
          </a:lstStyle>
          <a:p>
            <a:pPr marL="0" lvl="0" indent="0" algn="ctr">
              <a:buNone/>
            </a:pPr>
            <a:r>
              <a:rPr kumimoji="1" lang="zh-CN" altLang="en-US" dirty="0"/>
              <a:t>点击添加图片</a:t>
            </a:r>
          </a:p>
        </p:txBody>
      </p:sp>
      <p:sp>
        <p:nvSpPr>
          <p:cNvPr id="27" name="图片占位符 2"/>
          <p:cNvSpPr>
            <a:spLocks noGrp="1"/>
          </p:cNvSpPr>
          <p:nvPr>
            <p:ph type="pic" sz="quarter" idx="20" hasCustomPrompt="1"/>
          </p:nvPr>
        </p:nvSpPr>
        <p:spPr>
          <a:xfrm>
            <a:off x="8094809" y="4300264"/>
            <a:ext cx="3240741" cy="207568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zh-CN" altLang="en-US" sz="800" dirty="0">
                <a:solidFill>
                  <a:schemeClr val="bg1"/>
                </a:solidFill>
              </a:defRPr>
            </a:lvl1pPr>
          </a:lstStyle>
          <a:p>
            <a:pPr marL="0" lvl="0" indent="0" algn="ctr">
              <a:buNone/>
            </a:pPr>
            <a:r>
              <a:rPr kumimoji="1" lang="zh-CN" altLang="en-US" dirty="0"/>
              <a:t>点击添加图片</a:t>
            </a:r>
          </a:p>
        </p:txBody>
      </p:sp>
      <p:sp>
        <p:nvSpPr>
          <p:cNvPr id="13" name="文本占位符 5"/>
          <p:cNvSpPr>
            <a:spLocks noGrp="1"/>
          </p:cNvSpPr>
          <p:nvPr>
            <p:ph type="body" sz="quarter" idx="30"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16"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8"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dirty="0"/>
              <a:t>④ 内部公开 请勿外传</a:t>
            </a:r>
            <a:endParaRPr dirty="0"/>
          </a:p>
        </p:txBody>
      </p:sp>
      <p:sp>
        <p:nvSpPr>
          <p:cNvPr id="19"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图文-多图1">
    <p:spTree>
      <p:nvGrpSpPr>
        <p:cNvPr id="1" name=""/>
        <p:cNvGrpSpPr/>
        <p:nvPr/>
      </p:nvGrpSpPr>
      <p:grpSpPr>
        <a:xfrm>
          <a:off x="0" y="0"/>
          <a:ext cx="0" cy="0"/>
          <a:chOff x="0" y="0"/>
          <a:chExt cx="0" cy="0"/>
        </a:xfrm>
      </p:grpSpPr>
      <p:sp>
        <p:nvSpPr>
          <p:cNvPr id="10" name="Rectangle 23"/>
          <p:cNvSpPr/>
          <p:nvPr userDrawn="1"/>
        </p:nvSpPr>
        <p:spPr>
          <a:xfrm>
            <a:off x="3975945" y="1231556"/>
            <a:ext cx="2303162" cy="2303462"/>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87963" bIns="287963" rtlCol="0" anchor="b"/>
          <a:lstStyle/>
          <a:p>
            <a:pPr marL="0" marR="0" lvl="0" indent="0" algn="ctr" defTabSz="412750" rtl="0" eaLnBrk="1" fontAlgn="auto" latinLnBrk="0" hangingPunct="0">
              <a:lnSpc>
                <a:spcPct val="100000"/>
              </a:lnSpc>
              <a:spcBef>
                <a:spcPts val="0"/>
              </a:spcBef>
              <a:spcAft>
                <a:spcPts val="0"/>
              </a:spcAft>
              <a:buClrTx/>
              <a:buSzTx/>
              <a:buFontTx/>
              <a:buNone/>
              <a:defRPr/>
            </a:pPr>
            <a:endParaRPr kumimoji="0" lang="en-US" sz="32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Helvetica Neue"/>
            </a:endParaRPr>
          </a:p>
        </p:txBody>
      </p:sp>
      <p:sp>
        <p:nvSpPr>
          <p:cNvPr id="14" name="文本占位符 3"/>
          <p:cNvSpPr>
            <a:spLocks noGrp="1"/>
          </p:cNvSpPr>
          <p:nvPr>
            <p:ph type="body" sz="quarter" idx="25" hasCustomPrompt="1"/>
          </p:nvPr>
        </p:nvSpPr>
        <p:spPr>
          <a:xfrm>
            <a:off x="4085359" y="1547479"/>
            <a:ext cx="2073381" cy="492406"/>
          </a:xfrm>
          <a:prstGeom prst="rect">
            <a:avLst/>
          </a:prstGeom>
        </p:spPr>
        <p:txBody>
          <a:bodyPr anchor="ctr"/>
          <a:lstStyle>
            <a:lvl1pPr marL="0" indent="0" algn="ctr">
              <a:buNone/>
              <a:defRPr sz="1800" b="0" i="0">
                <a:solidFill>
                  <a:schemeClr val="bg1"/>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15" name="文本占位符 3"/>
          <p:cNvSpPr>
            <a:spLocks noGrp="1"/>
          </p:cNvSpPr>
          <p:nvPr>
            <p:ph type="body" sz="quarter" idx="26" hasCustomPrompt="1"/>
          </p:nvPr>
        </p:nvSpPr>
        <p:spPr>
          <a:xfrm>
            <a:off x="4085359" y="2142412"/>
            <a:ext cx="2073381" cy="905587"/>
          </a:xfrm>
          <a:prstGeom prst="rect">
            <a:avLst/>
          </a:prstGeom>
        </p:spPr>
        <p:txBody>
          <a:bodyPr anchor="t"/>
          <a:lstStyle>
            <a:lvl1pPr marL="0" indent="0" algn="ctr">
              <a:lnSpc>
                <a:spcPct val="150000"/>
              </a:lnSpc>
              <a:buNone/>
              <a:defRPr sz="1200" b="0" i="0">
                <a:solidFill>
                  <a:schemeClr val="bg1"/>
                </a:solidFill>
                <a:latin typeface="微软雅黑" panose="020B0503020204020204" charset="-122"/>
                <a:ea typeface="微软雅黑" panose="020B0503020204020204" charset="-122"/>
              </a:defRPr>
            </a:lvl1pPr>
            <a:lvl3pPr marL="635000" indent="0">
              <a:buNone/>
              <a:defRPr/>
            </a:lvl3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倍（图片为示意，请根据实际替换）</a:t>
            </a:r>
            <a:endParaRPr lang="en-US" altLang="zh-CN" dirty="0"/>
          </a:p>
        </p:txBody>
      </p:sp>
      <p:sp>
        <p:nvSpPr>
          <p:cNvPr id="4" name="Picture Placeholder 8"/>
          <p:cNvSpPr>
            <a:spLocks noGrp="1"/>
          </p:cNvSpPr>
          <p:nvPr>
            <p:ph type="pic" sz="quarter" idx="30" hasCustomPrompt="1"/>
          </p:nvPr>
        </p:nvSpPr>
        <p:spPr>
          <a:xfrm>
            <a:off x="1534674" y="1231556"/>
            <a:ext cx="2303462" cy="2303462"/>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5" name="Picture Placeholder 8"/>
          <p:cNvSpPr>
            <a:spLocks noGrp="1"/>
          </p:cNvSpPr>
          <p:nvPr>
            <p:ph type="pic" sz="quarter" idx="31" hasCustomPrompt="1"/>
          </p:nvPr>
        </p:nvSpPr>
        <p:spPr>
          <a:xfrm>
            <a:off x="1534675" y="3681977"/>
            <a:ext cx="2830450" cy="2697843"/>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7" name="Picture Placeholder 8"/>
          <p:cNvSpPr>
            <a:spLocks noGrp="1"/>
          </p:cNvSpPr>
          <p:nvPr>
            <p:ph type="pic" sz="quarter" idx="33" hasCustomPrompt="1"/>
          </p:nvPr>
        </p:nvSpPr>
        <p:spPr>
          <a:xfrm>
            <a:off x="7849748" y="3681977"/>
            <a:ext cx="2830450" cy="2697843"/>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8" name="Picture Placeholder 8"/>
          <p:cNvSpPr>
            <a:spLocks noGrp="1"/>
          </p:cNvSpPr>
          <p:nvPr>
            <p:ph type="pic" sz="quarter" idx="34" hasCustomPrompt="1"/>
          </p:nvPr>
        </p:nvSpPr>
        <p:spPr>
          <a:xfrm>
            <a:off x="6416917" y="1231556"/>
            <a:ext cx="4263283" cy="2303462"/>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9" name="Picture Placeholder 8"/>
          <p:cNvSpPr>
            <a:spLocks noGrp="1"/>
          </p:cNvSpPr>
          <p:nvPr>
            <p:ph type="pic" sz="quarter" idx="35" hasCustomPrompt="1"/>
          </p:nvPr>
        </p:nvSpPr>
        <p:spPr>
          <a:xfrm>
            <a:off x="4514638" y="3681977"/>
            <a:ext cx="3185597" cy="2697843"/>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16" name="文本占位符 5"/>
          <p:cNvSpPr>
            <a:spLocks noGrp="1"/>
          </p:cNvSpPr>
          <p:nvPr>
            <p:ph type="body" sz="quarter" idx="36"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17"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21"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dirty="0"/>
              <a:t>④ 内部公开 请勿外传</a:t>
            </a:r>
            <a:endParaRPr dirty="0"/>
          </a:p>
        </p:txBody>
      </p:sp>
      <p:sp>
        <p:nvSpPr>
          <p:cNvPr id="22"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pic>
        <p:nvPicPr>
          <p:cNvPr id="18" name="图片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图文-四图4">
    <p:spTree>
      <p:nvGrpSpPr>
        <p:cNvPr id="1" name=""/>
        <p:cNvGrpSpPr/>
        <p:nvPr/>
      </p:nvGrpSpPr>
      <p:grpSpPr>
        <a:xfrm>
          <a:off x="0" y="0"/>
          <a:ext cx="0" cy="0"/>
          <a:chOff x="0" y="0"/>
          <a:chExt cx="0" cy="0"/>
        </a:xfrm>
      </p:grpSpPr>
      <p:sp>
        <p:nvSpPr>
          <p:cNvPr id="8" name="图片占位符 7"/>
          <p:cNvSpPr>
            <a:spLocks noGrp="1"/>
          </p:cNvSpPr>
          <p:nvPr>
            <p:ph type="pic" sz="quarter" idx="11" hasCustomPrompt="1"/>
          </p:nvPr>
        </p:nvSpPr>
        <p:spPr>
          <a:xfrm>
            <a:off x="-7256" y="-9000"/>
            <a:ext cx="3023606" cy="6876000"/>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9" name="图片占位符 7"/>
          <p:cNvSpPr>
            <a:spLocks noGrp="1"/>
          </p:cNvSpPr>
          <p:nvPr>
            <p:ph type="pic" sz="quarter" idx="12" hasCustomPrompt="1"/>
          </p:nvPr>
        </p:nvSpPr>
        <p:spPr>
          <a:xfrm>
            <a:off x="3052122" y="-9000"/>
            <a:ext cx="3023606" cy="6876000"/>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0" name="图片占位符 7"/>
          <p:cNvSpPr>
            <a:spLocks noGrp="1"/>
          </p:cNvSpPr>
          <p:nvPr>
            <p:ph type="pic" sz="quarter" idx="13" hasCustomPrompt="1"/>
          </p:nvPr>
        </p:nvSpPr>
        <p:spPr>
          <a:xfrm>
            <a:off x="6111499" y="-9000"/>
            <a:ext cx="3023606" cy="6876000"/>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1" name="图片占位符 7"/>
          <p:cNvSpPr>
            <a:spLocks noGrp="1"/>
          </p:cNvSpPr>
          <p:nvPr>
            <p:ph type="pic" sz="quarter" idx="14" hasCustomPrompt="1"/>
          </p:nvPr>
        </p:nvSpPr>
        <p:spPr>
          <a:xfrm>
            <a:off x="9170878" y="-9000"/>
            <a:ext cx="3023606" cy="6876000"/>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marL="0" indent="0" algn="ctr">
              <a:buNone/>
              <a:defRPr kumimoji="1" lang="zh-CN" altLang="en-US" sz="800">
                <a:solidFill>
                  <a:schemeClr val="bg1"/>
                </a:solidFill>
              </a:defRPr>
            </a:lvl1pPr>
          </a:lstStyle>
          <a:p>
            <a:pPr marL="317500" lvl="0" indent="-317500" algn="ctr"/>
            <a:r>
              <a:rPr kumimoji="1" lang="zh-CN" altLang="en-US" dirty="0"/>
              <a:t>点击添加图片</a:t>
            </a:r>
          </a:p>
        </p:txBody>
      </p:sp>
      <p:sp>
        <p:nvSpPr>
          <p:cNvPr id="7" name="矩形"/>
          <p:cNvSpPr/>
          <p:nvPr userDrawn="1"/>
        </p:nvSpPr>
        <p:spPr>
          <a:xfrm>
            <a:off x="794" y="3388466"/>
            <a:ext cx="12190412" cy="3481410"/>
          </a:xfrm>
          <a:prstGeom prst="rect">
            <a:avLst/>
          </a:prstGeom>
          <a:gradFill>
            <a:gsLst>
              <a:gs pos="0">
                <a:srgbClr val="000000">
                  <a:alpha val="0"/>
                </a:srgbClr>
              </a:gs>
              <a:gs pos="100000">
                <a:srgbClr val="000000"/>
              </a:gs>
            </a:gsLst>
            <a:lin ang="5400000"/>
          </a:gradFill>
          <a:ln w="12700">
            <a:miter lim="400000"/>
          </a:ln>
        </p:spPr>
        <p:txBody>
          <a:bodyPr lIns="25397" tIns="25397" rIns="25397" bIns="25397" anchor="ctr"/>
          <a:lstStyle/>
          <a:p>
            <a:pPr>
              <a:defRPr sz="3200">
                <a:solidFill>
                  <a:srgbClr val="000000"/>
                </a:solidFill>
                <a:latin typeface="Helvetica Neue Medium"/>
                <a:ea typeface="Helvetica Neue Medium"/>
                <a:cs typeface="Helvetica Neue Medium"/>
                <a:sym typeface="Helvetica Neue Medium"/>
              </a:defRPr>
            </a:pPr>
            <a:endParaRPr sz="1600" b="0" i="0" dirty="0">
              <a:latin typeface="微软雅黑" panose="020B0503020204020204" charset="-122"/>
              <a:ea typeface="微软雅黑" panose="020B0503020204020204" charset="-122"/>
              <a:cs typeface="Helvetica Neue Medium"/>
              <a:sym typeface="Helvetica Neue Medium"/>
            </a:endParaRPr>
          </a:p>
        </p:txBody>
      </p:sp>
      <p:sp>
        <p:nvSpPr>
          <p:cNvPr id="17"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8" name="文本占位符 5"/>
          <p:cNvSpPr>
            <a:spLocks noGrp="1"/>
          </p:cNvSpPr>
          <p:nvPr>
            <p:ph type="body" sz="quarter" idx="31" hasCustomPrompt="1"/>
          </p:nvPr>
        </p:nvSpPr>
        <p:spPr>
          <a:xfrm>
            <a:off x="398094" y="682625"/>
            <a:ext cx="7793672" cy="285046"/>
          </a:xfrm>
          <a:prstGeom prst="rect">
            <a:avLst/>
          </a:prstGeom>
        </p:spPr>
        <p:txBody>
          <a:bodyPr>
            <a:noAutofit/>
          </a:bodyPr>
          <a:lstStyle>
            <a:lvl1pPr marL="0" indent="0">
              <a:buNone/>
              <a:defRPr sz="1600" b="0" i="0">
                <a:solidFill>
                  <a:schemeClr val="bg1"/>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19" name="文本占位符 3"/>
          <p:cNvSpPr>
            <a:spLocks noGrp="1"/>
          </p:cNvSpPr>
          <p:nvPr>
            <p:ph type="body" sz="quarter" idx="32" hasCustomPrompt="1"/>
          </p:nvPr>
        </p:nvSpPr>
        <p:spPr>
          <a:xfrm>
            <a:off x="525113" y="5006131"/>
            <a:ext cx="2073381" cy="492406"/>
          </a:xfrm>
          <a:prstGeom prst="rect">
            <a:avLst/>
          </a:prstGeom>
        </p:spPr>
        <p:txBody>
          <a:bodyPr anchor="ctr"/>
          <a:lstStyle>
            <a:lvl1pPr marL="0" indent="0" algn="ctr">
              <a:buNone/>
              <a:defRPr sz="1800" b="0" i="0">
                <a:solidFill>
                  <a:schemeClr val="bg1"/>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29" name="文本占位符 3"/>
          <p:cNvSpPr>
            <a:spLocks noGrp="1"/>
          </p:cNvSpPr>
          <p:nvPr>
            <p:ph type="body" sz="quarter" idx="33" hasCustomPrompt="1"/>
          </p:nvPr>
        </p:nvSpPr>
        <p:spPr>
          <a:xfrm>
            <a:off x="525113" y="5529989"/>
            <a:ext cx="2073381" cy="905587"/>
          </a:xfrm>
          <a:prstGeom prst="rect">
            <a:avLst/>
          </a:prstGeom>
        </p:spPr>
        <p:txBody>
          <a:bodyPr anchor="t"/>
          <a:lstStyle>
            <a:lvl1pPr marL="0" indent="0" algn="ctr">
              <a:lnSpc>
                <a:spcPct val="150000"/>
              </a:lnSpc>
              <a:buNone/>
              <a:defRPr sz="1200" b="0" i="0">
                <a:solidFill>
                  <a:schemeClr val="bg1"/>
                </a:solidFill>
                <a:latin typeface="微软雅黑" panose="020B0503020204020204" charset="-122"/>
                <a:ea typeface="微软雅黑" panose="020B0503020204020204" charset="-122"/>
              </a:defRPr>
            </a:lvl1pPr>
            <a:lvl3pPr marL="635000" indent="0">
              <a:buNone/>
              <a:defRPr/>
            </a:lvl3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倍（图片为示意，请根据实际替换）</a:t>
            </a:r>
            <a:endParaRPr lang="en-US" altLang="zh-CN" dirty="0"/>
          </a:p>
        </p:txBody>
      </p:sp>
      <p:sp>
        <p:nvSpPr>
          <p:cNvPr id="30" name="文本占位符 3"/>
          <p:cNvSpPr>
            <a:spLocks noGrp="1"/>
          </p:cNvSpPr>
          <p:nvPr>
            <p:ph type="body" sz="quarter" idx="34" hasCustomPrompt="1"/>
          </p:nvPr>
        </p:nvSpPr>
        <p:spPr>
          <a:xfrm>
            <a:off x="3525488" y="5006131"/>
            <a:ext cx="2073381" cy="492406"/>
          </a:xfrm>
          <a:prstGeom prst="rect">
            <a:avLst/>
          </a:prstGeom>
        </p:spPr>
        <p:txBody>
          <a:bodyPr anchor="ctr"/>
          <a:lstStyle>
            <a:lvl1pPr marL="0" indent="0" algn="ctr">
              <a:buNone/>
              <a:defRPr sz="1800" b="0" i="0">
                <a:solidFill>
                  <a:schemeClr val="bg1"/>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31" name="文本占位符 3"/>
          <p:cNvSpPr>
            <a:spLocks noGrp="1"/>
          </p:cNvSpPr>
          <p:nvPr>
            <p:ph type="body" sz="quarter" idx="35" hasCustomPrompt="1"/>
          </p:nvPr>
        </p:nvSpPr>
        <p:spPr>
          <a:xfrm>
            <a:off x="3525488" y="5529989"/>
            <a:ext cx="2073381" cy="905587"/>
          </a:xfrm>
          <a:prstGeom prst="rect">
            <a:avLst/>
          </a:prstGeom>
        </p:spPr>
        <p:txBody>
          <a:bodyPr anchor="t"/>
          <a:lstStyle>
            <a:lvl1pPr marL="0" indent="0" algn="ctr">
              <a:lnSpc>
                <a:spcPct val="150000"/>
              </a:lnSpc>
              <a:buNone/>
              <a:defRPr sz="1200" b="0" i="0">
                <a:solidFill>
                  <a:schemeClr val="bg1"/>
                </a:solidFill>
                <a:latin typeface="微软雅黑" panose="020B0503020204020204" charset="-122"/>
                <a:ea typeface="微软雅黑" panose="020B0503020204020204" charset="-122"/>
              </a:defRPr>
            </a:lvl1pPr>
            <a:lvl3pPr marL="635000" indent="0">
              <a:buNone/>
              <a:defRPr/>
            </a:lvl3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倍（图片为示意，请根据实际替换）</a:t>
            </a:r>
            <a:endParaRPr lang="en-US" altLang="zh-CN" dirty="0"/>
          </a:p>
        </p:txBody>
      </p:sp>
      <p:sp>
        <p:nvSpPr>
          <p:cNvPr id="32" name="文本占位符 3"/>
          <p:cNvSpPr>
            <a:spLocks noGrp="1"/>
          </p:cNvSpPr>
          <p:nvPr>
            <p:ph type="body" sz="quarter" idx="36" hasCustomPrompt="1"/>
          </p:nvPr>
        </p:nvSpPr>
        <p:spPr>
          <a:xfrm>
            <a:off x="6586611" y="5006131"/>
            <a:ext cx="2073381" cy="492406"/>
          </a:xfrm>
          <a:prstGeom prst="rect">
            <a:avLst/>
          </a:prstGeom>
        </p:spPr>
        <p:txBody>
          <a:bodyPr anchor="ctr"/>
          <a:lstStyle>
            <a:lvl1pPr marL="0" indent="0" algn="ctr">
              <a:buNone/>
              <a:defRPr sz="1800" b="0" i="0">
                <a:solidFill>
                  <a:schemeClr val="bg1"/>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33" name="文本占位符 3"/>
          <p:cNvSpPr>
            <a:spLocks noGrp="1"/>
          </p:cNvSpPr>
          <p:nvPr>
            <p:ph type="body" sz="quarter" idx="37" hasCustomPrompt="1"/>
          </p:nvPr>
        </p:nvSpPr>
        <p:spPr>
          <a:xfrm>
            <a:off x="6586611" y="5529989"/>
            <a:ext cx="2073381" cy="905587"/>
          </a:xfrm>
          <a:prstGeom prst="rect">
            <a:avLst/>
          </a:prstGeom>
        </p:spPr>
        <p:txBody>
          <a:bodyPr anchor="t"/>
          <a:lstStyle>
            <a:lvl1pPr marL="0" indent="0" algn="ctr">
              <a:lnSpc>
                <a:spcPct val="150000"/>
              </a:lnSpc>
              <a:buNone/>
              <a:defRPr sz="1200" b="0" i="0">
                <a:solidFill>
                  <a:schemeClr val="bg1"/>
                </a:solidFill>
                <a:latin typeface="微软雅黑" panose="020B0503020204020204" charset="-122"/>
                <a:ea typeface="微软雅黑" panose="020B0503020204020204" charset="-122"/>
              </a:defRPr>
            </a:lvl1pPr>
            <a:lvl3pPr marL="635000" indent="0">
              <a:buNone/>
              <a:defRPr/>
            </a:lvl3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倍（图片为示意，请根据实际替换）</a:t>
            </a:r>
            <a:endParaRPr lang="en-US" altLang="zh-CN" dirty="0"/>
          </a:p>
        </p:txBody>
      </p:sp>
      <p:sp>
        <p:nvSpPr>
          <p:cNvPr id="34" name="文本占位符 3"/>
          <p:cNvSpPr>
            <a:spLocks noGrp="1"/>
          </p:cNvSpPr>
          <p:nvPr>
            <p:ph type="body" sz="quarter" idx="38" hasCustomPrompt="1"/>
          </p:nvPr>
        </p:nvSpPr>
        <p:spPr>
          <a:xfrm>
            <a:off x="9644136" y="5006131"/>
            <a:ext cx="2073381" cy="492406"/>
          </a:xfrm>
          <a:prstGeom prst="rect">
            <a:avLst/>
          </a:prstGeom>
        </p:spPr>
        <p:txBody>
          <a:bodyPr anchor="ctr"/>
          <a:lstStyle>
            <a:lvl1pPr marL="0" indent="0" algn="ctr">
              <a:buNone/>
              <a:defRPr sz="1800" b="0" i="0">
                <a:solidFill>
                  <a:schemeClr val="bg1"/>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35" name="文本占位符 3"/>
          <p:cNvSpPr>
            <a:spLocks noGrp="1"/>
          </p:cNvSpPr>
          <p:nvPr>
            <p:ph type="body" sz="quarter" idx="39" hasCustomPrompt="1"/>
          </p:nvPr>
        </p:nvSpPr>
        <p:spPr>
          <a:xfrm>
            <a:off x="9644136" y="5529989"/>
            <a:ext cx="2073381" cy="905587"/>
          </a:xfrm>
          <a:prstGeom prst="rect">
            <a:avLst/>
          </a:prstGeom>
        </p:spPr>
        <p:txBody>
          <a:bodyPr anchor="t"/>
          <a:lstStyle>
            <a:lvl1pPr marL="0" indent="0" algn="ctr">
              <a:lnSpc>
                <a:spcPct val="150000"/>
              </a:lnSpc>
              <a:buNone/>
              <a:defRPr sz="1200" b="0" i="0">
                <a:solidFill>
                  <a:schemeClr val="bg1"/>
                </a:solidFill>
                <a:latin typeface="微软雅黑" panose="020B0503020204020204" charset="-122"/>
                <a:ea typeface="微软雅黑" panose="020B0503020204020204" charset="-122"/>
              </a:defRPr>
            </a:lvl1pPr>
            <a:lvl3pPr marL="635000" indent="0">
              <a:buNone/>
              <a:defRPr/>
            </a:lvl3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倍（图片为示意，请根据实际替换）</a:t>
            </a:r>
            <a:endParaRPr lang="en-US" altLang="zh-CN" dirty="0"/>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章节页01">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01</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8" name="标题占位符 1"/>
          <p:cNvSpPr>
            <a:spLocks noGrp="1"/>
          </p:cNvSpPr>
          <p:nvPr>
            <p:ph type="title" hasCustomPrompt="1"/>
          </p:nvPr>
        </p:nvSpPr>
        <p:spPr>
          <a:xfrm>
            <a:off x="472055" y="2715567"/>
            <a:ext cx="993995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磅，已备好</a:t>
            </a:r>
            <a:r>
              <a:rPr kumimoji="1" lang="en-US" altLang="zh-CN" dirty="0"/>
              <a:t>7</a:t>
            </a:r>
            <a:r>
              <a:rPr kumimoji="1" lang="zh-CN" altLang="en-US" dirty="0"/>
              <a:t>个章节的模版供选择</a:t>
            </a:r>
          </a:p>
        </p:txBody>
      </p:sp>
      <p:sp>
        <p:nvSpPr>
          <p:cNvPr id="9" name="文本占位符 8"/>
          <p:cNvSpPr>
            <a:spLocks noGrp="1"/>
          </p:cNvSpPr>
          <p:nvPr>
            <p:ph type="body" sz="quarter" idx="17"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1-1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1-2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1-3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10" name="矩形 9"/>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章节页02">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503020204020204" charset="-122"/>
                <a:ea typeface="微软雅黑" panose="020B0503020204020204" charset="-122"/>
              </a:rPr>
              <a:t>02</a:t>
            </a:r>
            <a:endParaRPr kumimoji="1" lang="zh-CN" altLang="en-US" sz="12500" b="1" i="0" dirty="0">
              <a:solidFill>
                <a:srgbClr val="46CCFE"/>
              </a:solidFill>
              <a:latin typeface="微软雅黑" panose="020B0503020204020204" charset="-122"/>
              <a:ea typeface="微软雅黑" panose="020B0503020204020204"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7"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2-1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2-2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2-3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章节页03">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03</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标题占位符 1"/>
          <p:cNvSpPr>
            <a:spLocks noGrp="1"/>
          </p:cNvSpPr>
          <p:nvPr>
            <p:ph type="title" hasCustomPrompt="1"/>
          </p:nvPr>
        </p:nvSpPr>
        <p:spPr>
          <a:xfrm>
            <a:off x="472055" y="2715567"/>
            <a:ext cx="9228536"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3-1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3-2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3-3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章节页04">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04</a:t>
            </a:r>
            <a:endParaRPr kumimoji="1" lang="zh-CN" altLang="en-US" sz="12500" b="1" dirty="0">
              <a:solidFill>
                <a:srgbClr val="46CCFE"/>
              </a:solidFill>
              <a:latin typeface="微软雅黑" panose="020B0503020204020204" charset="-122"/>
              <a:ea typeface="微软雅黑" panose="020B0503020204020204" charset="-122"/>
            </a:endParaRPr>
          </a:p>
        </p:txBody>
      </p:sp>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pic>
        <p:nvPicPr>
          <p:cNvPr id="6" name="图片 5"/>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9"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4-1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4-2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4-3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12" name="矩形 11"/>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章节页05">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503020204020204" charset="-122"/>
                <a:ea typeface="微软雅黑" panose="020B0503020204020204" charset="-122"/>
              </a:rPr>
              <a:t>05</a:t>
            </a:r>
            <a:endParaRPr kumimoji="1" lang="zh-CN" altLang="en-US" sz="12500" b="1" i="0" dirty="0">
              <a:solidFill>
                <a:srgbClr val="46CCFE"/>
              </a:solidFill>
              <a:latin typeface="微软雅黑" panose="020B0503020204020204" charset="-122"/>
              <a:ea typeface="微软雅黑" panose="020B0503020204020204"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1"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3"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5-1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5-2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5-3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章节页06">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06</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6-1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6-2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6-3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章节页07">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07</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9"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7-1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7-2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7-3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12" name="矩形 11"/>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行业章节">
    <p:spTree>
      <p:nvGrpSpPr>
        <p:cNvPr id="1" name=""/>
        <p:cNvGrpSpPr/>
        <p:nvPr/>
      </p:nvGrpSpPr>
      <p:grpSpPr>
        <a:xfrm>
          <a:off x="0" y="0"/>
          <a:ext cx="0" cy="0"/>
          <a:chOff x="0" y="0"/>
          <a:chExt cx="0" cy="0"/>
        </a:xfrm>
      </p:grpSpPr>
      <p:sp>
        <p:nvSpPr>
          <p:cNvPr id="19" name="矩形"/>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latin typeface="微软雅黑" panose="020B0503020204020204" charset="-122"/>
            </a:endParaRPr>
          </a:p>
        </p:txBody>
      </p:sp>
      <p:pic>
        <p:nvPicPr>
          <p:cNvPr id="20" name="图片 19"/>
          <p:cNvPicPr>
            <a:picLocks noChangeAspect="1"/>
          </p:cNvPicPr>
          <p:nvPr userDrawn="1"/>
        </p:nvPicPr>
        <p:blipFill>
          <a:blip r:embed="rId2">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21"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i="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i="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22" name="图片占位符 7"/>
          <p:cNvSpPr>
            <a:spLocks noGrp="1"/>
          </p:cNvSpPr>
          <p:nvPr>
            <p:ph type="pic" sz="quarter" idx="10" hasCustomPrompt="1"/>
          </p:nvPr>
        </p:nvSpPr>
        <p:spPr>
          <a:xfrm>
            <a:off x="4368258" y="0"/>
            <a:ext cx="7817394" cy="6858000"/>
          </a:xfrm>
          <a:prstGeom prst="rect">
            <a:avLst/>
          </a:prstGeom>
        </p:spPr>
        <p:txBody>
          <a:bodyPr/>
          <a:lstStyle>
            <a:lvl1pPr>
              <a:defRPr>
                <a:solidFill>
                  <a:schemeClr val="bg1"/>
                </a:solidFill>
              </a:defRPr>
            </a:lvl1pPr>
          </a:lstStyle>
          <a:p>
            <a:r>
              <a:rPr kumimoji="1" lang="zh-CN" altLang="en-US" dirty="0"/>
              <a:t>拖拽到此处，插入图片</a:t>
            </a:r>
          </a:p>
        </p:txBody>
      </p:sp>
      <p:sp>
        <p:nvSpPr>
          <p:cNvPr id="23" name="标题 31"/>
          <p:cNvSpPr>
            <a:spLocks noGrp="1"/>
          </p:cNvSpPr>
          <p:nvPr>
            <p:ph type="title" hasCustomPrompt="1"/>
          </p:nvPr>
        </p:nvSpPr>
        <p:spPr>
          <a:xfrm>
            <a:off x="507774" y="419862"/>
            <a:ext cx="2366055" cy="604263"/>
          </a:xfrm>
          <a:prstGeom prst="rect">
            <a:avLst/>
          </a:prstGeom>
        </p:spPr>
        <p:txBody>
          <a:bodyPr/>
          <a:lstStyle>
            <a:lvl1pPr>
              <a:defRPr sz="3600" b="1">
                <a:solidFill>
                  <a:schemeClr val="bg1"/>
                </a:solidFill>
              </a:defRPr>
            </a:lvl1pPr>
          </a:lstStyle>
          <a:p>
            <a:r>
              <a:rPr kumimoji="1" lang="zh-CN" altLang="en-US" dirty="0"/>
              <a:t>行业标题</a:t>
            </a:r>
          </a:p>
        </p:txBody>
      </p:sp>
      <p:sp>
        <p:nvSpPr>
          <p:cNvPr id="24" name="文本占位符 33"/>
          <p:cNvSpPr>
            <a:spLocks noGrp="1"/>
          </p:cNvSpPr>
          <p:nvPr>
            <p:ph type="body" sz="quarter" idx="14" hasCustomPrompt="1"/>
          </p:nvPr>
        </p:nvSpPr>
        <p:spPr>
          <a:xfrm>
            <a:off x="507774" y="1046203"/>
            <a:ext cx="2366055" cy="285115"/>
          </a:xfrm>
          <a:prstGeom prst="rect">
            <a:avLst/>
          </a:prstGeom>
        </p:spPr>
        <p:txBody>
          <a:bodyPr/>
          <a:lstStyle>
            <a:lvl1pPr marL="0" indent="0">
              <a:buNone/>
              <a:defRPr sz="1600">
                <a:solidFill>
                  <a:schemeClr val="bg1"/>
                </a:solidFill>
              </a:defRPr>
            </a:lvl1pPr>
          </a:lstStyle>
          <a:p>
            <a:pPr lvl="0"/>
            <a:r>
              <a:rPr kumimoji="1" lang="zh-CN" altLang="en-US" dirty="0"/>
              <a:t>副标题 </a:t>
            </a:r>
            <a:r>
              <a:rPr kumimoji="1" lang="en-US" altLang="zh-CN" dirty="0"/>
              <a:t>|</a:t>
            </a:r>
            <a:r>
              <a:rPr kumimoji="1" lang="zh-CN" altLang="en-US" dirty="0"/>
              <a:t> 副标题 </a:t>
            </a:r>
            <a:r>
              <a:rPr kumimoji="1" lang="en-US" altLang="zh-CN" dirty="0"/>
              <a:t>|</a:t>
            </a:r>
            <a:r>
              <a:rPr kumimoji="1" lang="zh-CN" altLang="en-US" dirty="0"/>
              <a:t> 副标题 </a:t>
            </a:r>
          </a:p>
        </p:txBody>
      </p:sp>
      <p:sp>
        <p:nvSpPr>
          <p:cNvPr id="25" name="文本占位符 17"/>
          <p:cNvSpPr>
            <a:spLocks noGrp="1"/>
          </p:cNvSpPr>
          <p:nvPr>
            <p:ph type="body" sz="quarter" idx="15" hasCustomPrompt="1"/>
          </p:nvPr>
        </p:nvSpPr>
        <p:spPr>
          <a:xfrm>
            <a:off x="507774" y="2055868"/>
            <a:ext cx="2525713" cy="2301587"/>
          </a:xfrm>
          <a:prstGeom prst="rect">
            <a:avLst/>
          </a:prstGeom>
        </p:spPr>
        <p:txBody>
          <a:bodyPr/>
          <a:lstStyle>
            <a:lvl1pPr marL="228600" marR="0" indent="-228600" algn="l" defTabSz="914400" rtl="0" eaLnBrk="1" fontAlgn="auto" latinLnBrk="0" hangingPunct="1">
              <a:lnSpc>
                <a:spcPct val="130000"/>
              </a:lnSpc>
              <a:spcBef>
                <a:spcPts val="0"/>
              </a:spcBef>
              <a:spcAft>
                <a:spcPts val="0"/>
              </a:spcAft>
              <a:buClrTx/>
              <a:buSzTx/>
              <a:buFont typeface="Arial" panose="020B0604020202020204" pitchFamily="34" charset="0"/>
              <a:buChar cha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kumimoji="1" lang="zh-CN" altLang="en-US" dirty="0"/>
              <a:t>此段文字旨在显示正确的字号和段落的位置，例文可替换</a:t>
            </a:r>
            <a:endParaRPr kumimoji="1" lang="en-US" altLang="zh-CN" dirty="0"/>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defRPr/>
            </a:pPr>
            <a:r>
              <a:rPr kumimoji="1" lang="zh-CN" altLang="en-US" dirty="0"/>
              <a:t>此段文字旨在显示正确的字号和段落的位置，例文可替换</a:t>
            </a:r>
          </a:p>
          <a:p>
            <a:pPr lvl="0"/>
            <a:endParaRPr kumimoji="1"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设备-手机1">
    <p:spTree>
      <p:nvGrpSpPr>
        <p:cNvPr id="1" name=""/>
        <p:cNvGrpSpPr/>
        <p:nvPr/>
      </p:nvGrpSpPr>
      <p:grpSpPr>
        <a:xfrm>
          <a:off x="0" y="0"/>
          <a:ext cx="0" cy="0"/>
          <a:chOff x="0" y="0"/>
          <a:chExt cx="0" cy="0"/>
        </a:xfrm>
      </p:grpSpPr>
      <p:sp>
        <p:nvSpPr>
          <p:cNvPr id="10" name="Picture Placeholder 13"/>
          <p:cNvSpPr>
            <a:spLocks noGrp="1"/>
          </p:cNvSpPr>
          <p:nvPr>
            <p:ph type="pic" sz="quarter" idx="46" hasCustomPrompt="1"/>
          </p:nvPr>
        </p:nvSpPr>
        <p:spPr>
          <a:xfrm>
            <a:off x="6959084" y="1448436"/>
            <a:ext cx="2735644" cy="5914800"/>
          </a:xfrm>
          <a:custGeom>
            <a:avLst/>
            <a:gdLst>
              <a:gd name="connsiteX0" fmla="*/ 250164 w 2509837"/>
              <a:gd name="connsiteY0" fmla="*/ 0 h 5326062"/>
              <a:gd name="connsiteX1" fmla="*/ 524933 w 2509837"/>
              <a:gd name="connsiteY1" fmla="*/ 0 h 5326062"/>
              <a:gd name="connsiteX2" fmla="*/ 557742 w 2509837"/>
              <a:gd name="connsiteY2" fmla="*/ 36205 h 5326062"/>
              <a:gd name="connsiteX3" fmla="*/ 557742 w 2509837"/>
              <a:gd name="connsiteY3" fmla="*/ 64363 h 5326062"/>
              <a:gd name="connsiteX4" fmla="*/ 701278 w 2509837"/>
              <a:gd name="connsiteY4" fmla="*/ 197113 h 5326062"/>
              <a:gd name="connsiteX5" fmla="*/ 1816761 w 2509837"/>
              <a:gd name="connsiteY5" fmla="*/ 197113 h 5326062"/>
              <a:gd name="connsiteX6" fmla="*/ 1956197 w 2509837"/>
              <a:gd name="connsiteY6" fmla="*/ 60341 h 5326062"/>
              <a:gd name="connsiteX7" fmla="*/ 1956197 w 2509837"/>
              <a:gd name="connsiteY7" fmla="*/ 36205 h 5326062"/>
              <a:gd name="connsiteX8" fmla="*/ 1989005 w 2509837"/>
              <a:gd name="connsiteY8" fmla="*/ 0 h 5326062"/>
              <a:gd name="connsiteX9" fmla="*/ 2259673 w 2509837"/>
              <a:gd name="connsiteY9" fmla="*/ 0 h 5326062"/>
              <a:gd name="connsiteX10" fmla="*/ 2509837 w 2509837"/>
              <a:gd name="connsiteY10" fmla="*/ 249408 h 5326062"/>
              <a:gd name="connsiteX11" fmla="*/ 2509837 w 2509837"/>
              <a:gd name="connsiteY11" fmla="*/ 5080677 h 5326062"/>
              <a:gd name="connsiteX12" fmla="*/ 2259673 w 2509837"/>
              <a:gd name="connsiteY12" fmla="*/ 5326062 h 5326062"/>
              <a:gd name="connsiteX13" fmla="*/ 250164 w 2509837"/>
              <a:gd name="connsiteY13" fmla="*/ 5326062 h 5326062"/>
              <a:gd name="connsiteX14" fmla="*/ 0 w 2509837"/>
              <a:gd name="connsiteY14" fmla="*/ 5080677 h 5326062"/>
              <a:gd name="connsiteX15" fmla="*/ 0 w 2509837"/>
              <a:gd name="connsiteY15" fmla="*/ 249408 h 5326062"/>
              <a:gd name="connsiteX16" fmla="*/ 250164 w 2509837"/>
              <a:gd name="connsiteY16" fmla="*/ 0 h 5326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9837" h="5326062">
                <a:moveTo>
                  <a:pt x="250164" y="0"/>
                </a:moveTo>
                <a:cubicBezTo>
                  <a:pt x="250164" y="0"/>
                  <a:pt x="250164" y="0"/>
                  <a:pt x="524933" y="0"/>
                </a:cubicBezTo>
                <a:cubicBezTo>
                  <a:pt x="541338" y="0"/>
                  <a:pt x="557742" y="16091"/>
                  <a:pt x="557742" y="36205"/>
                </a:cubicBezTo>
                <a:cubicBezTo>
                  <a:pt x="557742" y="36205"/>
                  <a:pt x="557742" y="36205"/>
                  <a:pt x="557742" y="64363"/>
                </a:cubicBezTo>
                <a:cubicBezTo>
                  <a:pt x="557742" y="104591"/>
                  <a:pt x="590550" y="197113"/>
                  <a:pt x="701278" y="197113"/>
                </a:cubicBezTo>
                <a:cubicBezTo>
                  <a:pt x="758693" y="197113"/>
                  <a:pt x="1718336" y="197113"/>
                  <a:pt x="1816761" y="197113"/>
                </a:cubicBezTo>
                <a:cubicBezTo>
                  <a:pt x="1915186" y="197113"/>
                  <a:pt x="1956197" y="108613"/>
                  <a:pt x="1956197" y="60341"/>
                </a:cubicBezTo>
                <a:cubicBezTo>
                  <a:pt x="1956197" y="60341"/>
                  <a:pt x="1956197" y="60341"/>
                  <a:pt x="1956197" y="36205"/>
                </a:cubicBezTo>
                <a:cubicBezTo>
                  <a:pt x="1956197" y="16091"/>
                  <a:pt x="1972601" y="0"/>
                  <a:pt x="1989005" y="0"/>
                </a:cubicBezTo>
                <a:cubicBezTo>
                  <a:pt x="1989005" y="0"/>
                  <a:pt x="1989005" y="0"/>
                  <a:pt x="2259673" y="0"/>
                </a:cubicBezTo>
                <a:cubicBezTo>
                  <a:pt x="2395008" y="0"/>
                  <a:pt x="2509837" y="112636"/>
                  <a:pt x="2509837" y="249408"/>
                </a:cubicBezTo>
                <a:cubicBezTo>
                  <a:pt x="2509837" y="249408"/>
                  <a:pt x="2509837" y="249408"/>
                  <a:pt x="2509837" y="5080677"/>
                </a:cubicBezTo>
                <a:cubicBezTo>
                  <a:pt x="2509837" y="5217449"/>
                  <a:pt x="2395008" y="5326062"/>
                  <a:pt x="2259673" y="5326062"/>
                </a:cubicBezTo>
                <a:cubicBezTo>
                  <a:pt x="2259673" y="5326062"/>
                  <a:pt x="2259673" y="5326062"/>
                  <a:pt x="250164" y="5326062"/>
                </a:cubicBezTo>
                <a:cubicBezTo>
                  <a:pt x="114829" y="5326062"/>
                  <a:pt x="0" y="5217449"/>
                  <a:pt x="0" y="5080677"/>
                </a:cubicBezTo>
                <a:cubicBezTo>
                  <a:pt x="0" y="5080677"/>
                  <a:pt x="0" y="5080677"/>
                  <a:pt x="0" y="249408"/>
                </a:cubicBezTo>
                <a:cubicBezTo>
                  <a:pt x="0" y="112636"/>
                  <a:pt x="114829" y="0"/>
                  <a:pt x="250164" y="0"/>
                </a:cubicBezTo>
                <a:close/>
              </a:path>
            </a:pathLst>
          </a:custGeom>
          <a:blipFill>
            <a:blip r:embed="rId2">
              <a:alphaModFix amt="0"/>
            </a:blip>
            <a:stretch>
              <a:fillRect/>
            </a:stretch>
          </a:blipFill>
          <a:ln>
            <a:noFill/>
          </a:ln>
        </p:spPr>
        <p:txBody>
          <a:bodyPr wrap="square" tIns="576000" anchor="ctr">
            <a:noAutofit/>
          </a:bodyPr>
          <a:lstStyle>
            <a:lvl1pPr marL="0" indent="0" algn="ctr">
              <a:buNone/>
              <a:defRPr sz="800">
                <a:solidFill>
                  <a:schemeClr val="bg1"/>
                </a:solidFill>
              </a:defRPr>
            </a:lvl1pPr>
          </a:lstStyle>
          <a:p>
            <a:r>
              <a:rPr lang="en-US" dirty="0" err="1"/>
              <a:t>点击添加图片</a:t>
            </a:r>
            <a:endParaRPr lang="en-US" dirty="0"/>
          </a:p>
        </p:txBody>
      </p:sp>
      <p:sp>
        <p:nvSpPr>
          <p:cNvPr id="17"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dirty="0"/>
              <a:t>④ 内部公开 请勿外传</a:t>
            </a:r>
            <a:endParaRPr dirty="0"/>
          </a:p>
        </p:txBody>
      </p:sp>
      <p:sp>
        <p:nvSpPr>
          <p:cNvPr id="18"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9"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20"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23" name="图片 2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2" name="文本框 1"/>
          <p:cNvSpPr txBox="1"/>
          <p:nvPr userDrawn="1"/>
        </p:nvSpPr>
        <p:spPr>
          <a:xfrm>
            <a:off x="5937813" y="2407534"/>
            <a:ext cx="184731" cy="369332"/>
          </a:xfrm>
          <a:prstGeom prst="rect">
            <a:avLst/>
          </a:prstGeom>
          <a:noFill/>
        </p:spPr>
        <p:txBody>
          <a:bodyPr wrap="none" rtlCol="0">
            <a:spAutoFit/>
          </a:bodyPr>
          <a:lstStyle/>
          <a:p>
            <a:endParaRPr kumimoji="1" lang="zh-CN" altLang="en-US" dirty="0"/>
          </a:p>
        </p:txBody>
      </p:sp>
      <p:sp>
        <p:nvSpPr>
          <p:cNvPr id="13" name="文本占位符 10"/>
          <p:cNvSpPr>
            <a:spLocks noGrp="1"/>
          </p:cNvSpPr>
          <p:nvPr>
            <p:ph type="body" sz="quarter" idx="18" hasCustomPrompt="1"/>
          </p:nvPr>
        </p:nvSpPr>
        <p:spPr>
          <a:xfrm>
            <a:off x="416854" y="1785406"/>
            <a:ext cx="2521977" cy="434975"/>
          </a:xfrm>
          <a:prstGeom prst="rect">
            <a:avLst/>
          </a:prstGeom>
        </p:spPr>
        <p:txBody>
          <a:bodyPr/>
          <a:lstStyle>
            <a:lvl1pPr marL="0" indent="0">
              <a:buNone/>
              <a:defRPr sz="2400" b="0" i="0">
                <a:solidFill>
                  <a:srgbClr val="2A70EB"/>
                </a:solidFill>
                <a:latin typeface="微软雅黑" panose="020B0503020204020204" charset="-122"/>
                <a:ea typeface="微软雅黑" panose="020B0503020204020204" charset="-122"/>
              </a:defRPr>
            </a:lvl1pPr>
          </a:lstStyle>
          <a:p>
            <a:pPr lvl="0"/>
            <a:r>
              <a:rPr kumimoji="1" lang="zh-CN" altLang="en-US" dirty="0"/>
              <a:t>段落标题 </a:t>
            </a:r>
            <a:r>
              <a:rPr kumimoji="1" lang="en-US" altLang="zh-CN" dirty="0"/>
              <a:t>22</a:t>
            </a:r>
            <a:r>
              <a:rPr kumimoji="1" lang="zh-CN" altLang="en-US" dirty="0"/>
              <a:t>磅</a:t>
            </a:r>
          </a:p>
        </p:txBody>
      </p:sp>
      <p:sp>
        <p:nvSpPr>
          <p:cNvPr id="14" name="文本占位符 3"/>
          <p:cNvSpPr>
            <a:spLocks noGrp="1"/>
          </p:cNvSpPr>
          <p:nvPr>
            <p:ph type="body" sz="quarter" idx="24" hasCustomPrompt="1"/>
          </p:nvPr>
        </p:nvSpPr>
        <p:spPr>
          <a:xfrm>
            <a:off x="416854" y="2323913"/>
            <a:ext cx="3348621" cy="552822"/>
          </a:xfrm>
          <a:prstGeom prst="rect">
            <a:avLst/>
          </a:prstGeom>
        </p:spPr>
        <p:txBody>
          <a:bodyPr anchor="t"/>
          <a:lstStyle>
            <a:lvl1pPr marL="0" marR="0" indent="0" algn="ctr" defTabSz="914400"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lumMod val="85000"/>
                    <a:lumOff val="15000"/>
                  </a:schemeClr>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Tree>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设备-电脑1">
    <p:spTree>
      <p:nvGrpSpPr>
        <p:cNvPr id="1" name=""/>
        <p:cNvGrpSpPr/>
        <p:nvPr/>
      </p:nvGrpSpPr>
      <p:grpSpPr>
        <a:xfrm>
          <a:off x="0" y="0"/>
          <a:ext cx="0" cy="0"/>
          <a:chOff x="0" y="0"/>
          <a:chExt cx="0" cy="0"/>
        </a:xfrm>
      </p:grpSpPr>
      <p:sp>
        <p:nvSpPr>
          <p:cNvPr id="8" name="Picture Placeholder 8"/>
          <p:cNvSpPr>
            <a:spLocks noGrp="1"/>
          </p:cNvSpPr>
          <p:nvPr>
            <p:ph type="pic" sz="quarter" idx="13" hasCustomPrompt="1"/>
          </p:nvPr>
        </p:nvSpPr>
        <p:spPr>
          <a:xfrm>
            <a:off x="6369415" y="2067592"/>
            <a:ext cx="4996292" cy="3175922"/>
          </a:xfrm>
          <a:prstGeom prst="rect">
            <a:avLst/>
          </a:prstGeom>
          <a:blipFill>
            <a:blip r:embed="rId2">
              <a:alphaModFix amt="0"/>
            </a:blip>
            <a:stretch>
              <a:fillRect/>
            </a:stretch>
          </a:blipFill>
          <a:ln>
            <a:noFill/>
          </a:ln>
        </p:spPr>
        <p:txBody>
          <a:bodyPr wrap="square" tIns="576000" anchor="ctr">
            <a:noAutofit/>
          </a:bodyPr>
          <a:lstStyle>
            <a:lvl1pPr marL="0" indent="0" algn="ctr">
              <a:buNone/>
              <a:defRPr sz="800">
                <a:solidFill>
                  <a:schemeClr val="bg1"/>
                </a:solidFill>
              </a:defRPr>
            </a:lvl1pPr>
          </a:lstStyle>
          <a:p>
            <a:r>
              <a:rPr lang="en-US" dirty="0" err="1"/>
              <a:t>点击添加图片</a:t>
            </a:r>
            <a:endParaRPr lang="en-US" dirty="0"/>
          </a:p>
        </p:txBody>
      </p:sp>
      <p:sp>
        <p:nvSpPr>
          <p:cNvPr id="15"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dirty="0"/>
              <a:t>④ 内部公开 请勿外传</a:t>
            </a:r>
            <a:endParaRPr dirty="0"/>
          </a:p>
        </p:txBody>
      </p:sp>
      <p:sp>
        <p:nvSpPr>
          <p:cNvPr id="1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pic>
        <p:nvPicPr>
          <p:cNvPr id="17" name="图片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18" name="文本占位符 10"/>
          <p:cNvSpPr>
            <a:spLocks noGrp="1"/>
          </p:cNvSpPr>
          <p:nvPr>
            <p:ph type="body" sz="quarter" idx="18" hasCustomPrompt="1"/>
          </p:nvPr>
        </p:nvSpPr>
        <p:spPr>
          <a:xfrm>
            <a:off x="416854" y="1785406"/>
            <a:ext cx="2521977" cy="434975"/>
          </a:xfrm>
          <a:prstGeom prst="rect">
            <a:avLst/>
          </a:prstGeom>
        </p:spPr>
        <p:txBody>
          <a:bodyPr/>
          <a:lstStyle>
            <a:lvl1pPr marL="0" indent="0">
              <a:buNone/>
              <a:defRPr sz="2400" b="0" i="0">
                <a:solidFill>
                  <a:srgbClr val="2A70EB"/>
                </a:solidFill>
                <a:latin typeface="微软雅黑" panose="020B0503020204020204" charset="-122"/>
                <a:ea typeface="微软雅黑" panose="020B0503020204020204" charset="-122"/>
              </a:defRPr>
            </a:lvl1pPr>
          </a:lstStyle>
          <a:p>
            <a:pPr lvl="0"/>
            <a:r>
              <a:rPr kumimoji="1" lang="zh-CN" altLang="en-US" dirty="0"/>
              <a:t>段落标题 </a:t>
            </a:r>
            <a:r>
              <a:rPr kumimoji="1" lang="en-US" altLang="zh-CN" dirty="0"/>
              <a:t>22</a:t>
            </a:r>
            <a:r>
              <a:rPr kumimoji="1" lang="zh-CN" altLang="en-US" dirty="0"/>
              <a:t>磅</a:t>
            </a:r>
          </a:p>
        </p:txBody>
      </p:sp>
      <p:sp>
        <p:nvSpPr>
          <p:cNvPr id="19" name="文本占位符 3"/>
          <p:cNvSpPr>
            <a:spLocks noGrp="1"/>
          </p:cNvSpPr>
          <p:nvPr>
            <p:ph type="body" sz="quarter" idx="24" hasCustomPrompt="1"/>
          </p:nvPr>
        </p:nvSpPr>
        <p:spPr>
          <a:xfrm>
            <a:off x="416854" y="2323913"/>
            <a:ext cx="3348621" cy="552822"/>
          </a:xfrm>
          <a:prstGeom prst="rect">
            <a:avLst/>
          </a:prstGeom>
        </p:spPr>
        <p:txBody>
          <a:bodyPr anchor="t"/>
          <a:lstStyle>
            <a:lvl1pPr marL="0" marR="0" indent="0" algn="ctr" defTabSz="914400"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lumMod val="85000"/>
                    <a:lumOff val="15000"/>
                  </a:schemeClr>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20"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21"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Tree>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设备-电脑4">
    <p:spTree>
      <p:nvGrpSpPr>
        <p:cNvPr id="1" name=""/>
        <p:cNvGrpSpPr/>
        <p:nvPr/>
      </p:nvGrpSpPr>
      <p:grpSpPr>
        <a:xfrm>
          <a:off x="0" y="0"/>
          <a:ext cx="0" cy="0"/>
          <a:chOff x="0" y="0"/>
          <a:chExt cx="0" cy="0"/>
        </a:xfrm>
      </p:grpSpPr>
      <p:sp>
        <p:nvSpPr>
          <p:cNvPr id="19" name="Picture Placeholder 8"/>
          <p:cNvSpPr>
            <a:spLocks noGrp="1"/>
          </p:cNvSpPr>
          <p:nvPr>
            <p:ph type="pic" sz="quarter" idx="13" hasCustomPrompt="1"/>
          </p:nvPr>
        </p:nvSpPr>
        <p:spPr>
          <a:xfrm>
            <a:off x="5121990" y="2375493"/>
            <a:ext cx="5217398" cy="3303788"/>
          </a:xfrm>
          <a:prstGeom prst="rect">
            <a:avLst/>
          </a:prstGeom>
          <a:blipFill>
            <a:blip r:embed="rId2">
              <a:alphaModFix amt="0"/>
            </a:blip>
            <a:stretch>
              <a:fillRect/>
            </a:stretch>
          </a:blipFill>
          <a:ln>
            <a:noFill/>
          </a:ln>
        </p:spPr>
        <p:txBody>
          <a:bodyPr wrap="square" tIns="576000" anchor="ctr">
            <a:noAutofit/>
          </a:bodyPr>
          <a:lstStyle>
            <a:lvl1pPr marL="0" indent="0" algn="ctr">
              <a:buNone/>
              <a:defRPr sz="800">
                <a:solidFill>
                  <a:schemeClr val="bg1"/>
                </a:solidFill>
              </a:defRPr>
            </a:lvl1pPr>
          </a:lstStyle>
          <a:p>
            <a:r>
              <a:rPr lang="en-US" dirty="0" err="1"/>
              <a:t>点击添加图片</a:t>
            </a:r>
            <a:endParaRPr lang="en-US" dirty="0"/>
          </a:p>
        </p:txBody>
      </p:sp>
      <p:sp>
        <p:nvSpPr>
          <p:cNvPr id="21" name="Picture Placeholder 13"/>
          <p:cNvSpPr>
            <a:spLocks noGrp="1"/>
          </p:cNvSpPr>
          <p:nvPr>
            <p:ph type="pic" sz="quarter" idx="54" hasCustomPrompt="1"/>
          </p:nvPr>
        </p:nvSpPr>
        <p:spPr>
          <a:xfrm>
            <a:off x="9915660" y="3686174"/>
            <a:ext cx="1174282" cy="2538943"/>
          </a:xfrm>
          <a:custGeom>
            <a:avLst/>
            <a:gdLst>
              <a:gd name="connsiteX0" fmla="*/ 250164 w 2509837"/>
              <a:gd name="connsiteY0" fmla="*/ 0 h 5326062"/>
              <a:gd name="connsiteX1" fmla="*/ 524933 w 2509837"/>
              <a:gd name="connsiteY1" fmla="*/ 0 h 5326062"/>
              <a:gd name="connsiteX2" fmla="*/ 557742 w 2509837"/>
              <a:gd name="connsiteY2" fmla="*/ 36205 h 5326062"/>
              <a:gd name="connsiteX3" fmla="*/ 557742 w 2509837"/>
              <a:gd name="connsiteY3" fmla="*/ 64363 h 5326062"/>
              <a:gd name="connsiteX4" fmla="*/ 701278 w 2509837"/>
              <a:gd name="connsiteY4" fmla="*/ 197113 h 5326062"/>
              <a:gd name="connsiteX5" fmla="*/ 1816761 w 2509837"/>
              <a:gd name="connsiteY5" fmla="*/ 197113 h 5326062"/>
              <a:gd name="connsiteX6" fmla="*/ 1956197 w 2509837"/>
              <a:gd name="connsiteY6" fmla="*/ 60341 h 5326062"/>
              <a:gd name="connsiteX7" fmla="*/ 1956197 w 2509837"/>
              <a:gd name="connsiteY7" fmla="*/ 36205 h 5326062"/>
              <a:gd name="connsiteX8" fmla="*/ 1989005 w 2509837"/>
              <a:gd name="connsiteY8" fmla="*/ 0 h 5326062"/>
              <a:gd name="connsiteX9" fmla="*/ 2259673 w 2509837"/>
              <a:gd name="connsiteY9" fmla="*/ 0 h 5326062"/>
              <a:gd name="connsiteX10" fmla="*/ 2509837 w 2509837"/>
              <a:gd name="connsiteY10" fmla="*/ 249408 h 5326062"/>
              <a:gd name="connsiteX11" fmla="*/ 2509837 w 2509837"/>
              <a:gd name="connsiteY11" fmla="*/ 5080677 h 5326062"/>
              <a:gd name="connsiteX12" fmla="*/ 2259673 w 2509837"/>
              <a:gd name="connsiteY12" fmla="*/ 5326062 h 5326062"/>
              <a:gd name="connsiteX13" fmla="*/ 250164 w 2509837"/>
              <a:gd name="connsiteY13" fmla="*/ 5326062 h 5326062"/>
              <a:gd name="connsiteX14" fmla="*/ 0 w 2509837"/>
              <a:gd name="connsiteY14" fmla="*/ 5080677 h 5326062"/>
              <a:gd name="connsiteX15" fmla="*/ 0 w 2509837"/>
              <a:gd name="connsiteY15" fmla="*/ 249408 h 5326062"/>
              <a:gd name="connsiteX16" fmla="*/ 250164 w 2509837"/>
              <a:gd name="connsiteY16" fmla="*/ 0 h 5326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9837" h="5326062">
                <a:moveTo>
                  <a:pt x="250164" y="0"/>
                </a:moveTo>
                <a:cubicBezTo>
                  <a:pt x="250164" y="0"/>
                  <a:pt x="250164" y="0"/>
                  <a:pt x="524933" y="0"/>
                </a:cubicBezTo>
                <a:cubicBezTo>
                  <a:pt x="541338" y="0"/>
                  <a:pt x="557742" y="16091"/>
                  <a:pt x="557742" y="36205"/>
                </a:cubicBezTo>
                <a:cubicBezTo>
                  <a:pt x="557742" y="36205"/>
                  <a:pt x="557742" y="36205"/>
                  <a:pt x="557742" y="64363"/>
                </a:cubicBezTo>
                <a:cubicBezTo>
                  <a:pt x="557742" y="104591"/>
                  <a:pt x="590550" y="197113"/>
                  <a:pt x="701278" y="197113"/>
                </a:cubicBezTo>
                <a:cubicBezTo>
                  <a:pt x="758693" y="197113"/>
                  <a:pt x="1718336" y="197113"/>
                  <a:pt x="1816761" y="197113"/>
                </a:cubicBezTo>
                <a:cubicBezTo>
                  <a:pt x="1915186" y="197113"/>
                  <a:pt x="1956197" y="108613"/>
                  <a:pt x="1956197" y="60341"/>
                </a:cubicBezTo>
                <a:cubicBezTo>
                  <a:pt x="1956197" y="60341"/>
                  <a:pt x="1956197" y="60341"/>
                  <a:pt x="1956197" y="36205"/>
                </a:cubicBezTo>
                <a:cubicBezTo>
                  <a:pt x="1956197" y="16091"/>
                  <a:pt x="1972601" y="0"/>
                  <a:pt x="1989005" y="0"/>
                </a:cubicBezTo>
                <a:cubicBezTo>
                  <a:pt x="1989005" y="0"/>
                  <a:pt x="1989005" y="0"/>
                  <a:pt x="2259673" y="0"/>
                </a:cubicBezTo>
                <a:cubicBezTo>
                  <a:pt x="2395008" y="0"/>
                  <a:pt x="2509837" y="112636"/>
                  <a:pt x="2509837" y="249408"/>
                </a:cubicBezTo>
                <a:cubicBezTo>
                  <a:pt x="2509837" y="249408"/>
                  <a:pt x="2509837" y="249408"/>
                  <a:pt x="2509837" y="5080677"/>
                </a:cubicBezTo>
                <a:cubicBezTo>
                  <a:pt x="2509837" y="5217449"/>
                  <a:pt x="2395008" y="5326062"/>
                  <a:pt x="2259673" y="5326062"/>
                </a:cubicBezTo>
                <a:cubicBezTo>
                  <a:pt x="2259673" y="5326062"/>
                  <a:pt x="2259673" y="5326062"/>
                  <a:pt x="250164" y="5326062"/>
                </a:cubicBezTo>
                <a:cubicBezTo>
                  <a:pt x="114829" y="5326062"/>
                  <a:pt x="0" y="5217449"/>
                  <a:pt x="0" y="5080677"/>
                </a:cubicBezTo>
                <a:cubicBezTo>
                  <a:pt x="0" y="5080677"/>
                  <a:pt x="0" y="5080677"/>
                  <a:pt x="0" y="249408"/>
                </a:cubicBezTo>
                <a:cubicBezTo>
                  <a:pt x="0" y="112636"/>
                  <a:pt x="114829" y="0"/>
                  <a:pt x="250164" y="0"/>
                </a:cubicBezTo>
                <a:close/>
              </a:path>
            </a:pathLst>
          </a:custGeom>
          <a:blipFill>
            <a:blip r:embed="rId3">
              <a:alphaModFix amt="0"/>
            </a:blip>
            <a:stretch>
              <a:fillRect/>
            </a:stretch>
          </a:blipFill>
          <a:ln>
            <a:noFill/>
          </a:ln>
        </p:spPr>
        <p:txBody>
          <a:bodyPr wrap="square" tIns="576000" anchor="ctr">
            <a:noAutofit/>
          </a:bodyPr>
          <a:lstStyle>
            <a:lvl1pPr marL="0" indent="0" algn="ctr">
              <a:buNone/>
              <a:defRPr sz="800">
                <a:solidFill>
                  <a:schemeClr val="bg1"/>
                </a:solidFill>
              </a:defRPr>
            </a:lvl1pPr>
          </a:lstStyle>
          <a:p>
            <a:r>
              <a:rPr lang="en-US" dirty="0" err="1"/>
              <a:t>点击添加图片</a:t>
            </a:r>
            <a:endParaRPr lang="en-US" dirty="0"/>
          </a:p>
        </p:txBody>
      </p:sp>
      <p:sp>
        <p:nvSpPr>
          <p:cNvPr id="22" name="Picture Placeholder 13"/>
          <p:cNvSpPr>
            <a:spLocks noGrp="1"/>
          </p:cNvSpPr>
          <p:nvPr>
            <p:ph type="pic" sz="quarter" idx="55" hasCustomPrompt="1"/>
          </p:nvPr>
        </p:nvSpPr>
        <p:spPr>
          <a:xfrm>
            <a:off x="2592363" y="4257676"/>
            <a:ext cx="895395" cy="1935956"/>
          </a:xfrm>
          <a:custGeom>
            <a:avLst/>
            <a:gdLst>
              <a:gd name="connsiteX0" fmla="*/ 250164 w 2509837"/>
              <a:gd name="connsiteY0" fmla="*/ 0 h 5326062"/>
              <a:gd name="connsiteX1" fmla="*/ 524933 w 2509837"/>
              <a:gd name="connsiteY1" fmla="*/ 0 h 5326062"/>
              <a:gd name="connsiteX2" fmla="*/ 557742 w 2509837"/>
              <a:gd name="connsiteY2" fmla="*/ 36205 h 5326062"/>
              <a:gd name="connsiteX3" fmla="*/ 557742 w 2509837"/>
              <a:gd name="connsiteY3" fmla="*/ 64363 h 5326062"/>
              <a:gd name="connsiteX4" fmla="*/ 701278 w 2509837"/>
              <a:gd name="connsiteY4" fmla="*/ 197113 h 5326062"/>
              <a:gd name="connsiteX5" fmla="*/ 1816761 w 2509837"/>
              <a:gd name="connsiteY5" fmla="*/ 197113 h 5326062"/>
              <a:gd name="connsiteX6" fmla="*/ 1956197 w 2509837"/>
              <a:gd name="connsiteY6" fmla="*/ 60341 h 5326062"/>
              <a:gd name="connsiteX7" fmla="*/ 1956197 w 2509837"/>
              <a:gd name="connsiteY7" fmla="*/ 36205 h 5326062"/>
              <a:gd name="connsiteX8" fmla="*/ 1989005 w 2509837"/>
              <a:gd name="connsiteY8" fmla="*/ 0 h 5326062"/>
              <a:gd name="connsiteX9" fmla="*/ 2259673 w 2509837"/>
              <a:gd name="connsiteY9" fmla="*/ 0 h 5326062"/>
              <a:gd name="connsiteX10" fmla="*/ 2509837 w 2509837"/>
              <a:gd name="connsiteY10" fmla="*/ 249408 h 5326062"/>
              <a:gd name="connsiteX11" fmla="*/ 2509837 w 2509837"/>
              <a:gd name="connsiteY11" fmla="*/ 5080677 h 5326062"/>
              <a:gd name="connsiteX12" fmla="*/ 2259673 w 2509837"/>
              <a:gd name="connsiteY12" fmla="*/ 5326062 h 5326062"/>
              <a:gd name="connsiteX13" fmla="*/ 250164 w 2509837"/>
              <a:gd name="connsiteY13" fmla="*/ 5326062 h 5326062"/>
              <a:gd name="connsiteX14" fmla="*/ 0 w 2509837"/>
              <a:gd name="connsiteY14" fmla="*/ 5080677 h 5326062"/>
              <a:gd name="connsiteX15" fmla="*/ 0 w 2509837"/>
              <a:gd name="connsiteY15" fmla="*/ 249408 h 5326062"/>
              <a:gd name="connsiteX16" fmla="*/ 250164 w 2509837"/>
              <a:gd name="connsiteY16" fmla="*/ 0 h 5326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9837" h="5326062">
                <a:moveTo>
                  <a:pt x="250164" y="0"/>
                </a:moveTo>
                <a:cubicBezTo>
                  <a:pt x="250164" y="0"/>
                  <a:pt x="250164" y="0"/>
                  <a:pt x="524933" y="0"/>
                </a:cubicBezTo>
                <a:cubicBezTo>
                  <a:pt x="541338" y="0"/>
                  <a:pt x="557742" y="16091"/>
                  <a:pt x="557742" y="36205"/>
                </a:cubicBezTo>
                <a:cubicBezTo>
                  <a:pt x="557742" y="36205"/>
                  <a:pt x="557742" y="36205"/>
                  <a:pt x="557742" y="64363"/>
                </a:cubicBezTo>
                <a:cubicBezTo>
                  <a:pt x="557742" y="104591"/>
                  <a:pt x="590550" y="197113"/>
                  <a:pt x="701278" y="197113"/>
                </a:cubicBezTo>
                <a:cubicBezTo>
                  <a:pt x="758693" y="197113"/>
                  <a:pt x="1718336" y="197113"/>
                  <a:pt x="1816761" y="197113"/>
                </a:cubicBezTo>
                <a:cubicBezTo>
                  <a:pt x="1915186" y="197113"/>
                  <a:pt x="1956197" y="108613"/>
                  <a:pt x="1956197" y="60341"/>
                </a:cubicBezTo>
                <a:cubicBezTo>
                  <a:pt x="1956197" y="60341"/>
                  <a:pt x="1956197" y="60341"/>
                  <a:pt x="1956197" y="36205"/>
                </a:cubicBezTo>
                <a:cubicBezTo>
                  <a:pt x="1956197" y="16091"/>
                  <a:pt x="1972601" y="0"/>
                  <a:pt x="1989005" y="0"/>
                </a:cubicBezTo>
                <a:cubicBezTo>
                  <a:pt x="1989005" y="0"/>
                  <a:pt x="1989005" y="0"/>
                  <a:pt x="2259673" y="0"/>
                </a:cubicBezTo>
                <a:cubicBezTo>
                  <a:pt x="2395008" y="0"/>
                  <a:pt x="2509837" y="112636"/>
                  <a:pt x="2509837" y="249408"/>
                </a:cubicBezTo>
                <a:cubicBezTo>
                  <a:pt x="2509837" y="249408"/>
                  <a:pt x="2509837" y="249408"/>
                  <a:pt x="2509837" y="5080677"/>
                </a:cubicBezTo>
                <a:cubicBezTo>
                  <a:pt x="2509837" y="5217449"/>
                  <a:pt x="2395008" y="5326062"/>
                  <a:pt x="2259673" y="5326062"/>
                </a:cubicBezTo>
                <a:cubicBezTo>
                  <a:pt x="2259673" y="5326062"/>
                  <a:pt x="2259673" y="5326062"/>
                  <a:pt x="250164" y="5326062"/>
                </a:cubicBezTo>
                <a:cubicBezTo>
                  <a:pt x="114829" y="5326062"/>
                  <a:pt x="0" y="5217449"/>
                  <a:pt x="0" y="5080677"/>
                </a:cubicBezTo>
                <a:cubicBezTo>
                  <a:pt x="0" y="5080677"/>
                  <a:pt x="0" y="5080677"/>
                  <a:pt x="0" y="249408"/>
                </a:cubicBezTo>
                <a:cubicBezTo>
                  <a:pt x="0" y="112636"/>
                  <a:pt x="114829" y="0"/>
                  <a:pt x="250164" y="0"/>
                </a:cubicBezTo>
                <a:close/>
              </a:path>
            </a:pathLst>
          </a:custGeom>
          <a:blipFill>
            <a:blip r:embed="rId4">
              <a:alphaModFix amt="0"/>
            </a:blip>
            <a:stretch>
              <a:fillRect/>
            </a:stretch>
          </a:blipFill>
          <a:ln>
            <a:noFill/>
          </a:ln>
        </p:spPr>
        <p:txBody>
          <a:bodyPr wrap="square" tIns="576000" anchor="ctr">
            <a:noAutofit/>
          </a:bodyPr>
          <a:lstStyle>
            <a:lvl1pPr marL="0" indent="0" algn="ctr">
              <a:buNone/>
              <a:defRPr sz="800">
                <a:solidFill>
                  <a:schemeClr val="bg1"/>
                </a:solidFill>
              </a:defRPr>
            </a:lvl1pPr>
          </a:lstStyle>
          <a:p>
            <a:r>
              <a:rPr lang="en-US" dirty="0" err="1"/>
              <a:t>点击添加图片</a:t>
            </a:r>
            <a:endParaRPr lang="en-US" dirty="0"/>
          </a:p>
        </p:txBody>
      </p:sp>
      <p:sp>
        <p:nvSpPr>
          <p:cNvPr id="20" name="Picture Placeholder 8"/>
          <p:cNvSpPr>
            <a:spLocks noGrp="1"/>
          </p:cNvSpPr>
          <p:nvPr>
            <p:ph type="pic" sz="quarter" idx="53" hasCustomPrompt="1"/>
          </p:nvPr>
        </p:nvSpPr>
        <p:spPr>
          <a:xfrm>
            <a:off x="3225540" y="3860089"/>
            <a:ext cx="3290316" cy="2258096"/>
          </a:xfrm>
          <a:prstGeom prst="rect">
            <a:avLst/>
          </a:prstGeom>
          <a:blipFill>
            <a:blip r:embed="rId5">
              <a:alphaModFix amt="0"/>
            </a:blip>
            <a:stretch>
              <a:fillRect/>
            </a:stretch>
          </a:blipFill>
          <a:ln>
            <a:noFill/>
          </a:ln>
        </p:spPr>
        <p:txBody>
          <a:bodyPr wrap="square" tIns="576000" anchor="ctr">
            <a:noAutofit/>
          </a:bodyPr>
          <a:lstStyle>
            <a:lvl1pPr marL="0" indent="0" algn="ctr">
              <a:buNone/>
              <a:defRPr sz="800">
                <a:solidFill>
                  <a:schemeClr val="bg1"/>
                </a:solidFill>
              </a:defRPr>
            </a:lvl1pPr>
          </a:lstStyle>
          <a:p>
            <a:r>
              <a:rPr lang="en-US" dirty="0" err="1"/>
              <a:t>点击添加图片</a:t>
            </a:r>
            <a:endParaRPr lang="en-US" dirty="0"/>
          </a:p>
        </p:txBody>
      </p:sp>
      <p:sp>
        <p:nvSpPr>
          <p:cNvPr id="14"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dirty="0"/>
              <a:t>④ 内部公开 请勿外传</a:t>
            </a:r>
            <a:endParaRPr dirty="0"/>
          </a:p>
        </p:txBody>
      </p:sp>
      <p:sp>
        <p:nvSpPr>
          <p:cNvPr id="1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6"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23"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25" name="图片 24"/>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13" name="文本占位符 10"/>
          <p:cNvSpPr>
            <a:spLocks noGrp="1"/>
          </p:cNvSpPr>
          <p:nvPr>
            <p:ph type="body" sz="quarter" idx="18" hasCustomPrompt="1"/>
          </p:nvPr>
        </p:nvSpPr>
        <p:spPr>
          <a:xfrm>
            <a:off x="416854" y="1785406"/>
            <a:ext cx="2521977" cy="434975"/>
          </a:xfrm>
          <a:prstGeom prst="rect">
            <a:avLst/>
          </a:prstGeom>
        </p:spPr>
        <p:txBody>
          <a:bodyPr/>
          <a:lstStyle>
            <a:lvl1pPr marL="0" indent="0">
              <a:buNone/>
              <a:defRPr sz="2400" b="0" i="0">
                <a:solidFill>
                  <a:srgbClr val="2A70EB"/>
                </a:solidFill>
                <a:latin typeface="微软雅黑" panose="020B0503020204020204" charset="-122"/>
                <a:ea typeface="微软雅黑" panose="020B0503020204020204" charset="-122"/>
              </a:defRPr>
            </a:lvl1pPr>
          </a:lstStyle>
          <a:p>
            <a:pPr lvl="0"/>
            <a:r>
              <a:rPr kumimoji="1" lang="zh-CN" altLang="en-US" dirty="0"/>
              <a:t>段落标题 </a:t>
            </a:r>
            <a:r>
              <a:rPr kumimoji="1" lang="en-US" altLang="zh-CN" dirty="0"/>
              <a:t>22</a:t>
            </a:r>
            <a:r>
              <a:rPr kumimoji="1" lang="zh-CN" altLang="en-US" dirty="0"/>
              <a:t>磅</a:t>
            </a:r>
          </a:p>
        </p:txBody>
      </p:sp>
      <p:sp>
        <p:nvSpPr>
          <p:cNvPr id="17" name="文本占位符 3"/>
          <p:cNvSpPr>
            <a:spLocks noGrp="1"/>
          </p:cNvSpPr>
          <p:nvPr>
            <p:ph type="body" sz="quarter" idx="24" hasCustomPrompt="1"/>
          </p:nvPr>
        </p:nvSpPr>
        <p:spPr>
          <a:xfrm>
            <a:off x="416854" y="2323913"/>
            <a:ext cx="3348621" cy="552822"/>
          </a:xfrm>
          <a:prstGeom prst="rect">
            <a:avLst/>
          </a:prstGeom>
        </p:spPr>
        <p:txBody>
          <a:bodyPr anchor="t"/>
          <a:lstStyle>
            <a:lvl1pPr marL="0" marR="0" indent="0" algn="ctr" defTabSz="914400"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lumMod val="85000"/>
                    <a:lumOff val="15000"/>
                  </a:schemeClr>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Tree>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声明页">
    <p:bg>
      <p:bgPr>
        <a:solidFill>
          <a:srgbClr val="1771EB"/>
        </a:soli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标题 2"/>
          <p:cNvSpPr txBox="1"/>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sz="2700" b="1" dirty="0">
                <a:solidFill>
                  <a:srgbClr val="FFC000"/>
                </a:solidFill>
                <a:latin typeface="微软雅黑" panose="020B0503020204020204" charset="-122"/>
                <a:ea typeface="微软雅黑" panose="020B0503020204020204" charset="-122"/>
              </a:rPr>
              <a:t>特别声明 </a:t>
            </a:r>
            <a:r>
              <a:rPr lang="en-US" altLang="zh-CN" sz="2700" b="1" dirty="0">
                <a:solidFill>
                  <a:srgbClr val="FFC000"/>
                </a:solidFill>
                <a:latin typeface="微软雅黑" panose="020B0503020204020204" charset="-122"/>
                <a:ea typeface="微软雅黑" panose="020B0503020204020204" charset="-122"/>
              </a:rPr>
              <a:t>Claim</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of</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Confidential</a:t>
            </a:r>
            <a:endParaRPr kumimoji="1" lang="zh-CN" altLang="en-US" sz="2700" b="1" dirty="0">
              <a:latin typeface="微软雅黑" panose="020B0503020204020204" charset="-122"/>
              <a:ea typeface="微软雅黑" panose="020B0503020204020204" charset="-122"/>
            </a:endParaRPr>
          </a:p>
        </p:txBody>
      </p:sp>
      <p:sp>
        <p:nvSpPr>
          <p:cNvPr id="8" name="内容占位符 1"/>
          <p:cNvSpPr txBox="1"/>
          <p:nvPr userDrawn="1"/>
        </p:nvSpPr>
        <p:spPr>
          <a:xfrm>
            <a:off x="492918" y="923924"/>
            <a:ext cx="9038708" cy="16908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20000"/>
              </a:lnSpc>
              <a:buFont typeface="Wingdings" panose="05000000000000000000" pitchFamily="2" charset="2"/>
              <a:buChar char="ü"/>
            </a:pPr>
            <a:r>
              <a:rPr lang="zh-CN" altLang="en-US" sz="1800" b="0" i="0" dirty="0">
                <a:solidFill>
                  <a:schemeClr val="bg1"/>
                </a:solidFill>
                <a:latin typeface="微软雅黑" panose="020B0503020204020204" charset="-122"/>
                <a:ea typeface="微软雅黑" panose="020B0503020204020204" charset="-122"/>
              </a:rPr>
              <a:t>本文件内容为 </a:t>
            </a:r>
            <a:r>
              <a:rPr lang="zh-CN" altLang="en-US" sz="1800" b="1" dirty="0">
                <a:solidFill>
                  <a:schemeClr val="accent5"/>
                </a:solidFill>
                <a:latin typeface="微软雅黑" panose="020B0503020204020204" charset="-122"/>
                <a:ea typeface="微软雅黑" panose="020B0503020204020204" charset="-122"/>
              </a:rPr>
              <a:t>④ </a:t>
            </a:r>
            <a:r>
              <a:rPr lang="zh-CN" altLang="en-US" sz="1800" b="1" i="0" dirty="0">
                <a:solidFill>
                  <a:schemeClr val="accent5"/>
                </a:solidFill>
                <a:latin typeface="微软雅黑" panose="020B0503020204020204" charset="-122"/>
                <a:ea typeface="微软雅黑" panose="020B0503020204020204" charset="-122"/>
              </a:rPr>
              <a:t>内部公开 请勿外传</a:t>
            </a:r>
            <a:r>
              <a:rPr lang="zh-CN" altLang="en-US" sz="1800" b="0" i="0" dirty="0">
                <a:solidFill>
                  <a:schemeClr val="bg1"/>
                </a:solidFill>
                <a:latin typeface="微软雅黑" panose="020B0503020204020204" charset="-122"/>
                <a:ea typeface="微软雅黑" panose="020B0503020204020204" charset="-122"/>
              </a:rPr>
              <a:t>：禁止未授权的内部、第三方人员使用与访问</a:t>
            </a:r>
            <a:endParaRPr lang="en-US" altLang="zh-CN" sz="1800" b="0" i="0" dirty="0">
              <a:solidFill>
                <a:schemeClr val="bg1"/>
              </a:solidFill>
              <a:latin typeface="微软雅黑" panose="020B0503020204020204" charset="-122"/>
              <a:ea typeface="微软雅黑" panose="020B050302020402020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微软雅黑" panose="020B0503020204020204" charset="-122"/>
                <a:ea typeface="微软雅黑" panose="020B0503020204020204" charset="-122"/>
              </a:rPr>
              <a:t>非专项必要的业务与项目负责人，收到此内容请立即删除</a:t>
            </a:r>
            <a:endParaRPr lang="en-US" altLang="zh-CN" sz="1800" b="0" i="0" dirty="0">
              <a:solidFill>
                <a:schemeClr val="bg1"/>
              </a:solidFill>
              <a:latin typeface="微软雅黑" panose="020B0503020204020204" charset="-122"/>
              <a:ea typeface="微软雅黑" panose="020B050302020402020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微软雅黑" panose="020B0503020204020204" charset="-122"/>
                <a:ea typeface="微软雅黑" panose="020B0503020204020204" charset="-122"/>
              </a:rPr>
              <a:t>严禁在未经过主管领导审批，发送给无关业务团队与人员</a:t>
            </a:r>
            <a:endParaRPr lang="en-US" altLang="zh-CN" sz="1800" b="0" i="0" dirty="0">
              <a:solidFill>
                <a:schemeClr val="bg1"/>
              </a:solidFill>
              <a:latin typeface="微软雅黑" panose="020B0503020204020204" charset="-122"/>
              <a:ea typeface="微软雅黑" panose="020B0503020204020204" charset="-122"/>
            </a:endParaRPr>
          </a:p>
        </p:txBody>
      </p:sp>
      <p:sp>
        <p:nvSpPr>
          <p:cNvPr id="9" name="标题 2"/>
          <p:cNvSpPr txBox="1"/>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700" b="0" i="0" dirty="0">
                <a:solidFill>
                  <a:srgbClr val="FFC000"/>
                </a:solidFill>
                <a:latin typeface="微软雅黑" panose="020B0503020204020204" charset="-122"/>
                <a:ea typeface="微软雅黑" panose="020B0503020204020204" charset="-122"/>
              </a:rPr>
              <a:t>特别声明 </a:t>
            </a:r>
            <a:r>
              <a:rPr lang="en-US" altLang="zh-CN" sz="2700" b="1" dirty="0">
                <a:solidFill>
                  <a:srgbClr val="FFC000"/>
                </a:solidFill>
                <a:latin typeface="微软雅黑" panose="020B0503020204020204" charset="-122"/>
                <a:ea typeface="微软雅黑" panose="020B0503020204020204" charset="-122"/>
              </a:rPr>
              <a:t>Claim</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of</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Confidential</a:t>
            </a:r>
            <a:endParaRPr kumimoji="1" lang="zh-CN" altLang="en-US" sz="2700" b="0" i="0" dirty="0">
              <a:latin typeface="微软雅黑" panose="020B0503020204020204" charset="-122"/>
              <a:ea typeface="微软雅黑" panose="020B0503020204020204" charset="-122"/>
            </a:endParaRPr>
          </a:p>
        </p:txBody>
      </p:sp>
      <p:sp>
        <p:nvSpPr>
          <p:cNvPr id="10" name="内容占位符 1"/>
          <p:cNvSpPr txBox="1"/>
          <p:nvPr userDrawn="1"/>
        </p:nvSpPr>
        <p:spPr>
          <a:xfrm>
            <a:off x="590549" y="3332017"/>
            <a:ext cx="11006655" cy="3432199"/>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版权所有</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©1993-2022 </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金蝶国际软件集团有限公司。保留一切权利。</a:t>
            </a:r>
          </a:p>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未经金蝶国际软件集团有限公司的书面许可，任何单位或个人不得以任何形式或为任何目的复制或传播本文档的任何内容。本文档中包含的信息如有更改，恕不另行通知。</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 </a:t>
            </a:r>
            <a:endPar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本文档提到的金蝶</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EBC®</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、金蝶云苍穹</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、金蝶云星瀚</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、金蝶云星空</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、金蝶云星辰</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KIS®</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K/3®</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EAS®</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、友商网</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en-US" altLang="zh-CN" sz="1400" b="0" i="0" kern="1200" dirty="0" err="1">
                <a:solidFill>
                  <a:schemeClr val="bg1">
                    <a:alpha val="50000"/>
                  </a:schemeClr>
                </a:solidFill>
                <a:effectLst/>
                <a:latin typeface="微软雅黑" panose="020B0503020204020204" charset="-122"/>
                <a:ea typeface="微软雅黑" panose="020B0503020204020204" charset="-122"/>
                <a:cs typeface="+mn-cs"/>
              </a:rPr>
              <a:t>Apusic</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和其它金蝶产品和服务以及它们各自的徽标均为金蝶软件（中国）有限公司或其关联公司在中国和其他国家或地区的商标或注册商标。本文档提到的所有其它产品和服务名称分别为它们各自公司的商标。</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 </a:t>
            </a:r>
            <a:endPar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本文档所用数据均为虚构的模拟数据，不代表任何一家企业的真实情况，如有权利人认为文档中的任何内容存在侵权情况，请反馈给金蝶官方邮箱（</a:t>
            </a:r>
            <a:r>
              <a:rPr lang="en-US" altLang="zh-CN" sz="1400" b="0" i="0" kern="1200" dirty="0" err="1">
                <a:solidFill>
                  <a:schemeClr val="bg1">
                    <a:alpha val="50000"/>
                  </a:schemeClr>
                </a:solidFill>
                <a:effectLst/>
                <a:latin typeface="微软雅黑" panose="020B0503020204020204" charset="-122"/>
                <a:ea typeface="微软雅黑" panose="020B0503020204020204" charset="-122"/>
                <a:cs typeface="+mn-cs"/>
              </a:rPr>
              <a:t>DataSubjectRequest@kingdee.com</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），我们将在</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15</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个工作日内处理。</a:t>
            </a:r>
            <a:endPar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marL="228600" marR="0" lvl="0" indent="-228600" algn="just"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lang="zh-CN" altLang="en-US" sz="1400" b="0" i="0" dirty="0">
                <a:solidFill>
                  <a:schemeClr val="bg1">
                    <a:alpha val="50000"/>
                  </a:schemeClr>
                </a:solidFill>
                <a:latin typeface="微软雅黑" panose="020B0503020204020204" charset="-122"/>
                <a:ea typeface="微软雅黑" panose="020B0503020204020204" charset="-122"/>
              </a:rPr>
              <a:t>注：</a:t>
            </a:r>
            <a:r>
              <a:rPr lang="zh-CN" altLang="zh-CN" sz="1400" b="0" i="0" dirty="0">
                <a:solidFill>
                  <a:schemeClr val="bg1">
                    <a:alpha val="50000"/>
                  </a:schemeClr>
                </a:solidFill>
                <a:latin typeface="微软雅黑" panose="020B0503020204020204" charset="-122"/>
                <a:ea typeface="微软雅黑" panose="020B0503020204020204" charset="-122"/>
              </a:rPr>
              <a:t>①绝密信息 严禁泄露</a:t>
            </a:r>
            <a:r>
              <a:rPr lang="zh-CN" altLang="en-US" sz="1400" b="0" i="0" dirty="0">
                <a:solidFill>
                  <a:schemeClr val="bg1">
                    <a:alpha val="50000"/>
                  </a:schemeClr>
                </a:solidFill>
                <a:latin typeface="微软雅黑" panose="020B0503020204020204" charset="-122"/>
                <a:ea typeface="微软雅黑" panose="020B0503020204020204" charset="-122"/>
              </a:rPr>
              <a:t>  </a:t>
            </a:r>
            <a:r>
              <a:rPr lang="zh-CN" altLang="zh-CN" sz="1400" b="0" i="0" dirty="0">
                <a:solidFill>
                  <a:schemeClr val="bg1">
                    <a:alpha val="50000"/>
                  </a:schemeClr>
                </a:solidFill>
                <a:latin typeface="微软雅黑" panose="020B0503020204020204" charset="-122"/>
                <a:ea typeface="微软雅黑" panose="020B0503020204020204" charset="-122"/>
              </a:rPr>
              <a:t>②机密信息 严禁泄露</a:t>
            </a:r>
            <a:r>
              <a:rPr lang="zh-CN" altLang="en-US" sz="1400" b="0" i="0" dirty="0">
                <a:solidFill>
                  <a:schemeClr val="bg1">
                    <a:alpha val="50000"/>
                  </a:schemeClr>
                </a:solidFill>
                <a:latin typeface="微软雅黑" panose="020B0503020204020204" charset="-122"/>
                <a:ea typeface="微软雅黑" panose="020B0503020204020204" charset="-122"/>
              </a:rPr>
              <a:t>   </a:t>
            </a:r>
            <a:r>
              <a:rPr lang="zh-CN" altLang="zh-CN" sz="1400" b="0" i="0" dirty="0">
                <a:solidFill>
                  <a:schemeClr val="bg1">
                    <a:alpha val="50000"/>
                  </a:schemeClr>
                </a:solidFill>
                <a:latin typeface="微软雅黑" panose="020B0503020204020204" charset="-122"/>
                <a:ea typeface="微软雅黑" panose="020B0503020204020204" charset="-122"/>
              </a:rPr>
              <a:t>③秘密信息 严禁泄露 </a:t>
            </a:r>
            <a:r>
              <a:rPr lang="zh-CN" altLang="en-US" sz="1400" b="0" i="0" dirty="0">
                <a:solidFill>
                  <a:schemeClr val="bg1">
                    <a:alpha val="50000"/>
                  </a:schemeClr>
                </a:solidFill>
                <a:latin typeface="微软雅黑" panose="020B0503020204020204" charset="-122"/>
                <a:ea typeface="微软雅黑" panose="020B0503020204020204" charset="-122"/>
              </a:rPr>
              <a:t> </a:t>
            </a:r>
            <a:r>
              <a:rPr lang="zh-CN" altLang="zh-CN" sz="1400" b="0" i="0" dirty="0">
                <a:solidFill>
                  <a:schemeClr val="bg1">
                    <a:alpha val="50000"/>
                  </a:schemeClr>
                </a:solidFill>
                <a:latin typeface="微软雅黑" panose="020B0503020204020204" charset="-122"/>
                <a:ea typeface="微软雅黑" panose="020B0503020204020204" charset="-122"/>
              </a:rPr>
              <a:t>④内部公开 请勿外传 </a:t>
            </a:r>
          </a:p>
          <a:p>
            <a:pPr algn="just">
              <a:lnSpc>
                <a:spcPct val="150000"/>
              </a:lnSpc>
              <a:spcBef>
                <a:spcPts val="0"/>
              </a:spcBef>
            </a:pPr>
            <a:endPar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algn="just">
              <a:lnSpc>
                <a:spcPct val="150000"/>
              </a:lnSpc>
              <a:spcBef>
                <a:spcPts val="0"/>
              </a:spcBef>
            </a:pPr>
            <a:endParaRPr kumimoji="1" lang="zh-CN" altLang="en-US" sz="1400" b="0" i="0" dirty="0">
              <a:solidFill>
                <a:schemeClr val="bg1">
                  <a:alpha val="50000"/>
                </a:schemeClr>
              </a:solidFill>
              <a:latin typeface="微软雅黑" panose="020B0503020204020204" charset="-122"/>
              <a:ea typeface="微软雅黑" panose="020B0503020204020204" charset="-122"/>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0" y="-8055"/>
            <a:ext cx="12202160" cy="6866055"/>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5146" y="2021376"/>
            <a:ext cx="6012403" cy="3202537"/>
          </a:xfrm>
          <a:prstGeom prst="rect">
            <a:avLst/>
          </a:prstGeom>
        </p:spPr>
      </p:pic>
      <p:sp>
        <p:nvSpPr>
          <p:cNvPr id="4" name="Rectangle 37"/>
          <p:cNvSpPr/>
          <p:nvPr userDrawn="1"/>
        </p:nvSpPr>
        <p:spPr bwMode="auto">
          <a:xfrm>
            <a:off x="1001663" y="6364968"/>
            <a:ext cx="2711022" cy="171459"/>
          </a:xfrm>
          <a:prstGeom prst="rect">
            <a:avLst/>
          </a:prstGeom>
          <a:noFill/>
          <a:ln>
            <a:noFill/>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a:pP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版权所有</a:t>
            </a:r>
            <a:r>
              <a:rPr lang="en-US" altLang="zh-CN"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©1993-2022</a:t>
            </a: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 </a:t>
            </a: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金蝶国际软件集团有限公司</a:t>
            </a:r>
            <a:endParaRPr lang="zh-CN" altLang="en-US" sz="900" b="0" i="0" kern="120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endParaRPr>
          </a:p>
          <a:p>
            <a:pPr algn="l"/>
            <a:endPar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endParaRPr>
          </a:p>
        </p:txBody>
      </p:sp>
      <p:pic>
        <p:nvPicPr>
          <p:cNvPr id="5" name="图片 4"/>
          <p:cNvPicPr>
            <a:picLocks noChangeAspect="1"/>
          </p:cNvPicPr>
          <p:nvPr userDrawn="1"/>
        </p:nvPicPr>
        <p:blipFill>
          <a:blip r:embed="rId4"/>
          <a:stretch>
            <a:fillRect/>
          </a:stretch>
        </p:blipFill>
        <p:spPr>
          <a:xfrm>
            <a:off x="69305" y="85356"/>
            <a:ext cx="2319274" cy="1304422"/>
          </a:xfrm>
          <a:prstGeom prst="rect">
            <a:avLst/>
          </a:prstGeom>
        </p:spPr>
      </p:pic>
      <p:sp>
        <p:nvSpPr>
          <p:cNvPr id="6" name="Text Box 2"/>
          <p:cNvSpPr txBox="1"/>
          <p:nvPr userDrawn="1"/>
        </p:nvSpPr>
        <p:spPr>
          <a:xfrm>
            <a:off x="4786041" y="6290346"/>
            <a:ext cx="1252234" cy="171459"/>
          </a:xfrm>
          <a:prstGeom prst="rect">
            <a:avLst/>
          </a:prstGeom>
          <a:ln w="12700">
            <a:miter lim="400000"/>
          </a:ln>
        </p:spPr>
        <p:txBody>
          <a:bodyPr wrap="square" lIns="8891" tIns="8891" rIns="8891" bIns="8891" anchor="ctr">
            <a:spAutoFit/>
          </a:bodyPr>
          <a:lstStyle/>
          <a:p>
            <a:pPr algn="r">
              <a:lnSpc>
                <a:spcPts val="1335"/>
              </a:lnSpc>
              <a:defRPr sz="700">
                <a:solidFill>
                  <a:srgbClr val="FFFFFF">
                    <a:alpha val="5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935" dirty="0">
              <a:solidFill>
                <a:schemeClr val="tx1">
                  <a:lumMod val="85000"/>
                  <a:lumOff val="15000"/>
                </a:schemeClr>
              </a:solidFill>
            </a:endParaRPr>
          </a:p>
        </p:txBody>
      </p:sp>
      <p:sp>
        <p:nvSpPr>
          <p:cNvPr id="9" name="Text Box 2"/>
          <p:cNvSpPr txBox="1"/>
          <p:nvPr userDrawn="1"/>
        </p:nvSpPr>
        <p:spPr>
          <a:xfrm>
            <a:off x="3323925" y="6290346"/>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sz="900" b="0" i="0" kern="1200" spc="0" baseline="0" dirty="0">
                <a:solidFill>
                  <a:schemeClr val="bg1">
                    <a:alpha val="50000"/>
                  </a:schemeClr>
                </a:solidFill>
                <a:latin typeface="微软雅黑" panose="020B0503020204020204" charset="-122"/>
                <a:ea typeface="微软雅黑" panose="020B0503020204020204" charset="-122"/>
              </a:rPr>
              <a:t>④ 内部公开 请勿外传</a:t>
            </a:r>
            <a:endParaRPr sz="900" b="0" i="0" kern="1200" spc="0" baseline="0" dirty="0">
              <a:solidFill>
                <a:schemeClr val="bg1">
                  <a:alpha val="50000"/>
                </a:schemeClr>
              </a:solidFill>
              <a:latin typeface="微软雅黑" panose="020B0503020204020204" charset="-122"/>
              <a:ea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微软雅黑" panose="020B0503020204020204" charset="-122"/>
                <a:ea typeface="微软雅黑" panose="020B0503020204020204" charset="-122"/>
              </a:defRPr>
            </a:lvl1pPr>
          </a:lstStyle>
          <a:p>
            <a:endParaRPr kumimoji="1"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微软雅黑" panose="020B0503020204020204" charset="-122"/>
                <a:ea typeface="微软雅黑" panose="020B0503020204020204" charset="-122"/>
              </a:defRPr>
            </a:lvl1pPr>
          </a:lstStyle>
          <a:p>
            <a:r>
              <a:rPr kumimoji="1" lang="en-US" altLang="zh-CN" dirty="0"/>
              <a:t>1</a:t>
            </a:r>
            <a:endParaRPr kumimoji="1" lang="zh-CN" altLang="en-US" dirty="0"/>
          </a:p>
        </p:txBody>
      </p:sp>
      <p:sp>
        <p:nvSpPr>
          <p:cNvPr id="5" name="圆形"/>
          <p:cNvSpPr/>
          <p:nvPr userDrawn="1"/>
        </p:nvSpPr>
        <p:spPr>
          <a:xfrm>
            <a:off x="-806775" y="3292324"/>
            <a:ext cx="412720" cy="412720"/>
          </a:xfrm>
          <a:prstGeom prst="ellipse">
            <a:avLst/>
          </a:prstGeom>
          <a:solidFill>
            <a:srgbClr val="2971EB"/>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2386EE"/>
              </a:solidFill>
              <a:latin typeface="微软雅黑" panose="020B0503020204020204" charset="-122"/>
              <a:ea typeface="微软雅黑" panose="020B0503020204020204" charset="-122"/>
            </a:endParaRPr>
          </a:p>
        </p:txBody>
      </p:sp>
      <p:sp>
        <p:nvSpPr>
          <p:cNvPr id="7" name="圆形"/>
          <p:cNvSpPr/>
          <p:nvPr userDrawn="1"/>
        </p:nvSpPr>
        <p:spPr>
          <a:xfrm>
            <a:off x="-804772" y="4806477"/>
            <a:ext cx="412721" cy="412720"/>
          </a:xfrm>
          <a:prstGeom prst="ellipse">
            <a:avLst/>
          </a:prstGeom>
          <a:solidFill>
            <a:srgbClr val="00CCFE"/>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05C8C8"/>
              </a:solidFill>
              <a:latin typeface="微软雅黑" panose="020B0503020204020204" charset="-122"/>
              <a:ea typeface="微软雅黑" panose="020B0503020204020204" charset="-122"/>
            </a:endParaRPr>
          </a:p>
        </p:txBody>
      </p:sp>
      <p:sp>
        <p:nvSpPr>
          <p:cNvPr id="8" name="圆形"/>
          <p:cNvSpPr/>
          <p:nvPr userDrawn="1"/>
        </p:nvSpPr>
        <p:spPr>
          <a:xfrm>
            <a:off x="-1348384" y="4790261"/>
            <a:ext cx="412721" cy="412720"/>
          </a:xfrm>
          <a:prstGeom prst="ellipse">
            <a:avLst/>
          </a:prstGeom>
          <a:solidFill>
            <a:schemeClr val="bg2">
              <a:lumMod val="25000"/>
            </a:schemeClr>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微软雅黑" panose="020B0503020204020204" charset="-122"/>
              <a:ea typeface="微软雅黑" panose="020B0503020204020204" charset="-122"/>
            </a:endParaRPr>
          </a:p>
        </p:txBody>
      </p:sp>
      <p:sp>
        <p:nvSpPr>
          <p:cNvPr id="9" name="圆形"/>
          <p:cNvSpPr/>
          <p:nvPr userDrawn="1"/>
        </p:nvSpPr>
        <p:spPr>
          <a:xfrm>
            <a:off x="-1348384" y="5304965"/>
            <a:ext cx="412721" cy="412720"/>
          </a:xfrm>
          <a:prstGeom prst="ellipse">
            <a:avLst/>
          </a:prstGeom>
          <a:solidFill>
            <a:schemeClr val="bg1">
              <a:lumMod val="75000"/>
            </a:schemeClr>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latin typeface="微软雅黑" panose="020B0503020204020204" charset="-122"/>
              <a:ea typeface="微软雅黑" panose="020B0503020204020204" charset="-122"/>
            </a:endParaRPr>
          </a:p>
        </p:txBody>
      </p:sp>
      <p:sp>
        <p:nvSpPr>
          <p:cNvPr id="10" name="圆形"/>
          <p:cNvSpPr/>
          <p:nvPr userDrawn="1"/>
        </p:nvSpPr>
        <p:spPr>
          <a:xfrm>
            <a:off x="-804772" y="5872245"/>
            <a:ext cx="412721" cy="412720"/>
          </a:xfrm>
          <a:prstGeom prst="ellipse">
            <a:avLst/>
          </a:prstGeom>
          <a:solidFill>
            <a:srgbClr val="A06EFF"/>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A06EFF"/>
              </a:solidFill>
              <a:latin typeface="微软雅黑" panose="020B0503020204020204" charset="-122"/>
              <a:ea typeface="微软雅黑" panose="020B0503020204020204" charset="-122"/>
            </a:endParaRPr>
          </a:p>
        </p:txBody>
      </p:sp>
      <p:sp>
        <p:nvSpPr>
          <p:cNvPr id="11" name="圆形"/>
          <p:cNvSpPr/>
          <p:nvPr userDrawn="1"/>
        </p:nvSpPr>
        <p:spPr>
          <a:xfrm>
            <a:off x="-804772" y="5345152"/>
            <a:ext cx="412721" cy="412720"/>
          </a:xfrm>
          <a:prstGeom prst="ellipse">
            <a:avLst/>
          </a:prstGeom>
          <a:solidFill>
            <a:srgbClr val="05C8C8"/>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05C8C8"/>
              </a:solidFill>
              <a:latin typeface="微软雅黑" panose="020B0503020204020204" charset="-122"/>
              <a:ea typeface="微软雅黑" panose="020B0503020204020204" charset="-122"/>
            </a:endParaRPr>
          </a:p>
        </p:txBody>
      </p:sp>
      <p:sp>
        <p:nvSpPr>
          <p:cNvPr id="12" name="圆形"/>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2386EE"/>
              </a:solidFill>
              <a:latin typeface="微软雅黑" panose="020B0503020204020204" charset="-122"/>
              <a:ea typeface="微软雅黑" panose="020B0503020204020204" charset="-122"/>
            </a:endParaRPr>
          </a:p>
        </p:txBody>
      </p:sp>
      <p:sp>
        <p:nvSpPr>
          <p:cNvPr id="13" name="圆形"/>
          <p:cNvSpPr/>
          <p:nvPr userDrawn="1"/>
        </p:nvSpPr>
        <p:spPr>
          <a:xfrm>
            <a:off x="-813916" y="6408704"/>
            <a:ext cx="412721" cy="412720"/>
          </a:xfrm>
          <a:prstGeom prst="ellipse">
            <a:avLst/>
          </a:prstGeom>
          <a:solidFill>
            <a:srgbClr val="FFB61A"/>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latin typeface="微软雅黑" panose="020B0503020204020204" charset="-122"/>
              <a:ea typeface="微软雅黑" panose="020B0503020204020204" charset="-122"/>
            </a:endParaRPr>
          </a:p>
        </p:txBody>
      </p:sp>
      <p:sp>
        <p:nvSpPr>
          <p:cNvPr id="14" name="圆形"/>
          <p:cNvSpPr/>
          <p:nvPr userDrawn="1"/>
        </p:nvSpPr>
        <p:spPr>
          <a:xfrm>
            <a:off x="-1348384" y="5806412"/>
            <a:ext cx="412721" cy="412720"/>
          </a:xfrm>
          <a:prstGeom prst="ellipse">
            <a:avLst/>
          </a:prstGeom>
          <a:solidFill>
            <a:srgbClr val="E7F1FF"/>
          </a:solidFill>
          <a:ln w="3175">
            <a:solidFill>
              <a:schemeClr val="bg1">
                <a:lumMod val="85000"/>
              </a:schemeClr>
            </a:solidFill>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latin typeface="微软雅黑" panose="020B0503020204020204" charset="-122"/>
              <a:ea typeface="微软雅黑" panose="020B0503020204020204" charset="-122"/>
            </a:endParaRPr>
          </a:p>
        </p:txBody>
      </p:sp>
      <p:sp>
        <p:nvSpPr>
          <p:cNvPr id="15" name="圆形"/>
          <p:cNvSpPr/>
          <p:nvPr userDrawn="1"/>
        </p:nvSpPr>
        <p:spPr>
          <a:xfrm>
            <a:off x="-804772" y="4251104"/>
            <a:ext cx="412721" cy="412720"/>
          </a:xfrm>
          <a:prstGeom prst="ellipse">
            <a:avLst/>
          </a:prstGeom>
          <a:solidFill>
            <a:srgbClr val="22AAFE"/>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rgbClr val="2386EE"/>
              </a:solidFill>
              <a:latin typeface="微软雅黑" panose="020B0503020204020204" charset="-122"/>
              <a:ea typeface="微软雅黑" panose="020B0503020204020204" charset="-122"/>
            </a:endParaRPr>
          </a:p>
        </p:txBody>
      </p:sp>
      <p:sp>
        <p:nvSpPr>
          <p:cNvPr id="16" name="圆形"/>
          <p:cNvSpPr/>
          <p:nvPr userDrawn="1"/>
        </p:nvSpPr>
        <p:spPr>
          <a:xfrm>
            <a:off x="-1348384" y="4279866"/>
            <a:ext cx="412721" cy="412720"/>
          </a:xfrm>
          <a:prstGeom prst="ellipse">
            <a:avLst/>
          </a:prstGeom>
          <a:solidFill>
            <a:srgbClr val="28235F"/>
          </a:solidFill>
          <a:ln w="3175">
            <a:miter lim="400000"/>
          </a:ln>
        </p:spPr>
        <p:txBody>
          <a:bodyPr lIns="38489" tIns="38489" rIns="38489" bIns="38489" anchor="ctr"/>
          <a:lstStyle/>
          <a:p>
            <a:pPr defTabSz="602615">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微软雅黑" panose="020B0503020204020204" charset="-122"/>
              <a:ea typeface="微软雅黑" panose="020B0503020204020204" charset="-122"/>
            </a:endParaRPr>
          </a:p>
        </p:txBody>
      </p:sp>
      <p:sp>
        <p:nvSpPr>
          <p:cNvPr id="17" name="文本框 16"/>
          <p:cNvSpPr txBox="1"/>
          <p:nvPr userDrawn="1"/>
        </p:nvSpPr>
        <p:spPr>
          <a:xfrm>
            <a:off x="-1395167" y="2953343"/>
            <a:ext cx="744717" cy="276999"/>
          </a:xfrm>
          <a:prstGeom prst="rect">
            <a:avLst/>
          </a:prstGeom>
          <a:noFill/>
        </p:spPr>
        <p:txBody>
          <a:bodyPr wrap="square" rtlCol="0">
            <a:spAutoFit/>
          </a:bodyPr>
          <a:lstStyle/>
          <a:p>
            <a:r>
              <a:rPr kumimoji="1" lang="zh-CN" altLang="en-US" sz="1200" b="0" i="0" dirty="0">
                <a:latin typeface="微软雅黑 Light" panose="020B0502040204020203" pitchFamily="34" charset="-122"/>
                <a:ea typeface="微软雅黑 Light" panose="020B0502040204020203" pitchFamily="34" charset="-122"/>
              </a:rPr>
              <a:t>主色</a:t>
            </a:r>
          </a:p>
        </p:txBody>
      </p:sp>
      <p:sp>
        <p:nvSpPr>
          <p:cNvPr id="18" name="文本框 17"/>
          <p:cNvSpPr txBox="1"/>
          <p:nvPr userDrawn="1"/>
        </p:nvSpPr>
        <p:spPr>
          <a:xfrm>
            <a:off x="-1395167" y="3959257"/>
            <a:ext cx="650449" cy="276999"/>
          </a:xfrm>
          <a:prstGeom prst="rect">
            <a:avLst/>
          </a:prstGeom>
          <a:noFill/>
        </p:spPr>
        <p:txBody>
          <a:bodyPr wrap="square" rtlCol="0">
            <a:spAutoFit/>
          </a:bodyPr>
          <a:lstStyle/>
          <a:p>
            <a:r>
              <a:rPr kumimoji="1" lang="zh-CN" altLang="en-US" sz="1200" b="0" i="0" dirty="0">
                <a:latin typeface="微软雅黑 Light" panose="020B0502040204020203" pitchFamily="34" charset="-122"/>
                <a:ea typeface="微软雅黑 Light" panose="020B0502040204020203" pitchFamily="34" charset="-122"/>
              </a:rPr>
              <a:t>辅助色</a:t>
            </a:r>
          </a:p>
        </p:txBody>
      </p:sp>
      <p:sp>
        <p:nvSpPr>
          <p:cNvPr id="19" name="文本框 18"/>
          <p:cNvSpPr txBox="1"/>
          <p:nvPr userDrawn="1"/>
        </p:nvSpPr>
        <p:spPr>
          <a:xfrm>
            <a:off x="-1395167" y="2125202"/>
            <a:ext cx="744717" cy="276999"/>
          </a:xfrm>
          <a:prstGeom prst="rect">
            <a:avLst/>
          </a:prstGeom>
          <a:noFill/>
        </p:spPr>
        <p:txBody>
          <a:bodyPr wrap="square" rtlCol="0">
            <a:spAutoFit/>
          </a:bodyPr>
          <a:lstStyle/>
          <a:p>
            <a:r>
              <a:rPr kumimoji="1" lang="zh-CN" altLang="en-US" sz="1200" b="0" i="0" dirty="0">
                <a:latin typeface="微软雅黑 Light" panose="020B0502040204020203" pitchFamily="34" charset="-122"/>
                <a:ea typeface="微软雅黑 Light" panose="020B0502040204020203" pitchFamily="34" charset="-122"/>
              </a:rPr>
              <a:t>字体</a:t>
            </a:r>
          </a:p>
        </p:txBody>
      </p:sp>
      <p:sp>
        <p:nvSpPr>
          <p:cNvPr id="20" name="文本框 19"/>
          <p:cNvSpPr txBox="1"/>
          <p:nvPr userDrawn="1"/>
        </p:nvSpPr>
        <p:spPr>
          <a:xfrm>
            <a:off x="-1395167" y="2384599"/>
            <a:ext cx="1338606" cy="338554"/>
          </a:xfrm>
          <a:prstGeom prst="rect">
            <a:avLst/>
          </a:prstGeom>
          <a:noFill/>
        </p:spPr>
        <p:txBody>
          <a:bodyPr wrap="square" rtlCol="0">
            <a:spAutoFit/>
          </a:bodyPr>
          <a:lstStyle/>
          <a:p>
            <a:r>
              <a:rPr kumimoji="1" lang="zh-CN" altLang="en-US" sz="1600" b="0" i="0" dirty="0">
                <a:latin typeface="微软雅黑" panose="020B0503020204020204" charset="-122"/>
                <a:ea typeface="微软雅黑" panose="020B0503020204020204" charset="-122"/>
              </a:rPr>
              <a:t>微软雅黑</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XX</a:t>
            </a:r>
            <a:r>
              <a:rPr lang="zh-CN" altLang="en-US" dirty="0">
                <a:sym typeface="+mn-ea"/>
              </a:rPr>
              <a:t>集团</a:t>
            </a:r>
            <a:r>
              <a:rPr lang="en-US" altLang="zh-CN" dirty="0">
                <a:sym typeface="+mn-ea"/>
              </a:rPr>
              <a:t>XX</a:t>
            </a:r>
            <a:r>
              <a:rPr lang="zh-CN" altLang="en-US" dirty="0">
                <a:sym typeface="+mn-ea"/>
              </a:rPr>
              <a:t>项目周报（第</a:t>
            </a:r>
            <a:r>
              <a:rPr lang="en-US" altLang="zh-CN" dirty="0">
                <a:sym typeface="+mn-ea"/>
              </a:rPr>
              <a:t>X</a:t>
            </a:r>
            <a:r>
              <a:rPr lang="zh-CN" altLang="en-US" dirty="0">
                <a:sym typeface="+mn-ea"/>
              </a:rPr>
              <a:t>周）</a:t>
            </a:r>
            <a:br>
              <a:rPr lang="zh-CN" altLang="en-US" b="1" dirty="0">
                <a:solidFill>
                  <a:schemeClr val="bg1"/>
                </a:solidFill>
                <a:latin typeface="微软雅黑" panose="020B0503020204020204" charset="-122"/>
                <a:ea typeface="微软雅黑" panose="020B0503020204020204" charset="-122"/>
              </a:rPr>
            </a:br>
            <a:r>
              <a:rPr lang="en-US" altLang="zh-CN" kern="0" dirty="0">
                <a:sym typeface="+mn-ea"/>
              </a:rPr>
              <a:t>2022.10.xx - 2022.10.xx</a:t>
            </a:r>
            <a:endParaRPr kumimoji="1" lang="zh-CN" altLang="en-US" dirty="0"/>
          </a:p>
        </p:txBody>
      </p:sp>
      <p:sp>
        <p:nvSpPr>
          <p:cNvPr id="4" name="内容占位符 3"/>
          <p:cNvSpPr>
            <a:spLocks noGrp="1"/>
          </p:cNvSpPr>
          <p:nvPr>
            <p:ph sz="quarter" idx="13"/>
          </p:nvPr>
        </p:nvSpPr>
        <p:spPr/>
        <p:txBody>
          <a:bodyPr/>
          <a:lstStyle/>
          <a:p>
            <a:r>
              <a:rPr kumimoji="1" lang="zh-CN" altLang="en-US" dirty="0"/>
              <a:t>汇报人：</a:t>
            </a:r>
          </a:p>
        </p:txBody>
      </p:sp>
      <p:sp>
        <p:nvSpPr>
          <p:cNvPr id="5" name="内容占位符 4"/>
          <p:cNvSpPr>
            <a:spLocks noGrp="1"/>
          </p:cNvSpPr>
          <p:nvPr>
            <p:ph sz="quarter" idx="14"/>
          </p:nvPr>
        </p:nvSpPr>
        <p:spPr/>
        <p:txBody>
          <a:bodyPr/>
          <a:lstStyle/>
          <a:p>
            <a:r>
              <a:rPr kumimoji="1" lang="en-US" altLang="zh-CN" dirty="0"/>
              <a:t>2022.10.24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kumimoji="1" lang="en-US" altLang="zh-CN" dirty="0"/>
              <a:t>02</a:t>
            </a:r>
            <a:endParaRPr kumimoji="1" lang="zh-CN" altLang="en-US" dirty="0"/>
          </a:p>
        </p:txBody>
      </p:sp>
      <p:sp>
        <p:nvSpPr>
          <p:cNvPr id="3" name="文本占位符 2"/>
          <p:cNvSpPr>
            <a:spLocks noGrp="1"/>
          </p:cNvSpPr>
          <p:nvPr>
            <p:ph type="body" sz="quarter" idx="14"/>
          </p:nvPr>
        </p:nvSpPr>
        <p:spPr/>
        <p:txBody>
          <a:bodyPr/>
          <a:lstStyle/>
          <a:p>
            <a:r>
              <a:rPr kumimoji="1" lang="en-US" altLang="zh-CN" dirty="0"/>
              <a:t>03</a:t>
            </a:r>
            <a:endParaRPr kumimoji="1" lang="zh-CN" altLang="en-US" dirty="0"/>
          </a:p>
        </p:txBody>
      </p:sp>
      <p:sp>
        <p:nvSpPr>
          <p:cNvPr id="4" name="文本占位符 3"/>
          <p:cNvSpPr>
            <a:spLocks noGrp="1"/>
          </p:cNvSpPr>
          <p:nvPr>
            <p:ph type="body" sz="quarter" idx="15"/>
          </p:nvPr>
        </p:nvSpPr>
        <p:spPr/>
        <p:txBody>
          <a:bodyPr/>
          <a:lstStyle/>
          <a:p>
            <a:r>
              <a:rPr lang="zh-CN" altLang="en-US" dirty="0">
                <a:solidFill>
                  <a:schemeClr val="tx1">
                    <a:lumMod val="75000"/>
                    <a:lumOff val="25000"/>
                  </a:schemeClr>
                </a:solidFill>
                <a:sym typeface="+mn-ea"/>
              </a:rPr>
              <a:t>项目总体进度</a:t>
            </a:r>
            <a:endParaRPr kumimoji="1" lang="zh-CN" altLang="en-US"/>
          </a:p>
        </p:txBody>
      </p:sp>
      <p:sp>
        <p:nvSpPr>
          <p:cNvPr id="8" name="文本占位符 7"/>
          <p:cNvSpPr>
            <a:spLocks noGrp="1"/>
          </p:cNvSpPr>
          <p:nvPr>
            <p:ph type="body" sz="quarter" idx="21"/>
          </p:nvPr>
        </p:nvSpPr>
        <p:spPr/>
        <p:txBody>
          <a:bodyPr/>
          <a:lstStyle/>
          <a:p>
            <a:r>
              <a:rPr kumimoji="1" lang="en-US" altLang="zh-CN" dirty="0"/>
              <a:t>04</a:t>
            </a:r>
            <a:endParaRPr kumimoji="1" lang="zh-CN" altLang="en-US" dirty="0"/>
          </a:p>
        </p:txBody>
      </p:sp>
      <p:sp>
        <p:nvSpPr>
          <p:cNvPr id="14" name="文本占位符 13"/>
          <p:cNvSpPr>
            <a:spLocks noGrp="1"/>
          </p:cNvSpPr>
          <p:nvPr>
            <p:ph type="body" sz="quarter" idx="28"/>
          </p:nvPr>
        </p:nvSpPr>
        <p:spPr/>
        <p:txBody>
          <a:bodyPr/>
          <a:lstStyle/>
          <a:p>
            <a:r>
              <a:rPr kumimoji="1" lang="zh-CN" altLang="en-US" dirty="0"/>
              <a:t> </a:t>
            </a:r>
          </a:p>
        </p:txBody>
      </p:sp>
      <p:sp>
        <p:nvSpPr>
          <p:cNvPr id="15" name="文本占位符 14"/>
          <p:cNvSpPr>
            <a:spLocks noGrp="1"/>
          </p:cNvSpPr>
          <p:nvPr>
            <p:ph type="body" sz="quarter" idx="29"/>
          </p:nvPr>
        </p:nvSpPr>
        <p:spPr/>
        <p:txBody>
          <a:bodyPr/>
          <a:lstStyle/>
          <a:p>
            <a:r>
              <a:rPr lang="zh-CN" altLang="en-US" dirty="0">
                <a:solidFill>
                  <a:schemeClr val="tx1">
                    <a:lumMod val="75000"/>
                    <a:lumOff val="25000"/>
                  </a:schemeClr>
                </a:solidFill>
                <a:sym typeface="+mn-ea"/>
              </a:rPr>
              <a:t>本周工作进展</a:t>
            </a:r>
            <a:endParaRPr kumimoji="1" lang="zh-CN" altLang="en-US"/>
          </a:p>
        </p:txBody>
      </p:sp>
      <p:sp>
        <p:nvSpPr>
          <p:cNvPr id="16" name="文本占位符 15"/>
          <p:cNvSpPr>
            <a:spLocks noGrp="1"/>
          </p:cNvSpPr>
          <p:nvPr>
            <p:ph type="body" sz="quarter" idx="30"/>
          </p:nvPr>
        </p:nvSpPr>
        <p:spPr/>
        <p:txBody>
          <a:bodyPr/>
          <a:lstStyle/>
          <a:p>
            <a:r>
              <a:rPr lang="zh-CN" altLang="en-US" dirty="0">
                <a:solidFill>
                  <a:schemeClr val="tx1">
                    <a:lumMod val="75000"/>
                    <a:lumOff val="25000"/>
                  </a:schemeClr>
                </a:solidFill>
                <a:sym typeface="+mn-ea"/>
              </a:rPr>
              <a:t>下周工作计划</a:t>
            </a:r>
            <a:endParaRPr kumimoji="1" lang="zh-CN" altLang="en-US"/>
          </a:p>
        </p:txBody>
      </p:sp>
      <p:sp>
        <p:nvSpPr>
          <p:cNvPr id="17" name="文本占位符 16"/>
          <p:cNvSpPr>
            <a:spLocks noGrp="1"/>
          </p:cNvSpPr>
          <p:nvPr>
            <p:ph type="body" sz="quarter" idx="31"/>
          </p:nvPr>
        </p:nvSpPr>
        <p:spPr/>
        <p:txBody>
          <a:bodyPr/>
          <a:lstStyle/>
          <a:p>
            <a:r>
              <a:rPr lang="zh-CN" altLang="en-US" dirty="0">
                <a:solidFill>
                  <a:schemeClr val="tx1">
                    <a:lumMod val="75000"/>
                    <a:lumOff val="25000"/>
                  </a:schemeClr>
                </a:solidFill>
                <a:sym typeface="+mn-ea"/>
              </a:rPr>
              <a:t>交付成果状态</a:t>
            </a:r>
            <a:endParaRPr kumimoji="1" lang="zh-CN" altLang="en-US"/>
          </a:p>
        </p:txBody>
      </p:sp>
      <p:sp>
        <p:nvSpPr>
          <p:cNvPr id="18" name="标题 17"/>
          <p:cNvSpPr>
            <a:spLocks noGrp="1"/>
          </p:cNvSpPr>
          <p:nvPr>
            <p:ph type="title"/>
          </p:nvPr>
        </p:nvSpPr>
        <p:spPr/>
        <p:txBody>
          <a:bodyPr/>
          <a:lstStyle/>
          <a:p>
            <a:r>
              <a:rPr kumimoji="1" lang="zh-CN" altLang="en-US" dirty="0"/>
              <a:t>目 录</a:t>
            </a:r>
          </a:p>
        </p:txBody>
      </p:sp>
      <p:sp>
        <p:nvSpPr>
          <p:cNvPr id="19" name="文本占位符 18"/>
          <p:cNvSpPr>
            <a:spLocks noGrp="1"/>
          </p:cNvSpPr>
          <p:nvPr>
            <p:ph type="body" sz="quarter" idx="32"/>
          </p:nvPr>
        </p:nvSpPr>
        <p:spPr/>
        <p:txBody>
          <a:bodyPr/>
          <a:lstStyle/>
          <a:p>
            <a:r>
              <a:rPr kumimoji="1" lang="en-US" altLang="zh-CN" dirty="0"/>
              <a:t>01</a:t>
            </a:r>
            <a:endParaRPr kumimoji="1"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054" y="2705628"/>
            <a:ext cx="9939958" cy="609812"/>
          </a:xfrm>
        </p:spPr>
        <p:txBody>
          <a:bodyPr/>
          <a:lstStyle/>
          <a:p>
            <a:r>
              <a:rPr lang="zh-CN" altLang="en-US" dirty="0">
                <a:sym typeface="+mn-ea"/>
              </a:rPr>
              <a:t>项目总体进度</a:t>
            </a:r>
            <a:br>
              <a:rPr lang="zh-CN" altLang="en-US" dirty="0">
                <a:solidFill>
                  <a:schemeClr val="tx1">
                    <a:lumMod val="75000"/>
                    <a:lumOff val="25000"/>
                  </a:schemeClr>
                </a:solidFill>
                <a:latin typeface="微软雅黑" panose="020B0503020204020204" charset="-122"/>
                <a:ea typeface="微软雅黑" panose="020B0503020204020204" charset="-122"/>
              </a:rPr>
            </a:b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solidFill>
                  <a:schemeClr val="tx1">
                    <a:lumMod val="75000"/>
                    <a:lumOff val="25000"/>
                  </a:schemeClr>
                </a:solidFill>
                <a:sym typeface="+mn-ea"/>
              </a:rPr>
              <a:t>项目总体进度</a:t>
            </a:r>
            <a:endParaRPr kumimoji="1" lang="zh-CN" altLang="en-US"/>
          </a:p>
        </p:txBody>
      </p:sp>
      <p:graphicFrame>
        <p:nvGraphicFramePr>
          <p:cNvPr id="80" name="表格 79"/>
          <p:cNvGraphicFramePr/>
          <p:nvPr/>
        </p:nvGraphicFramePr>
        <p:xfrm>
          <a:off x="6295390" y="227330"/>
          <a:ext cx="1450975" cy="304800"/>
        </p:xfrm>
        <a:graphic>
          <a:graphicData uri="http://schemas.openxmlformats.org/drawingml/2006/table">
            <a:tbl>
              <a:tblPr firstRow="1" bandRow="1">
                <a:tableStyleId>{5C22544A-7EE6-4342-B048-85BDC9FD1C3A}</a:tableStyleId>
              </a:tblPr>
              <a:tblGrid>
                <a:gridCol w="897255">
                  <a:extLst>
                    <a:ext uri="{9D8B030D-6E8A-4147-A177-3AD203B41FA5}">
                      <a16:colId xmlns:a16="http://schemas.microsoft.com/office/drawing/2014/main" val="20000"/>
                    </a:ext>
                  </a:extLst>
                </a:gridCol>
                <a:gridCol w="553720">
                  <a:extLst>
                    <a:ext uri="{9D8B030D-6E8A-4147-A177-3AD203B41FA5}">
                      <a16:colId xmlns:a16="http://schemas.microsoft.com/office/drawing/2014/main" val="20001"/>
                    </a:ext>
                  </a:extLst>
                </a:gridCol>
              </a:tblGrid>
              <a:tr h="304800">
                <a:tc>
                  <a:txBody>
                    <a:bodyPr/>
                    <a:lstStyle/>
                    <a:p>
                      <a:pPr>
                        <a:buNone/>
                      </a:pPr>
                      <a:r>
                        <a:rPr lang="zh-CN" altLang="en-US" sz="1400" dirty="0">
                          <a:solidFill>
                            <a:srgbClr val="000000"/>
                          </a:solidFill>
                          <a:latin typeface="微软雅黑" panose="020B0503020204020204" charset="-122"/>
                          <a:ea typeface="微软雅黑" panose="020B0503020204020204" charset="-122"/>
                          <a:sym typeface="+mn-ea"/>
                        </a:rPr>
                        <a:t>项目状态</a:t>
                      </a:r>
                    </a:p>
                  </a:txBody>
                  <a:tcPr>
                    <a:solidFill>
                      <a:schemeClr val="bg1"/>
                    </a:solidFill>
                  </a:tcPr>
                </a:tc>
                <a:tc>
                  <a:txBody>
                    <a:bodyPr/>
                    <a:lstStyle/>
                    <a:p>
                      <a:pPr>
                        <a:buNone/>
                      </a:pPr>
                      <a:r>
                        <a:rPr lang="zh-CN" altLang="en-US" sz="1400" dirty="0">
                          <a:solidFill>
                            <a:srgbClr val="000000"/>
                          </a:solidFill>
                          <a:latin typeface="微软雅黑" panose="020B0503020204020204" charset="-122"/>
                          <a:ea typeface="微软雅黑" panose="020B0503020204020204" charset="-122"/>
                          <a:sym typeface="+mn-ea"/>
                        </a:rPr>
                        <a:t>正常</a:t>
                      </a:r>
                    </a:p>
                  </a:txBody>
                  <a:tcPr>
                    <a:solidFill>
                      <a:srgbClr val="00B050"/>
                    </a:solidFill>
                  </a:tcPr>
                </a:tc>
                <a:extLst>
                  <a:ext uri="{0D108BD9-81ED-4DB2-BD59-A6C34878D82A}">
                    <a16:rowId xmlns:a16="http://schemas.microsoft.com/office/drawing/2014/main" val="10000"/>
                  </a:ext>
                </a:extLst>
              </a:tr>
            </a:tbl>
          </a:graphicData>
        </a:graphic>
      </p:graphicFrame>
      <p:graphicFrame>
        <p:nvGraphicFramePr>
          <p:cNvPr id="46" name="表格 3"/>
          <p:cNvGraphicFramePr>
            <a:graphicFrameLocks noGrp="1"/>
          </p:cNvGraphicFramePr>
          <p:nvPr>
            <p:custDataLst>
              <p:tags r:id="rId1"/>
            </p:custDataLst>
          </p:nvPr>
        </p:nvGraphicFramePr>
        <p:xfrm>
          <a:off x="1073587" y="1367203"/>
          <a:ext cx="9064204" cy="4225649"/>
        </p:xfrm>
        <a:graphic>
          <a:graphicData uri="http://schemas.openxmlformats.org/drawingml/2006/table">
            <a:tbl>
              <a:tblPr/>
              <a:tblGrid>
                <a:gridCol w="442536">
                  <a:extLst>
                    <a:ext uri="{9D8B030D-6E8A-4147-A177-3AD203B41FA5}">
                      <a16:colId xmlns:a16="http://schemas.microsoft.com/office/drawing/2014/main" val="20000"/>
                    </a:ext>
                  </a:extLst>
                </a:gridCol>
                <a:gridCol w="2427412">
                  <a:extLst>
                    <a:ext uri="{9D8B030D-6E8A-4147-A177-3AD203B41FA5}">
                      <a16:colId xmlns:a16="http://schemas.microsoft.com/office/drawing/2014/main" val="20001"/>
                    </a:ext>
                  </a:extLst>
                </a:gridCol>
                <a:gridCol w="540842">
                  <a:extLst>
                    <a:ext uri="{9D8B030D-6E8A-4147-A177-3AD203B41FA5}">
                      <a16:colId xmlns:a16="http://schemas.microsoft.com/office/drawing/2014/main" val="20002"/>
                    </a:ext>
                  </a:extLst>
                </a:gridCol>
                <a:gridCol w="434878">
                  <a:extLst>
                    <a:ext uri="{9D8B030D-6E8A-4147-A177-3AD203B41FA5}">
                      <a16:colId xmlns:a16="http://schemas.microsoft.com/office/drawing/2014/main" val="20003"/>
                    </a:ext>
                  </a:extLst>
                </a:gridCol>
                <a:gridCol w="434878">
                  <a:extLst>
                    <a:ext uri="{9D8B030D-6E8A-4147-A177-3AD203B41FA5}">
                      <a16:colId xmlns:a16="http://schemas.microsoft.com/office/drawing/2014/main" val="20004"/>
                    </a:ext>
                  </a:extLst>
                </a:gridCol>
                <a:gridCol w="434878">
                  <a:extLst>
                    <a:ext uri="{9D8B030D-6E8A-4147-A177-3AD203B41FA5}">
                      <a16:colId xmlns:a16="http://schemas.microsoft.com/office/drawing/2014/main" val="20005"/>
                    </a:ext>
                  </a:extLst>
                </a:gridCol>
                <a:gridCol w="434878">
                  <a:extLst>
                    <a:ext uri="{9D8B030D-6E8A-4147-A177-3AD203B41FA5}">
                      <a16:colId xmlns:a16="http://schemas.microsoft.com/office/drawing/2014/main" val="20006"/>
                    </a:ext>
                  </a:extLst>
                </a:gridCol>
                <a:gridCol w="434878">
                  <a:extLst>
                    <a:ext uri="{9D8B030D-6E8A-4147-A177-3AD203B41FA5}">
                      <a16:colId xmlns:a16="http://schemas.microsoft.com/office/drawing/2014/main" val="20007"/>
                    </a:ext>
                  </a:extLst>
                </a:gridCol>
                <a:gridCol w="434878">
                  <a:extLst>
                    <a:ext uri="{9D8B030D-6E8A-4147-A177-3AD203B41FA5}">
                      <a16:colId xmlns:a16="http://schemas.microsoft.com/office/drawing/2014/main" val="20008"/>
                    </a:ext>
                  </a:extLst>
                </a:gridCol>
                <a:gridCol w="434878">
                  <a:extLst>
                    <a:ext uri="{9D8B030D-6E8A-4147-A177-3AD203B41FA5}">
                      <a16:colId xmlns:a16="http://schemas.microsoft.com/office/drawing/2014/main" val="20009"/>
                    </a:ext>
                  </a:extLst>
                </a:gridCol>
                <a:gridCol w="434878">
                  <a:extLst>
                    <a:ext uri="{9D8B030D-6E8A-4147-A177-3AD203B41FA5}">
                      <a16:colId xmlns:a16="http://schemas.microsoft.com/office/drawing/2014/main" val="20010"/>
                    </a:ext>
                  </a:extLst>
                </a:gridCol>
                <a:gridCol w="434878">
                  <a:extLst>
                    <a:ext uri="{9D8B030D-6E8A-4147-A177-3AD203B41FA5}">
                      <a16:colId xmlns:a16="http://schemas.microsoft.com/office/drawing/2014/main" val="20011"/>
                    </a:ext>
                  </a:extLst>
                </a:gridCol>
                <a:gridCol w="434878">
                  <a:extLst>
                    <a:ext uri="{9D8B030D-6E8A-4147-A177-3AD203B41FA5}">
                      <a16:colId xmlns:a16="http://schemas.microsoft.com/office/drawing/2014/main" val="20012"/>
                    </a:ext>
                  </a:extLst>
                </a:gridCol>
                <a:gridCol w="434878">
                  <a:extLst>
                    <a:ext uri="{9D8B030D-6E8A-4147-A177-3AD203B41FA5}">
                      <a16:colId xmlns:a16="http://schemas.microsoft.com/office/drawing/2014/main" val="20013"/>
                    </a:ext>
                  </a:extLst>
                </a:gridCol>
                <a:gridCol w="434878">
                  <a:extLst>
                    <a:ext uri="{9D8B030D-6E8A-4147-A177-3AD203B41FA5}">
                      <a16:colId xmlns:a16="http://schemas.microsoft.com/office/drawing/2014/main" val="20014"/>
                    </a:ext>
                  </a:extLst>
                </a:gridCol>
                <a:gridCol w="434878">
                  <a:extLst>
                    <a:ext uri="{9D8B030D-6E8A-4147-A177-3AD203B41FA5}">
                      <a16:colId xmlns:a16="http://schemas.microsoft.com/office/drawing/2014/main" val="20015"/>
                    </a:ext>
                  </a:extLst>
                </a:gridCol>
              </a:tblGrid>
              <a:tr h="392430">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ctr" fontAlgn="ctr"/>
                      <a:r>
                        <a:rPr lang="zh-CN" altLang="en-US" sz="1000" b="1" i="0" u="none" strike="noStrike" dirty="0">
                          <a:solidFill>
                            <a:schemeClr val="bg1"/>
                          </a:solidFill>
                          <a:effectLst/>
                          <a:latin typeface="微软雅黑" panose="020B0503020204020204" charset="-122"/>
                          <a:ea typeface="微软雅黑" panose="020B0503020204020204" charset="-122"/>
                        </a:rPr>
                        <a:t>任务</a:t>
                      </a:r>
                      <a:endParaRPr lang="en-US" altLang="zh-CN" sz="1000" b="1" i="0" u="none" strike="noStrike" dirty="0">
                        <a:solidFill>
                          <a:schemeClr val="bg1"/>
                        </a:solidFill>
                        <a:effectLst/>
                        <a:latin typeface="微软雅黑" panose="020B0503020204020204" charset="-122"/>
                        <a:ea typeface="微软雅黑" panose="020B0503020204020204" charset="-122"/>
                      </a:endParaRPr>
                    </a:p>
                    <a:p>
                      <a:pPr algn="ctr" fontAlgn="ctr"/>
                      <a:r>
                        <a:rPr lang="zh-CN" altLang="en-US" sz="1000" b="1" i="0" u="none" strike="noStrike" dirty="0">
                          <a:solidFill>
                            <a:schemeClr val="bg1"/>
                          </a:solidFill>
                          <a:effectLst/>
                          <a:latin typeface="微软雅黑" panose="020B0503020204020204" charset="-122"/>
                          <a:ea typeface="微软雅黑" panose="020B0503020204020204" charset="-122"/>
                        </a:rPr>
                        <a:t>编号</a:t>
                      </a:r>
                      <a:endParaRPr lang="en-US" altLang="zh-CN" sz="1000" b="1" i="0" u="none" strike="noStrike" dirty="0">
                        <a:solidFill>
                          <a:schemeClr val="bg1"/>
                        </a:solidFill>
                        <a:effectLst/>
                        <a:latin typeface="微软雅黑" panose="020B0503020204020204" charset="-122"/>
                        <a:ea typeface="微软雅黑" panose="020B0503020204020204" charset="-122"/>
                      </a:endParaRPr>
                    </a:p>
                  </a:txBody>
                  <a:tcPr marL="36000" marR="36000" marT="36000" marB="36000"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60000"/>
                        <a:lumOff val="40000"/>
                      </a:srgbClr>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ctr" fontAlgn="ctr"/>
                      <a:r>
                        <a:rPr lang="zh-CN" altLang="en-US" sz="1000" b="1" i="0" u="none" strike="noStrike" dirty="0">
                          <a:solidFill>
                            <a:schemeClr val="bg1"/>
                          </a:solidFill>
                          <a:effectLst/>
                          <a:latin typeface="微软雅黑" panose="020B0503020204020204" charset="-122"/>
                          <a:ea typeface="微软雅黑" panose="020B0503020204020204" charset="-122"/>
                        </a:rPr>
                        <a:t>工作任务</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60000"/>
                        <a:lumOff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US" altLang="zh-CN" sz="1200" b="1" i="0" u="none" strike="noStrike" dirty="0">
                          <a:solidFill>
                            <a:schemeClr val="bg1"/>
                          </a:solidFill>
                          <a:effectLst/>
                          <a:latin typeface="微软雅黑" panose="020B0503020204020204" charset="-122"/>
                          <a:ea typeface="微软雅黑" panose="020B0503020204020204" charset="-122"/>
                        </a:rPr>
                        <a:t>1</a:t>
                      </a:r>
                      <a:r>
                        <a:rPr lang="zh-CN" altLang="en-US" sz="1200" b="1" i="0" u="none" strike="noStrike" dirty="0">
                          <a:solidFill>
                            <a:schemeClr val="bg1"/>
                          </a:solidFill>
                          <a:effectLst/>
                          <a:latin typeface="微软雅黑" panose="020B0503020204020204" charset="-122"/>
                          <a:ea typeface="微软雅黑" panose="020B0503020204020204" charset="-122"/>
                        </a:rPr>
                        <a:t>周</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60000"/>
                        <a:lumOff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r>
                        <a:rPr lang="en-US" altLang="zh-CN" sz="1200" b="1" i="0" u="none" strike="noStrike" dirty="0">
                          <a:solidFill>
                            <a:schemeClr val="bg1"/>
                          </a:solidFill>
                          <a:effectLst/>
                          <a:latin typeface="微软雅黑" panose="020B0503020204020204" charset="-122"/>
                          <a:ea typeface="微软雅黑" panose="020B0503020204020204" charset="-122"/>
                        </a:rPr>
                        <a:t>2</a:t>
                      </a:r>
                      <a:r>
                        <a:rPr lang="zh-CN" altLang="en-US" sz="1200" b="1" i="0" u="none" strike="noStrike" dirty="0">
                          <a:solidFill>
                            <a:schemeClr val="bg1"/>
                          </a:solidFill>
                          <a:effectLst/>
                          <a:latin typeface="微软雅黑" panose="020B0503020204020204" charset="-122"/>
                          <a:ea typeface="微软雅黑" panose="020B0503020204020204" charset="-122"/>
                        </a:rPr>
                        <a:t>周</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60000"/>
                        <a:lumOff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1200" b="1" i="0" u="none" strike="noStrike" dirty="0">
                          <a:solidFill>
                            <a:schemeClr val="bg1"/>
                          </a:solidFill>
                          <a:effectLst/>
                          <a:latin typeface="微软雅黑" panose="020B0503020204020204" charset="-122"/>
                          <a:ea typeface="微软雅黑" panose="020B0503020204020204" charset="-122"/>
                        </a:rPr>
                        <a:t>3</a:t>
                      </a:r>
                      <a:r>
                        <a:rPr lang="zh-CN" altLang="en-US" sz="1200" b="1" i="0" u="none" strike="noStrike" dirty="0">
                          <a:solidFill>
                            <a:schemeClr val="bg1"/>
                          </a:solidFill>
                          <a:effectLst/>
                          <a:latin typeface="微软雅黑" panose="020B0503020204020204" charset="-122"/>
                          <a:ea typeface="微软雅黑" panose="020B0503020204020204" charset="-122"/>
                        </a:rPr>
                        <a:t>周</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60000"/>
                        <a:lumOff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1200" b="1" i="0" u="none" strike="noStrike" dirty="0">
                          <a:solidFill>
                            <a:schemeClr val="bg1"/>
                          </a:solidFill>
                          <a:effectLst/>
                          <a:latin typeface="微软雅黑" panose="020B0503020204020204" charset="-122"/>
                          <a:ea typeface="微软雅黑" panose="020B0503020204020204" charset="-122"/>
                        </a:rPr>
                        <a:t>4</a:t>
                      </a:r>
                      <a:r>
                        <a:rPr lang="zh-CN" altLang="en-US" sz="1200" b="1" i="0" u="none" strike="noStrike" dirty="0">
                          <a:solidFill>
                            <a:schemeClr val="bg1"/>
                          </a:solidFill>
                          <a:effectLst/>
                          <a:latin typeface="微软雅黑" panose="020B0503020204020204" charset="-122"/>
                          <a:ea typeface="微软雅黑" panose="020B0503020204020204" charset="-122"/>
                        </a:rPr>
                        <a:t>周</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60000"/>
                        <a:lumOff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1200" b="1" i="0" u="none" strike="noStrike" dirty="0">
                          <a:solidFill>
                            <a:schemeClr val="bg1"/>
                          </a:solidFill>
                          <a:effectLst/>
                          <a:latin typeface="微软雅黑" panose="020B0503020204020204" charset="-122"/>
                          <a:ea typeface="微软雅黑" panose="020B0503020204020204" charset="-122"/>
                        </a:rPr>
                        <a:t>5</a:t>
                      </a:r>
                      <a:r>
                        <a:rPr lang="zh-CN" altLang="en-US" sz="1200" b="1" i="0" u="none" strike="noStrike" dirty="0">
                          <a:solidFill>
                            <a:schemeClr val="bg1"/>
                          </a:solidFill>
                          <a:effectLst/>
                          <a:latin typeface="微软雅黑" panose="020B0503020204020204" charset="-122"/>
                          <a:ea typeface="微软雅黑" panose="020B0503020204020204" charset="-122"/>
                        </a:rPr>
                        <a:t>周</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60000"/>
                        <a:lumOff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1200" b="1" i="0" u="none" strike="noStrike" dirty="0">
                          <a:solidFill>
                            <a:schemeClr val="bg1"/>
                          </a:solidFill>
                          <a:effectLst/>
                          <a:latin typeface="微软雅黑" panose="020B0503020204020204" charset="-122"/>
                          <a:ea typeface="微软雅黑" panose="020B0503020204020204" charset="-122"/>
                        </a:rPr>
                        <a:t>6</a:t>
                      </a:r>
                      <a:r>
                        <a:rPr lang="zh-CN" altLang="en-US" sz="1200" b="1" i="0" u="none" strike="noStrike" dirty="0">
                          <a:solidFill>
                            <a:schemeClr val="bg1"/>
                          </a:solidFill>
                          <a:effectLst/>
                          <a:latin typeface="微软雅黑" panose="020B0503020204020204" charset="-122"/>
                          <a:ea typeface="微软雅黑" panose="020B0503020204020204" charset="-122"/>
                        </a:rPr>
                        <a:t>周</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60000"/>
                        <a:lumOff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1200" b="1" i="0" u="none" strike="noStrike" dirty="0">
                          <a:solidFill>
                            <a:schemeClr val="bg1"/>
                          </a:solidFill>
                          <a:effectLst/>
                          <a:latin typeface="微软雅黑" panose="020B0503020204020204" charset="-122"/>
                          <a:ea typeface="微软雅黑" panose="020B0503020204020204" charset="-122"/>
                        </a:rPr>
                        <a:t>7</a:t>
                      </a:r>
                      <a:r>
                        <a:rPr lang="zh-CN" altLang="en-US" sz="1200" b="1" i="0" u="none" strike="noStrike" dirty="0">
                          <a:solidFill>
                            <a:schemeClr val="bg1"/>
                          </a:solidFill>
                          <a:effectLst/>
                          <a:latin typeface="微软雅黑" panose="020B0503020204020204" charset="-122"/>
                          <a:ea typeface="微软雅黑" panose="020B0503020204020204" charset="-122"/>
                        </a:rPr>
                        <a:t>周</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60000"/>
                        <a:lumOff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1200" b="1" i="0" u="none" strike="noStrike" dirty="0">
                          <a:solidFill>
                            <a:schemeClr val="bg1"/>
                          </a:solidFill>
                          <a:effectLst/>
                          <a:latin typeface="微软雅黑" panose="020B0503020204020204" charset="-122"/>
                          <a:ea typeface="微软雅黑" panose="020B0503020204020204" charset="-122"/>
                        </a:rPr>
                        <a:t>8</a:t>
                      </a:r>
                      <a:r>
                        <a:rPr lang="zh-CN" altLang="en-US" sz="1200" b="1" i="0" u="none" strike="noStrike" dirty="0">
                          <a:solidFill>
                            <a:schemeClr val="bg1"/>
                          </a:solidFill>
                          <a:effectLst/>
                          <a:latin typeface="微软雅黑" panose="020B0503020204020204" charset="-122"/>
                          <a:ea typeface="微软雅黑" panose="020B0503020204020204" charset="-122"/>
                        </a:rPr>
                        <a:t>周</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60000"/>
                        <a:lumOff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1200" b="1" i="0" u="none" strike="noStrike" dirty="0">
                          <a:solidFill>
                            <a:schemeClr val="bg1"/>
                          </a:solidFill>
                          <a:effectLst/>
                          <a:latin typeface="微软雅黑" panose="020B0503020204020204" charset="-122"/>
                          <a:ea typeface="微软雅黑" panose="020B0503020204020204" charset="-122"/>
                        </a:rPr>
                        <a:t>9</a:t>
                      </a:r>
                      <a:r>
                        <a:rPr lang="zh-CN" altLang="en-US" sz="1200" b="1" i="0" u="none" strike="noStrike" dirty="0">
                          <a:solidFill>
                            <a:schemeClr val="bg1"/>
                          </a:solidFill>
                          <a:effectLst/>
                          <a:latin typeface="微软雅黑" panose="020B0503020204020204" charset="-122"/>
                          <a:ea typeface="微软雅黑" panose="020B0503020204020204" charset="-122"/>
                        </a:rPr>
                        <a:t>周</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60000"/>
                        <a:lumOff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1200" b="1" i="0" u="none" strike="noStrike" dirty="0">
                          <a:solidFill>
                            <a:schemeClr val="bg1"/>
                          </a:solidFill>
                          <a:effectLst/>
                          <a:latin typeface="微软雅黑" panose="020B0503020204020204" charset="-122"/>
                          <a:ea typeface="微软雅黑" panose="020B0503020204020204" charset="-122"/>
                        </a:rPr>
                        <a:t>10</a:t>
                      </a:r>
                      <a:r>
                        <a:rPr lang="zh-CN" altLang="en-US" sz="1200" b="1" i="0" u="none" strike="noStrike" dirty="0">
                          <a:solidFill>
                            <a:schemeClr val="bg1"/>
                          </a:solidFill>
                          <a:effectLst/>
                          <a:latin typeface="微软雅黑" panose="020B0503020204020204" charset="-122"/>
                          <a:ea typeface="微软雅黑" panose="020B0503020204020204" charset="-122"/>
                        </a:rPr>
                        <a:t>周</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60000"/>
                        <a:lumOff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1200" b="1" i="0" u="none" strike="noStrike" dirty="0">
                          <a:solidFill>
                            <a:schemeClr val="bg1"/>
                          </a:solidFill>
                          <a:effectLst/>
                          <a:latin typeface="微软雅黑" panose="020B0503020204020204" charset="-122"/>
                          <a:ea typeface="微软雅黑" panose="020B0503020204020204" charset="-122"/>
                        </a:rPr>
                        <a:t>11</a:t>
                      </a:r>
                      <a:r>
                        <a:rPr lang="zh-CN" altLang="en-US" sz="1200" b="1" i="0" u="none" strike="noStrike" dirty="0">
                          <a:solidFill>
                            <a:schemeClr val="bg1"/>
                          </a:solidFill>
                          <a:effectLst/>
                          <a:latin typeface="微软雅黑" panose="020B0503020204020204" charset="-122"/>
                          <a:ea typeface="微软雅黑" panose="020B0503020204020204" charset="-122"/>
                        </a:rPr>
                        <a:t>周</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60000"/>
                        <a:lumOff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1200" b="1" i="0" u="none" strike="noStrike" dirty="0">
                          <a:solidFill>
                            <a:schemeClr val="bg1"/>
                          </a:solidFill>
                          <a:effectLst/>
                          <a:latin typeface="微软雅黑" panose="020B0503020204020204" charset="-122"/>
                          <a:ea typeface="微软雅黑" panose="020B0503020204020204" charset="-122"/>
                        </a:rPr>
                        <a:t>12</a:t>
                      </a:r>
                      <a:r>
                        <a:rPr lang="zh-CN" altLang="en-US" sz="1200" b="1" i="0" u="none" strike="noStrike" dirty="0">
                          <a:solidFill>
                            <a:schemeClr val="bg1"/>
                          </a:solidFill>
                          <a:effectLst/>
                          <a:latin typeface="微软雅黑" panose="020B0503020204020204" charset="-122"/>
                          <a:ea typeface="微软雅黑" panose="020B0503020204020204" charset="-122"/>
                        </a:rPr>
                        <a:t>周</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60000"/>
                        <a:lumOff val="40000"/>
                      </a:srgbClr>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1200" b="1" i="0" u="none" strike="noStrike" dirty="0">
                          <a:solidFill>
                            <a:schemeClr val="bg1"/>
                          </a:solidFill>
                          <a:effectLst/>
                          <a:latin typeface="微软雅黑" panose="020B0503020204020204" charset="-122"/>
                          <a:ea typeface="微软雅黑" panose="020B0503020204020204" charset="-122"/>
                        </a:rPr>
                        <a:t>13</a:t>
                      </a:r>
                      <a:r>
                        <a:rPr lang="zh-CN" altLang="en-US" sz="1200" b="1" i="0" u="none" strike="noStrike" dirty="0">
                          <a:solidFill>
                            <a:schemeClr val="bg1"/>
                          </a:solidFill>
                          <a:effectLst/>
                          <a:latin typeface="微软雅黑" panose="020B0503020204020204" charset="-122"/>
                          <a:ea typeface="微软雅黑" panose="020B0503020204020204" charset="-122"/>
                        </a:rPr>
                        <a:t>周</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60000"/>
                        <a:lumOff val="40000"/>
                      </a:srgbClr>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defRPr/>
                      </a:pPr>
                      <a:r>
                        <a:rPr lang="en-US" altLang="zh-CN" sz="1200" b="1" i="0" u="none" strike="noStrike" dirty="0">
                          <a:solidFill>
                            <a:schemeClr val="bg1"/>
                          </a:solidFill>
                          <a:effectLst/>
                          <a:latin typeface="微软雅黑" panose="020B0503020204020204" charset="-122"/>
                          <a:ea typeface="微软雅黑" panose="020B0503020204020204" charset="-122"/>
                        </a:rPr>
                        <a:t>14</a:t>
                      </a:r>
                      <a:r>
                        <a:rPr lang="zh-CN" altLang="en-US" sz="1200" b="1" i="0" u="none" strike="noStrike" dirty="0">
                          <a:solidFill>
                            <a:schemeClr val="bg1"/>
                          </a:solidFill>
                          <a:effectLst/>
                          <a:latin typeface="微软雅黑" panose="020B0503020204020204" charset="-122"/>
                          <a:ea typeface="微软雅黑" panose="020B0503020204020204" charset="-122"/>
                        </a:rPr>
                        <a:t>周</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60000"/>
                        <a:lumOff val="40000"/>
                      </a:srgbClr>
                    </a:solidFill>
                  </a:tcPr>
                </a:tc>
                <a:extLst>
                  <a:ext uri="{0D108BD9-81ED-4DB2-BD59-A6C34878D82A}">
                    <a16:rowId xmlns:a16="http://schemas.microsoft.com/office/drawing/2014/main" val="10000"/>
                  </a:ext>
                </a:extLst>
              </a:tr>
              <a:tr h="232172">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r>
                        <a:rPr lang="en-US" altLang="zh-CN" sz="1200" b="1" u="none" strike="noStrike" dirty="0">
                          <a:effectLst/>
                          <a:latin typeface="微软雅黑" panose="020B0503020204020204" charset="-122"/>
                          <a:ea typeface="微软雅黑" panose="020B0503020204020204" charset="-122"/>
                        </a:rPr>
                        <a:t>1</a:t>
                      </a:r>
                      <a:endParaRPr lang="en-US" altLang="zh-CN" sz="12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C6D9F1"/>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l" fontAlgn="ctr"/>
                      <a:r>
                        <a:rPr lang="zh-CN" altLang="en-US" sz="1200" b="1" u="none" strike="noStrike" dirty="0">
                          <a:effectLst/>
                          <a:latin typeface="微软雅黑" panose="020B0503020204020204" charset="-122"/>
                          <a:ea typeface="微软雅黑" panose="020B0503020204020204" charset="-122"/>
                        </a:rPr>
                        <a:t>项目准备</a:t>
                      </a:r>
                      <a:endParaRPr lang="zh-CN" altLang="en-US" sz="12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C6D9F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endParaRPr lang="en-US" altLang="zh-CN" sz="1000" b="0"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C6D9F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C6D9F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C6D9F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C6D9F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C6D9F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C6D9F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C6D9F1"/>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C6D9F1"/>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C6D9F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C6D9F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C6D9F1"/>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C6D9F1"/>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C6D9F1"/>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C6D9F1"/>
                    </a:solidFill>
                  </a:tcPr>
                </a:tc>
                <a:extLst>
                  <a:ext uri="{0D108BD9-81ED-4DB2-BD59-A6C34878D82A}">
                    <a16:rowId xmlns:a16="http://schemas.microsoft.com/office/drawing/2014/main" val="10001"/>
                  </a:ext>
                </a:extLst>
              </a:tr>
              <a:tr h="232172">
                <a:tc>
                  <a:txBody>
                    <a:bodyPr/>
                    <a:lstStyle/>
                    <a:p>
                      <a:pPr marL="0" algn="r" defTabSz="914400" rtl="0" eaLnBrk="1" fontAlgn="ctr" latinLnBrk="0" hangingPunct="1"/>
                      <a:r>
                        <a:rPr lang="en-US" altLang="zh-CN" sz="1200" u="none" strike="noStrike" kern="1200">
                          <a:solidFill>
                            <a:schemeClr val="tx1"/>
                          </a:solidFill>
                          <a:effectLst/>
                          <a:latin typeface="微软雅黑" panose="020B0503020204020204" charset="-122"/>
                          <a:ea typeface="微软雅黑" panose="020B0503020204020204" charset="-122"/>
                          <a:cs typeface="+mn-cs"/>
                        </a:rPr>
                        <a:t>1.1</a:t>
                      </a:r>
                    </a:p>
                  </a:txBody>
                  <a:tcPr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l" defTabSz="914400" rtl="0" eaLnBrk="1" fontAlgn="ctr" latinLnBrk="0" hangingPunct="1"/>
                      <a:endParaRPr lang="zh-CN" altLang="en-US" sz="1200" u="none" strike="noStrike" kern="1200" dirty="0">
                        <a:solidFill>
                          <a:schemeClr val="tx1"/>
                        </a:solidFill>
                        <a:effectLst/>
                        <a:latin typeface="微软雅黑" panose="020B0503020204020204" charset="-122"/>
                        <a:ea typeface="微软雅黑" panose="020B0503020204020204" charset="-122"/>
                        <a:cs typeface="+mn-cs"/>
                      </a:endParaRPr>
                    </a:p>
                  </a:txBody>
                  <a:tcPr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endParaRPr lang="en-US" altLang="zh-CN" sz="1000" b="0"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2"/>
                  </a:ext>
                </a:extLst>
              </a:tr>
              <a:tr h="232410">
                <a:tc>
                  <a:txBody>
                    <a:bodyPr/>
                    <a:lstStyle/>
                    <a:p>
                      <a:pPr marL="0" algn="r" defTabSz="914400" rtl="0" eaLnBrk="1" fontAlgn="ctr" latinLnBrk="0" hangingPunct="1"/>
                      <a:r>
                        <a:rPr lang="en-US" altLang="zh-CN" sz="1200" u="none" strike="noStrike" kern="1200">
                          <a:solidFill>
                            <a:schemeClr val="tx1"/>
                          </a:solidFill>
                          <a:effectLst/>
                          <a:latin typeface="微软雅黑" panose="020B0503020204020204" charset="-122"/>
                          <a:ea typeface="微软雅黑" panose="020B0503020204020204" charset="-122"/>
                          <a:cs typeface="+mn-cs"/>
                        </a:rPr>
                        <a:t>1.2</a:t>
                      </a:r>
                    </a:p>
                  </a:txBody>
                  <a:tcPr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l" defTabSz="914400" rtl="0" eaLnBrk="1" fontAlgn="ctr" latinLnBrk="0" hangingPunct="1"/>
                      <a:endParaRPr lang="zh-CN" altLang="en-US" sz="1200" u="none" strike="noStrike" kern="1200" dirty="0">
                        <a:solidFill>
                          <a:schemeClr val="tx1"/>
                        </a:solidFill>
                        <a:effectLst/>
                        <a:latin typeface="微软雅黑" panose="020B0503020204020204" charset="-122"/>
                        <a:ea typeface="微软雅黑" panose="020B0503020204020204" charset="-122"/>
                        <a:cs typeface="+mn-cs"/>
                      </a:endParaRPr>
                    </a:p>
                  </a:txBody>
                  <a:tcPr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3"/>
                  </a:ext>
                </a:extLst>
              </a:tr>
              <a:tr h="232172">
                <a:tc>
                  <a:txBody>
                    <a:bodyPr/>
                    <a:lstStyle/>
                    <a:p>
                      <a:pPr marL="0" algn="r" defTabSz="914400" rtl="0" eaLnBrk="1" fontAlgn="ctr" latinLnBrk="0" hangingPunct="1"/>
                      <a:r>
                        <a:rPr lang="en-US" altLang="zh-CN" sz="1200" u="none" strike="noStrike" kern="1200">
                          <a:solidFill>
                            <a:schemeClr val="tx1"/>
                          </a:solidFill>
                          <a:effectLst/>
                          <a:latin typeface="微软雅黑" panose="020B0503020204020204" charset="-122"/>
                          <a:ea typeface="微软雅黑" panose="020B0503020204020204" charset="-122"/>
                          <a:cs typeface="+mn-cs"/>
                        </a:rPr>
                        <a:t>1.3</a:t>
                      </a:r>
                    </a:p>
                  </a:txBody>
                  <a:tcPr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l" defTabSz="914400" rtl="0" eaLnBrk="1" fontAlgn="ctr" latinLnBrk="0" hangingPunct="1"/>
                      <a:endParaRPr lang="zh-CN" altLang="en-US" sz="1200" u="none" strike="noStrike" kern="1200" dirty="0">
                        <a:solidFill>
                          <a:schemeClr val="tx1"/>
                        </a:solidFill>
                        <a:effectLst/>
                        <a:latin typeface="微软雅黑" panose="020B0503020204020204" charset="-122"/>
                        <a:ea typeface="微软雅黑" panose="020B0503020204020204" charset="-122"/>
                        <a:cs typeface="+mn-cs"/>
                      </a:endParaRPr>
                    </a:p>
                  </a:txBody>
                  <a:tcPr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4"/>
                  </a:ext>
                </a:extLst>
              </a:tr>
              <a:tr h="232172">
                <a:tc>
                  <a:txBody>
                    <a:bodyPr/>
                    <a:lstStyle/>
                    <a:p>
                      <a:pPr marL="0" algn="r" defTabSz="914400" rtl="0" eaLnBrk="1" fontAlgn="ctr" latinLnBrk="0" hangingPunct="1"/>
                      <a:r>
                        <a:rPr lang="en-US" altLang="zh-CN" sz="1200" u="none" strike="noStrike" kern="1200">
                          <a:solidFill>
                            <a:schemeClr val="tx1"/>
                          </a:solidFill>
                          <a:effectLst/>
                          <a:latin typeface="微软雅黑" panose="020B0503020204020204" charset="-122"/>
                          <a:ea typeface="微软雅黑" panose="020B0503020204020204" charset="-122"/>
                          <a:cs typeface="+mn-cs"/>
                        </a:rPr>
                        <a:t>1.4</a:t>
                      </a:r>
                    </a:p>
                  </a:txBody>
                  <a:tcPr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l" defTabSz="914400" rtl="0" eaLnBrk="1" fontAlgn="ctr" latinLnBrk="0" hangingPunct="1"/>
                      <a:endParaRPr lang="zh-CN" altLang="en-US" sz="1200" u="none" strike="noStrike" kern="1200" dirty="0">
                        <a:solidFill>
                          <a:schemeClr val="tx1"/>
                        </a:solidFill>
                        <a:effectLst/>
                        <a:latin typeface="微软雅黑" panose="020B0503020204020204" charset="-122"/>
                        <a:ea typeface="微软雅黑" panose="020B0503020204020204" charset="-122"/>
                        <a:cs typeface="+mn-cs"/>
                      </a:endParaRPr>
                    </a:p>
                  </a:txBody>
                  <a:tcPr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5"/>
                  </a:ext>
                </a:extLst>
              </a:tr>
              <a:tr h="232172">
                <a:tc>
                  <a:txBody>
                    <a:bodyPr/>
                    <a:lstStyle/>
                    <a:p>
                      <a:pPr marL="0" algn="r" defTabSz="914400" rtl="0" eaLnBrk="1" fontAlgn="ctr" latinLnBrk="0" hangingPunct="1"/>
                      <a:r>
                        <a:rPr lang="en-US" altLang="zh-CN" sz="1200" u="none" strike="noStrike" kern="1200">
                          <a:solidFill>
                            <a:schemeClr val="tx1"/>
                          </a:solidFill>
                          <a:effectLst/>
                          <a:latin typeface="微软雅黑" panose="020B0503020204020204" charset="-122"/>
                          <a:ea typeface="微软雅黑" panose="020B0503020204020204" charset="-122"/>
                          <a:cs typeface="+mn-cs"/>
                        </a:rPr>
                        <a:t>1.5</a:t>
                      </a:r>
                    </a:p>
                  </a:txBody>
                  <a:tcPr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l" defTabSz="914400" rtl="0" eaLnBrk="1" fontAlgn="ctr" latinLnBrk="0" hangingPunct="1"/>
                      <a:endParaRPr lang="zh-CN" altLang="en-US" sz="1200" u="none" strike="noStrike" kern="1200" dirty="0">
                        <a:solidFill>
                          <a:schemeClr val="tx1"/>
                        </a:solidFill>
                        <a:effectLst/>
                        <a:latin typeface="微软雅黑" panose="020B0503020204020204" charset="-122"/>
                        <a:ea typeface="微软雅黑" panose="020B0503020204020204" charset="-122"/>
                        <a:cs typeface="+mn-cs"/>
                      </a:endParaRPr>
                    </a:p>
                  </a:txBody>
                  <a:tcPr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6"/>
                  </a:ext>
                </a:extLst>
              </a:tr>
              <a:tr h="232172">
                <a:tc>
                  <a:txBody>
                    <a:bodyPr/>
                    <a:lstStyle/>
                    <a:p>
                      <a:pPr marL="0" algn="r" defTabSz="914400" rtl="0" eaLnBrk="1" fontAlgn="ctr" latinLnBrk="0" hangingPunct="1"/>
                      <a:r>
                        <a:rPr lang="en-US" altLang="zh-CN" sz="1200" u="none" strike="noStrike" kern="1200">
                          <a:solidFill>
                            <a:schemeClr val="tx1"/>
                          </a:solidFill>
                          <a:effectLst/>
                          <a:latin typeface="微软雅黑" panose="020B0503020204020204" charset="-122"/>
                          <a:ea typeface="微软雅黑" panose="020B0503020204020204" charset="-122"/>
                          <a:cs typeface="+mn-cs"/>
                        </a:rPr>
                        <a:t>1.6</a:t>
                      </a:r>
                    </a:p>
                  </a:txBody>
                  <a:tcPr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l" defTabSz="914400" rtl="0" eaLnBrk="1" fontAlgn="ctr" latinLnBrk="0" hangingPunct="1"/>
                      <a:endParaRPr lang="zh-CN" altLang="en-US" sz="1200" u="none" strike="noStrike" kern="1200" dirty="0">
                        <a:solidFill>
                          <a:schemeClr val="tx1"/>
                        </a:solidFill>
                        <a:effectLst/>
                        <a:latin typeface="微软雅黑" panose="020B0503020204020204" charset="-122"/>
                        <a:ea typeface="微软雅黑" panose="020B0503020204020204" charset="-122"/>
                        <a:cs typeface="+mn-cs"/>
                      </a:endParaRPr>
                    </a:p>
                  </a:txBody>
                  <a:tcPr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7"/>
                  </a:ext>
                </a:extLst>
              </a:tr>
              <a:tr h="232172">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r>
                        <a:rPr lang="en-US" altLang="zh-CN" sz="1200" b="1" i="0" u="none" strike="noStrike" dirty="0">
                          <a:solidFill>
                            <a:srgbClr val="000000"/>
                          </a:solidFill>
                          <a:effectLst/>
                          <a:latin typeface="微软雅黑" panose="020B0503020204020204" charset="-122"/>
                          <a:ea typeface="微软雅黑" panose="020B0503020204020204" charset="-122"/>
                        </a:rPr>
                        <a:t>2</a:t>
                      </a: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l" fontAlgn="ctr"/>
                      <a:r>
                        <a:rPr lang="zh-CN" altLang="en-US" sz="1200" b="1" i="0" u="none" strike="noStrike" dirty="0">
                          <a:solidFill>
                            <a:srgbClr val="000000"/>
                          </a:solidFill>
                          <a:effectLst/>
                          <a:latin typeface="微软雅黑" panose="020B0503020204020204" charset="-122"/>
                          <a:ea typeface="微软雅黑" panose="020B0503020204020204" charset="-122"/>
                        </a:rPr>
                        <a:t>需求调研</a:t>
                      </a: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20000"/>
                        <a:lumOff val="80000"/>
                      </a:srgbClr>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20000"/>
                        <a:lumOff val="80000"/>
                      </a:srgbClr>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20000"/>
                        <a:lumOff val="80000"/>
                      </a:srgbClr>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rgbClr val="1F497D">
                        <a:lumMod val="20000"/>
                        <a:lumOff val="80000"/>
                      </a:srgbClr>
                    </a:solidFill>
                  </a:tcPr>
                </a:tc>
                <a:extLst>
                  <a:ext uri="{0D108BD9-81ED-4DB2-BD59-A6C34878D82A}">
                    <a16:rowId xmlns:a16="http://schemas.microsoft.com/office/drawing/2014/main" val="10008"/>
                  </a:ext>
                </a:extLst>
              </a:tr>
              <a:tr h="232172">
                <a:tc>
                  <a:txBody>
                    <a:bodyPr/>
                    <a:lstStyle/>
                    <a:p>
                      <a:pPr marL="0" algn="r" defTabSz="914400" rtl="0" eaLnBrk="1" fontAlgn="ctr" latinLnBrk="0" hangingPunct="1"/>
                      <a:r>
                        <a:rPr lang="en-US" altLang="zh-CN" sz="1200" u="none" strike="noStrike" kern="1200">
                          <a:solidFill>
                            <a:schemeClr val="tx1"/>
                          </a:solidFill>
                          <a:effectLst/>
                          <a:latin typeface="微软雅黑" panose="020B0503020204020204" charset="-122"/>
                          <a:ea typeface="微软雅黑" panose="020B0503020204020204" charset="-122"/>
                          <a:cs typeface="+mn-cs"/>
                        </a:rPr>
                        <a:t>2.1</a:t>
                      </a:r>
                    </a:p>
                  </a:txBody>
                  <a:tcPr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l" defTabSz="914400" rtl="0" eaLnBrk="1" fontAlgn="ctr" latinLnBrk="0" hangingPunct="1"/>
                      <a:endParaRPr lang="zh-CN" altLang="en-US" sz="1200" u="none" strike="noStrike" kern="1200" dirty="0">
                        <a:solidFill>
                          <a:schemeClr val="tx1"/>
                        </a:solidFill>
                        <a:effectLst/>
                        <a:latin typeface="微软雅黑" panose="020B0503020204020204" charset="-122"/>
                        <a:ea typeface="微软雅黑" panose="020B0503020204020204" charset="-122"/>
                        <a:cs typeface="+mn-cs"/>
                      </a:endParaRPr>
                    </a:p>
                  </a:txBody>
                  <a:tcPr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9"/>
                  </a:ext>
                </a:extLst>
              </a:tr>
              <a:tr h="232172">
                <a:tc>
                  <a:txBody>
                    <a:bodyPr/>
                    <a:lstStyle/>
                    <a:p>
                      <a:pPr marL="0" algn="r" defTabSz="914400" rtl="0" eaLnBrk="1" fontAlgn="ctr" latinLnBrk="0" hangingPunct="1"/>
                      <a:r>
                        <a:rPr lang="en-US" altLang="zh-CN" sz="1200" u="none" strike="noStrike" kern="1200">
                          <a:solidFill>
                            <a:schemeClr val="tx1"/>
                          </a:solidFill>
                          <a:effectLst/>
                          <a:latin typeface="微软雅黑" panose="020B0503020204020204" charset="-122"/>
                          <a:ea typeface="微软雅黑" panose="020B0503020204020204" charset="-122"/>
                          <a:cs typeface="+mn-cs"/>
                        </a:rPr>
                        <a:t>2.2</a:t>
                      </a:r>
                    </a:p>
                  </a:txBody>
                  <a:tcPr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l" defTabSz="914400" rtl="0" eaLnBrk="1" fontAlgn="ctr" latinLnBrk="0" hangingPunct="1"/>
                      <a:endParaRPr lang="zh-CN" altLang="en-US" sz="1200" u="none" strike="noStrike" kern="1200" dirty="0">
                        <a:solidFill>
                          <a:schemeClr val="tx1"/>
                        </a:solidFill>
                        <a:effectLst/>
                        <a:latin typeface="微软雅黑" panose="020B0503020204020204" charset="-122"/>
                        <a:ea typeface="微软雅黑" panose="020B0503020204020204" charset="-122"/>
                        <a:cs typeface="+mn-cs"/>
                      </a:endParaRPr>
                    </a:p>
                  </a:txBody>
                  <a:tcPr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10"/>
                  </a:ext>
                </a:extLst>
              </a:tr>
              <a:tr h="232172">
                <a:tc>
                  <a:txBody>
                    <a:bodyPr/>
                    <a:lstStyle/>
                    <a:p>
                      <a:pPr marL="0" algn="r" defTabSz="914400" rtl="0" eaLnBrk="1" fontAlgn="ctr" latinLnBrk="0" hangingPunct="1"/>
                      <a:r>
                        <a:rPr lang="en-US" altLang="zh-CN" sz="1200" u="none" strike="noStrike" kern="1200" dirty="0">
                          <a:solidFill>
                            <a:schemeClr val="tx1"/>
                          </a:solidFill>
                          <a:effectLst/>
                          <a:latin typeface="微软雅黑" panose="020B0503020204020204" charset="-122"/>
                          <a:ea typeface="微软雅黑" panose="020B0503020204020204" charset="-122"/>
                          <a:cs typeface="+mn-cs"/>
                        </a:rPr>
                        <a:t>2.3</a:t>
                      </a:r>
                    </a:p>
                  </a:txBody>
                  <a:tcPr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algn="l" defTabSz="914400" rtl="0" eaLnBrk="1" fontAlgn="ctr" latinLnBrk="0" hangingPunct="1"/>
                      <a:endParaRPr lang="zh-CN" altLang="en-US" sz="1200" u="none" strike="noStrike" kern="1200" dirty="0">
                        <a:solidFill>
                          <a:schemeClr val="tx1"/>
                        </a:solidFill>
                        <a:effectLst/>
                        <a:latin typeface="微软雅黑" panose="020B0503020204020204" charset="-122"/>
                        <a:ea typeface="微软雅黑" panose="020B0503020204020204" charset="-122"/>
                        <a:cs typeface="+mn-cs"/>
                      </a:endParaRPr>
                    </a:p>
                  </a:txBody>
                  <a:tcPr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ct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11"/>
                  </a:ext>
                </a:extLst>
              </a:tr>
              <a:tr h="245627">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marL="0" algn="ctr" defTabSz="914400" rtl="0" eaLnBrk="1" fontAlgn="ctr" latinLnBrk="0" hangingPunct="1"/>
                      <a:r>
                        <a:rPr lang="en-US" altLang="zh-CN" sz="1200" u="none" strike="noStrike" kern="1200" dirty="0">
                          <a:solidFill>
                            <a:schemeClr val="tx1"/>
                          </a:solidFill>
                          <a:effectLst/>
                          <a:latin typeface="微软雅黑" panose="020B0503020204020204" charset="-122"/>
                          <a:ea typeface="微软雅黑" panose="020B0503020204020204" charset="-122"/>
                          <a:cs typeface="+mn-cs"/>
                        </a:rPr>
                        <a:t>  2.4</a:t>
                      </a: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l" fontAlgn="ctr"/>
                      <a:endParaRPr lang="zh-CN" altLang="en-US" sz="12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12"/>
                  </a:ext>
                </a:extLst>
              </a:tr>
              <a:tr h="232172">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marL="0" algn="ctr" defTabSz="914400" rtl="0" eaLnBrk="1" fontAlgn="ctr" latinLnBrk="0" hangingPunct="1"/>
                      <a:r>
                        <a:rPr lang="en-US" altLang="zh-CN" sz="1200" u="none" strike="noStrike" kern="1200" dirty="0">
                          <a:solidFill>
                            <a:schemeClr val="tx1"/>
                          </a:solidFill>
                          <a:effectLst/>
                          <a:latin typeface="微软雅黑" panose="020B0503020204020204" charset="-122"/>
                          <a:ea typeface="微软雅黑" panose="020B0503020204020204" charset="-122"/>
                          <a:cs typeface="+mn-cs"/>
                        </a:rPr>
                        <a:t>  2.5</a:t>
                      </a: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l" fontAlgn="ctr"/>
                      <a:endParaRPr lang="zh-CN" altLang="en-US" sz="12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13"/>
                  </a:ext>
                </a:extLst>
              </a:tr>
              <a:tr h="232172">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914400" rtl="0" eaLnBrk="1" fontAlgn="ctr" latinLnBrk="0" hangingPunct="1"/>
                      <a:r>
                        <a:rPr lang="en-US" altLang="zh-CN" sz="1200" u="none" strike="noStrike" kern="1200" dirty="0">
                          <a:solidFill>
                            <a:schemeClr val="tx1"/>
                          </a:solidFill>
                          <a:effectLst/>
                          <a:latin typeface="微软雅黑" panose="020B0503020204020204" charset="-122"/>
                          <a:ea typeface="微软雅黑" panose="020B0503020204020204" charset="-122"/>
                          <a:cs typeface="+mn-cs"/>
                        </a:rPr>
                        <a:t>  2.6</a:t>
                      </a: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l" defTabSz="914400" rtl="0" eaLnBrk="1" fontAlgn="ctr"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Verdana" panose="020B0604030504040204"/>
                        </a:defRPr>
                      </a:lvl1pPr>
                      <a:lvl2pPr marL="457200" algn="l" defTabSz="914400" rtl="0" eaLnBrk="1" latinLnBrk="0" hangingPunct="1">
                        <a:defRPr sz="1800" kern="1200">
                          <a:solidFill>
                            <a:schemeClr val="tx1"/>
                          </a:solidFill>
                          <a:latin typeface="Verdana" panose="020B0604030504040204"/>
                        </a:defRPr>
                      </a:lvl2pPr>
                      <a:lvl3pPr marL="914400" algn="l" defTabSz="914400" rtl="0" eaLnBrk="1" latinLnBrk="0" hangingPunct="1">
                        <a:defRPr sz="1800" kern="1200">
                          <a:solidFill>
                            <a:schemeClr val="tx1"/>
                          </a:solidFill>
                          <a:latin typeface="Verdana" panose="020B0604030504040204"/>
                        </a:defRPr>
                      </a:lvl3pPr>
                      <a:lvl4pPr marL="1371600" algn="l" defTabSz="914400" rtl="0" eaLnBrk="1" latinLnBrk="0" hangingPunct="1">
                        <a:defRPr sz="1800" kern="1200">
                          <a:solidFill>
                            <a:schemeClr val="tx1"/>
                          </a:solidFill>
                          <a:latin typeface="Verdana" panose="020B0604030504040204"/>
                        </a:defRPr>
                      </a:lvl4pPr>
                      <a:lvl5pPr marL="1828800" algn="l" defTabSz="914400" rtl="0" eaLnBrk="1" latinLnBrk="0" hangingPunct="1">
                        <a:defRPr sz="1800" kern="1200">
                          <a:solidFill>
                            <a:schemeClr val="tx1"/>
                          </a:solidFill>
                          <a:latin typeface="Verdana" panose="020B0604030504040204"/>
                        </a:defRPr>
                      </a:lvl5pPr>
                      <a:lvl6pPr marL="2286000" algn="l" defTabSz="914400" rtl="0" eaLnBrk="1" latinLnBrk="0" hangingPunct="1">
                        <a:defRPr sz="1800" kern="1200">
                          <a:solidFill>
                            <a:schemeClr val="tx1"/>
                          </a:solidFill>
                          <a:latin typeface="Verdana" panose="020B0604030504040204"/>
                        </a:defRPr>
                      </a:lvl6pPr>
                      <a:lvl7pPr marL="2743200" algn="l" defTabSz="914400" rtl="0" eaLnBrk="1" latinLnBrk="0" hangingPunct="1">
                        <a:defRPr sz="1800" kern="1200">
                          <a:solidFill>
                            <a:schemeClr val="tx1"/>
                          </a:solidFill>
                          <a:latin typeface="Verdana" panose="020B0604030504040204"/>
                        </a:defRPr>
                      </a:lvl7pPr>
                      <a:lvl8pPr marL="3200400" algn="l" defTabSz="914400" rtl="0" eaLnBrk="1" latinLnBrk="0" hangingPunct="1">
                        <a:defRPr sz="1800" kern="1200">
                          <a:solidFill>
                            <a:schemeClr val="tx1"/>
                          </a:solidFill>
                          <a:latin typeface="Verdana" panose="020B0604030504040204"/>
                        </a:defRPr>
                      </a:lvl8pPr>
                      <a:lvl9pPr marL="3657600" algn="l" defTabSz="914400" rtl="0" eaLnBrk="1" latinLnBrk="0" hangingPunct="1">
                        <a:defRPr sz="1800" kern="1200">
                          <a:solidFill>
                            <a:schemeClr val="tx1"/>
                          </a:solidFill>
                          <a:latin typeface="Verdana" panose="020B0604030504040204"/>
                        </a:defRPr>
                      </a:lvl9p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14"/>
                  </a:ext>
                </a:extLst>
              </a:tr>
              <a:tr h="232172">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914400" rtl="0" eaLnBrk="1" fontAlgn="ctr" latinLnBrk="0" hangingPunct="1"/>
                      <a:r>
                        <a:rPr lang="en-US" altLang="zh-CN" sz="1200" u="none" strike="noStrike" kern="1200" dirty="0">
                          <a:solidFill>
                            <a:schemeClr val="tx1"/>
                          </a:solidFill>
                          <a:effectLst/>
                          <a:latin typeface="微软雅黑" panose="020B0503020204020204" charset="-122"/>
                          <a:ea typeface="微软雅黑" panose="020B0503020204020204" charset="-122"/>
                          <a:cs typeface="+mn-cs"/>
                        </a:rPr>
                        <a:t>  2.7</a:t>
                      </a: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l" defTabSz="914400" rtl="0" eaLnBrk="1" fontAlgn="ctr"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15"/>
                  </a:ext>
                </a:extLst>
              </a:tr>
              <a:tr h="232172">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algn="ctr" defTabSz="914400" rtl="0" eaLnBrk="1" fontAlgn="ctr" latinLnBrk="0" hangingPunct="1"/>
                      <a:r>
                        <a:rPr lang="en-US" altLang="zh-CN" sz="1200" u="none" strike="noStrike" kern="1200" dirty="0">
                          <a:solidFill>
                            <a:schemeClr val="tx1"/>
                          </a:solidFill>
                          <a:effectLst/>
                          <a:latin typeface="微软雅黑" panose="020B0503020204020204" charset="-122"/>
                          <a:ea typeface="微软雅黑" panose="020B0503020204020204" charset="-122"/>
                          <a:cs typeface="+mn-cs"/>
                        </a:rPr>
                        <a:t>  2.8</a:t>
                      </a: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l" defTabSz="914400" rtl="0" eaLnBrk="1" fontAlgn="ctr"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ct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algn="r" fontAlgn="ctr"/>
                      <a:endParaRPr lang="en-US" altLang="zh-CN" sz="1000" b="1" i="0" u="none" strike="noStrike" dirty="0">
                        <a:solidFill>
                          <a:srgbClr val="000000"/>
                        </a:solidFill>
                        <a:effectLst/>
                        <a:latin typeface="微软雅黑" panose="020B0503020204020204" charset="-122"/>
                        <a:ea typeface="微软雅黑" panose="020B0503020204020204" charset="-122"/>
                      </a:endParaRPr>
                    </a:p>
                  </a:txBody>
                  <a:tcPr marL="36000" marR="36000" marT="36000" marB="36000" anchor="ctr">
                    <a:lnL w="3175" cap="flat" cmpd="sng" algn="ctr">
                      <a:solidFill>
                        <a:sysClr val="window" lastClr="FFFFFF">
                          <a:lumMod val="85000"/>
                        </a:sysClr>
                      </a:solidFill>
                      <a:prstDash val="solid"/>
                      <a:round/>
                      <a:headEnd type="none" w="med" len="med"/>
                      <a:tailEnd type="none" w="med" len="med"/>
                    </a:lnL>
                    <a:lnR w="3175" cap="flat" cmpd="sng" algn="ctr">
                      <a:solidFill>
                        <a:sysClr val="window" lastClr="FFFFFF">
                          <a:lumMod val="85000"/>
                        </a:sysClr>
                      </a:solidFill>
                      <a:prstDash val="solid"/>
                      <a:round/>
                      <a:headEnd type="none" w="med" len="med"/>
                      <a:tailEnd type="none" w="med" len="med"/>
                    </a:lnR>
                    <a:lnT w="3175" cap="flat" cmpd="sng" algn="ctr">
                      <a:solidFill>
                        <a:sysClr val="window" lastClr="FFFFFF">
                          <a:lumMod val="85000"/>
                        </a:sysClr>
                      </a:solidFill>
                      <a:prstDash val="solid"/>
                      <a:round/>
                      <a:headEnd type="none" w="med" len="med"/>
                      <a:tailEnd type="none" w="med" len="med"/>
                    </a:lnT>
                    <a:lnB w="3175" cap="flat" cmpd="sng" algn="ctr">
                      <a:solidFill>
                        <a:sysClr val="window" lastClr="FFFFFF">
                          <a:lumMod val="85000"/>
                        </a:sys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16"/>
                  </a:ext>
                </a:extLst>
              </a:tr>
            </a:tbl>
          </a:graphicData>
        </a:graphic>
      </p:graphicFrame>
      <p:sp>
        <p:nvSpPr>
          <p:cNvPr id="47" name="矩形 9"/>
          <p:cNvSpPr/>
          <p:nvPr/>
        </p:nvSpPr>
        <p:spPr>
          <a:xfrm>
            <a:off x="3978036" y="2290392"/>
            <a:ext cx="499801" cy="149886"/>
          </a:xfrm>
          <a:prstGeom prst="rect">
            <a:avLst/>
          </a:prstGeom>
          <a:solidFill>
            <a:srgbClr val="92D050"/>
          </a:solidFill>
          <a:ln w="25400" cap="flat" cmpd="sng" algn="ctr">
            <a:noFill/>
            <a:prstDash val="solid"/>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prstClr val="white"/>
              </a:solidFill>
              <a:effectLst/>
              <a:uLnTx/>
              <a:uFillTx/>
              <a:latin typeface="Verdana" panose="020B0604030504040204"/>
              <a:ea typeface="微软雅黑" panose="020B0503020204020204" charset="-122"/>
              <a:cs typeface="+mn-cs"/>
            </a:endParaRPr>
          </a:p>
        </p:txBody>
      </p:sp>
      <p:sp>
        <p:nvSpPr>
          <p:cNvPr id="48" name="Flowchart: Sort 4"/>
          <p:cNvSpPr/>
          <p:nvPr/>
        </p:nvSpPr>
        <p:spPr>
          <a:xfrm>
            <a:off x="3938711" y="2064077"/>
            <a:ext cx="148673" cy="180023"/>
          </a:xfrm>
          <a:prstGeom prst="flowChartSort">
            <a:avLst/>
          </a:prstGeom>
          <a:solidFill>
            <a:srgbClr val="92D05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dirty="0">
              <a:ln>
                <a:noFill/>
              </a:ln>
              <a:solidFill>
                <a:prstClr val="black"/>
              </a:solidFill>
              <a:effectLst/>
              <a:uLnTx/>
              <a:uFillTx/>
              <a:latin typeface="Verdana" panose="020B0604030504040204"/>
              <a:ea typeface="微软雅黑" panose="020B0503020204020204" charset="-122"/>
              <a:cs typeface="+mn-cs"/>
            </a:endParaRPr>
          </a:p>
        </p:txBody>
      </p:sp>
      <p:sp>
        <p:nvSpPr>
          <p:cNvPr id="51" name="等腰三角形 29"/>
          <p:cNvSpPr/>
          <p:nvPr/>
        </p:nvSpPr>
        <p:spPr>
          <a:xfrm>
            <a:off x="4801966" y="3192235"/>
            <a:ext cx="228600" cy="228600"/>
          </a:xfrm>
          <a:prstGeom prst="triangle">
            <a:avLst/>
          </a:prstGeom>
          <a:solidFill>
            <a:srgbClr val="FF0000"/>
          </a:solidFill>
          <a:ln w="25400" cap="flat" cmpd="sng" algn="ctr">
            <a:noFill/>
            <a:prstDash val="solid"/>
          </a:ln>
          <a:effectLst/>
        </p:spPr>
        <p:txBody>
          <a:bodyPr rot="0" spcFirstLastPara="0" vert="horz" wrap="square" lIns="91440" tIns="45720" rIns="91440" bIns="45720" numCol="1" spcCol="0" rtlCol="0" fromWordArt="0" anchor="t" anchorCtr="0" forceAA="0" compatLnSpc="1">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prstClr val="white"/>
              </a:solidFill>
              <a:effectLst/>
              <a:uLnTx/>
              <a:uFillTx/>
              <a:latin typeface="Verdana" panose="020B0604030504040204"/>
              <a:ea typeface="微软雅黑" panose="020B0503020204020204" charset="-122"/>
              <a:cs typeface="+mn-cs"/>
            </a:endParaRPr>
          </a:p>
        </p:txBody>
      </p:sp>
      <p:sp>
        <p:nvSpPr>
          <p:cNvPr id="53" name="矩形 9"/>
          <p:cNvSpPr/>
          <p:nvPr/>
        </p:nvSpPr>
        <p:spPr>
          <a:xfrm>
            <a:off x="4487129" y="3260796"/>
            <a:ext cx="161577" cy="148219"/>
          </a:xfrm>
          <a:prstGeom prst="rect">
            <a:avLst/>
          </a:prstGeom>
          <a:solidFill>
            <a:srgbClr val="92D050"/>
          </a:solidFill>
          <a:ln w="25400" cap="flat" cmpd="sng" algn="ctr">
            <a:noFill/>
            <a:prstDash val="solid"/>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prstClr val="white"/>
              </a:solidFill>
              <a:effectLst/>
              <a:uLnTx/>
              <a:uFillTx/>
              <a:latin typeface="Verdana" panose="020B0604030504040204"/>
              <a:ea typeface="微软雅黑" panose="020B0503020204020204" charset="-122"/>
              <a:cs typeface="+mn-cs"/>
            </a:endParaRPr>
          </a:p>
        </p:txBody>
      </p:sp>
      <p:sp>
        <p:nvSpPr>
          <p:cNvPr id="55" name="矩形 9"/>
          <p:cNvSpPr/>
          <p:nvPr/>
        </p:nvSpPr>
        <p:spPr>
          <a:xfrm>
            <a:off x="4525660" y="3672200"/>
            <a:ext cx="1658827" cy="136844"/>
          </a:xfrm>
          <a:prstGeom prst="rect">
            <a:avLst/>
          </a:prstGeom>
          <a:solidFill>
            <a:srgbClr val="1F497D">
              <a:lumMod val="60000"/>
              <a:lumOff val="40000"/>
            </a:srgbClr>
          </a:solidFill>
          <a:ln w="25400" cap="flat" cmpd="sng" algn="ctr">
            <a:solidFill>
              <a:srgbClr val="92D050"/>
            </a:solidFill>
            <a:prstDash val="solid"/>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dirty="0">
              <a:ln>
                <a:noFill/>
              </a:ln>
              <a:solidFill>
                <a:prstClr val="white"/>
              </a:solidFill>
              <a:effectLst/>
              <a:uLnTx/>
              <a:uFillTx/>
              <a:latin typeface="Verdana" panose="020B0604030504040204"/>
              <a:ea typeface="微软雅黑" panose="020B0503020204020204" charset="-122"/>
              <a:cs typeface="+mn-cs"/>
            </a:endParaRPr>
          </a:p>
        </p:txBody>
      </p:sp>
      <p:sp>
        <p:nvSpPr>
          <p:cNvPr id="57" name="等腰三角形 29"/>
          <p:cNvSpPr/>
          <p:nvPr/>
        </p:nvSpPr>
        <p:spPr>
          <a:xfrm>
            <a:off x="6253852" y="4179933"/>
            <a:ext cx="228600" cy="228600"/>
          </a:xfrm>
          <a:prstGeom prst="triangle">
            <a:avLst/>
          </a:prstGeom>
          <a:solidFill>
            <a:srgbClr val="FF0000"/>
          </a:solidFill>
          <a:ln w="25400" cap="flat" cmpd="sng" algn="ctr">
            <a:noFill/>
            <a:prstDash val="solid"/>
          </a:ln>
          <a:effectLst/>
        </p:spPr>
        <p:txBody>
          <a:bodyPr rot="0" spcFirstLastPara="0" vert="horz" wrap="square" lIns="91440" tIns="45720" rIns="91440" bIns="45720" numCol="1" spcCol="0" rtlCol="0" fromWordArt="0" anchor="t" anchorCtr="0" forceAA="0" compatLnSpc="1">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prstClr val="white"/>
              </a:solidFill>
              <a:effectLst/>
              <a:uLnTx/>
              <a:uFillTx/>
              <a:latin typeface="Verdana" panose="020B0604030504040204"/>
              <a:ea typeface="微软雅黑" panose="020B0503020204020204" charset="-122"/>
              <a:cs typeface="+mn-cs"/>
            </a:endParaRPr>
          </a:p>
        </p:txBody>
      </p:sp>
      <p:sp>
        <p:nvSpPr>
          <p:cNvPr id="58" name="矩形 9"/>
          <p:cNvSpPr/>
          <p:nvPr/>
        </p:nvSpPr>
        <p:spPr>
          <a:xfrm>
            <a:off x="6253852" y="4490820"/>
            <a:ext cx="836015" cy="117484"/>
          </a:xfrm>
          <a:prstGeom prst="rect">
            <a:avLst/>
          </a:prstGeom>
          <a:solidFill>
            <a:srgbClr val="1F497D">
              <a:lumMod val="60000"/>
              <a:lumOff val="40000"/>
            </a:srgbClr>
          </a:solidFill>
          <a:ln w="25400" cap="flat" cmpd="sng" algn="ctr">
            <a:noFill/>
            <a:prstDash val="solid"/>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prstClr val="white"/>
              </a:solidFill>
              <a:effectLst/>
              <a:uLnTx/>
              <a:uFillTx/>
              <a:latin typeface="Verdana" panose="020B0604030504040204"/>
              <a:ea typeface="微软雅黑" panose="020B0503020204020204" charset="-122"/>
              <a:cs typeface="+mn-cs"/>
            </a:endParaRPr>
          </a:p>
        </p:txBody>
      </p:sp>
      <p:sp>
        <p:nvSpPr>
          <p:cNvPr id="59" name="矩形 9"/>
          <p:cNvSpPr/>
          <p:nvPr/>
        </p:nvSpPr>
        <p:spPr>
          <a:xfrm>
            <a:off x="7117948" y="4955076"/>
            <a:ext cx="1656184" cy="117485"/>
          </a:xfrm>
          <a:prstGeom prst="rect">
            <a:avLst/>
          </a:prstGeom>
          <a:solidFill>
            <a:srgbClr val="1F497D">
              <a:lumMod val="60000"/>
              <a:lumOff val="40000"/>
            </a:srgbClr>
          </a:solidFill>
          <a:ln w="25400" cap="flat" cmpd="sng" algn="ctr">
            <a:noFill/>
            <a:prstDash val="solid"/>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prstClr val="white"/>
              </a:solidFill>
              <a:effectLst/>
              <a:uLnTx/>
              <a:uFillTx/>
              <a:latin typeface="Verdana" panose="020B0604030504040204"/>
              <a:ea typeface="微软雅黑" panose="020B0503020204020204" charset="-122"/>
              <a:cs typeface="+mn-cs"/>
            </a:endParaRPr>
          </a:p>
        </p:txBody>
      </p:sp>
      <p:sp>
        <p:nvSpPr>
          <p:cNvPr id="70" name="矩形 9"/>
          <p:cNvSpPr/>
          <p:nvPr/>
        </p:nvSpPr>
        <p:spPr>
          <a:xfrm>
            <a:off x="4237628" y="2518309"/>
            <a:ext cx="123585" cy="149886"/>
          </a:xfrm>
          <a:prstGeom prst="rect">
            <a:avLst/>
          </a:prstGeom>
          <a:solidFill>
            <a:srgbClr val="92D050"/>
          </a:solidFill>
          <a:ln w="25400" cap="flat" cmpd="sng" algn="ctr">
            <a:noFill/>
            <a:prstDash val="solid"/>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prstClr val="white"/>
              </a:solidFill>
              <a:effectLst/>
              <a:uLnTx/>
              <a:uFillTx/>
              <a:latin typeface="Verdana" panose="020B0604030504040204"/>
              <a:ea typeface="微软雅黑" panose="020B0503020204020204" charset="-122"/>
              <a:cs typeface="+mn-cs"/>
            </a:endParaRPr>
          </a:p>
        </p:txBody>
      </p:sp>
      <p:sp>
        <p:nvSpPr>
          <p:cNvPr id="71" name="矩形 9"/>
          <p:cNvSpPr/>
          <p:nvPr/>
        </p:nvSpPr>
        <p:spPr>
          <a:xfrm>
            <a:off x="3979160" y="2787486"/>
            <a:ext cx="382054" cy="149886"/>
          </a:xfrm>
          <a:prstGeom prst="rect">
            <a:avLst/>
          </a:prstGeom>
          <a:solidFill>
            <a:srgbClr val="92D050"/>
          </a:solidFill>
          <a:ln w="25400" cap="flat" cmpd="sng" algn="ctr">
            <a:noFill/>
            <a:prstDash val="solid"/>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prstClr val="white"/>
              </a:solidFill>
              <a:effectLst/>
              <a:uLnTx/>
              <a:uFillTx/>
              <a:latin typeface="Verdana" panose="020B0604030504040204"/>
              <a:ea typeface="微软雅黑" panose="020B0503020204020204" charset="-122"/>
              <a:cs typeface="+mn-cs"/>
            </a:endParaRPr>
          </a:p>
        </p:txBody>
      </p:sp>
      <p:sp>
        <p:nvSpPr>
          <p:cNvPr id="76" name="等腰三角形 29"/>
          <p:cNvSpPr/>
          <p:nvPr/>
        </p:nvSpPr>
        <p:spPr>
          <a:xfrm>
            <a:off x="9679401" y="5327307"/>
            <a:ext cx="228600" cy="228600"/>
          </a:xfrm>
          <a:prstGeom prst="triangle">
            <a:avLst/>
          </a:prstGeom>
          <a:solidFill>
            <a:srgbClr val="FF0000"/>
          </a:solidFill>
          <a:ln w="25400" cap="flat" cmpd="sng" algn="ctr">
            <a:noFill/>
            <a:prstDash val="solid"/>
          </a:ln>
          <a:effectLst/>
        </p:spPr>
        <p:txBody>
          <a:bodyPr rot="0" spcFirstLastPara="0" vert="horz" wrap="square" lIns="91440" tIns="45720" rIns="91440" bIns="45720" numCol="1" spcCol="0" rtlCol="0" fromWordArt="0" anchor="t" anchorCtr="0" forceAA="0" compatLnSpc="1">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prstClr val="white"/>
              </a:solidFill>
              <a:effectLst/>
              <a:uLnTx/>
              <a:uFillTx/>
              <a:latin typeface="Verdana" panose="020B0604030504040204"/>
              <a:ea typeface="微软雅黑" panose="020B0503020204020204" charset="-122"/>
              <a:cs typeface="+mn-cs"/>
            </a:endParaRPr>
          </a:p>
        </p:txBody>
      </p:sp>
      <p:sp>
        <p:nvSpPr>
          <p:cNvPr id="77" name="矩形 9"/>
          <p:cNvSpPr/>
          <p:nvPr/>
        </p:nvSpPr>
        <p:spPr>
          <a:xfrm>
            <a:off x="4273886" y="3000534"/>
            <a:ext cx="213244" cy="157002"/>
          </a:xfrm>
          <a:prstGeom prst="rect">
            <a:avLst/>
          </a:prstGeom>
          <a:solidFill>
            <a:srgbClr val="92D050"/>
          </a:solidFill>
          <a:ln w="25400" cap="flat" cmpd="sng" algn="ctr">
            <a:noFill/>
            <a:prstDash val="solid"/>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prstClr val="white"/>
              </a:solidFill>
              <a:effectLst/>
              <a:uLnTx/>
              <a:uFillTx/>
              <a:latin typeface="Verdana" panose="020B0604030504040204"/>
              <a:ea typeface="微软雅黑" panose="020B0503020204020204" charset="-122"/>
              <a:cs typeface="+mn-cs"/>
            </a:endParaRPr>
          </a:p>
        </p:txBody>
      </p:sp>
      <p:sp>
        <p:nvSpPr>
          <p:cNvPr id="25" name="矩形 9"/>
          <p:cNvSpPr/>
          <p:nvPr/>
        </p:nvSpPr>
        <p:spPr>
          <a:xfrm>
            <a:off x="4502933" y="3960232"/>
            <a:ext cx="1678911" cy="136844"/>
          </a:xfrm>
          <a:prstGeom prst="rect">
            <a:avLst/>
          </a:prstGeom>
          <a:solidFill>
            <a:srgbClr val="1F497D">
              <a:lumMod val="60000"/>
              <a:lumOff val="40000"/>
            </a:srgbClr>
          </a:solidFill>
          <a:ln w="25400" cap="flat" cmpd="sng" algn="ctr">
            <a:noFill/>
            <a:prstDash val="solid"/>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dirty="0">
              <a:ln>
                <a:noFill/>
              </a:ln>
              <a:solidFill>
                <a:prstClr val="white"/>
              </a:solidFill>
              <a:effectLst/>
              <a:uLnTx/>
              <a:uFillTx/>
              <a:latin typeface="Verdana" panose="020B0604030504040204"/>
              <a:ea typeface="微软雅黑" panose="020B0503020204020204" charset="-122"/>
              <a:cs typeface="+mn-cs"/>
            </a:endParaRPr>
          </a:p>
        </p:txBody>
      </p:sp>
      <p:sp>
        <p:nvSpPr>
          <p:cNvPr id="26" name="矩形 9"/>
          <p:cNvSpPr/>
          <p:nvPr/>
        </p:nvSpPr>
        <p:spPr>
          <a:xfrm>
            <a:off x="4502933" y="4255436"/>
            <a:ext cx="1678911" cy="125471"/>
          </a:xfrm>
          <a:prstGeom prst="rect">
            <a:avLst/>
          </a:prstGeom>
          <a:solidFill>
            <a:srgbClr val="1F497D">
              <a:lumMod val="60000"/>
              <a:lumOff val="40000"/>
            </a:srgbClr>
          </a:solidFill>
          <a:ln w="25400" cap="flat" cmpd="sng" algn="ctr">
            <a:noFill/>
            <a:prstDash val="solid"/>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prstClr val="white"/>
              </a:solidFill>
              <a:effectLst/>
              <a:uLnTx/>
              <a:uFillTx/>
              <a:latin typeface="Verdana" panose="020B0604030504040204"/>
              <a:ea typeface="微软雅黑" panose="020B0503020204020204" charset="-122"/>
              <a:cs typeface="+mn-cs"/>
            </a:endParaRPr>
          </a:p>
        </p:txBody>
      </p:sp>
      <p:sp>
        <p:nvSpPr>
          <p:cNvPr id="27" name="矩形 9"/>
          <p:cNvSpPr/>
          <p:nvPr/>
        </p:nvSpPr>
        <p:spPr>
          <a:xfrm>
            <a:off x="7089867" y="4706844"/>
            <a:ext cx="836015" cy="117484"/>
          </a:xfrm>
          <a:prstGeom prst="rect">
            <a:avLst/>
          </a:prstGeom>
          <a:solidFill>
            <a:srgbClr val="1F497D">
              <a:lumMod val="60000"/>
              <a:lumOff val="40000"/>
            </a:srgbClr>
          </a:solidFill>
          <a:ln w="25400" cap="flat" cmpd="sng" algn="ctr">
            <a:noFill/>
            <a:prstDash val="solid"/>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prstClr val="white"/>
              </a:solidFill>
              <a:effectLst/>
              <a:uLnTx/>
              <a:uFillTx/>
              <a:latin typeface="Verdana" panose="020B0604030504040204"/>
              <a:ea typeface="微软雅黑" panose="020B0503020204020204" charset="-122"/>
              <a:cs typeface="+mn-cs"/>
            </a:endParaRPr>
          </a:p>
        </p:txBody>
      </p:sp>
      <p:sp>
        <p:nvSpPr>
          <p:cNvPr id="28" name="矩形 9"/>
          <p:cNvSpPr/>
          <p:nvPr/>
        </p:nvSpPr>
        <p:spPr>
          <a:xfrm>
            <a:off x="8843386" y="5210900"/>
            <a:ext cx="836015" cy="117484"/>
          </a:xfrm>
          <a:prstGeom prst="rect">
            <a:avLst/>
          </a:prstGeom>
          <a:solidFill>
            <a:srgbClr val="1F497D">
              <a:lumMod val="60000"/>
              <a:lumOff val="40000"/>
            </a:srgbClr>
          </a:solidFill>
          <a:ln w="25400" cap="flat" cmpd="sng" algn="ctr">
            <a:noFill/>
            <a:prstDash val="solid"/>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prstClr val="white"/>
              </a:solidFill>
              <a:effectLst/>
              <a:uLnTx/>
              <a:uFillTx/>
              <a:latin typeface="Verdana" panose="020B0604030504040204"/>
              <a:ea typeface="微软雅黑" panose="020B0503020204020204" charset="-122"/>
              <a:cs typeface="+mn-cs"/>
            </a:endParaRPr>
          </a:p>
        </p:txBody>
      </p:sp>
      <p:sp>
        <p:nvSpPr>
          <p:cNvPr id="29" name="矩形 9"/>
          <p:cNvSpPr/>
          <p:nvPr/>
        </p:nvSpPr>
        <p:spPr>
          <a:xfrm>
            <a:off x="9494212" y="5400392"/>
            <a:ext cx="185189" cy="117484"/>
          </a:xfrm>
          <a:prstGeom prst="rect">
            <a:avLst/>
          </a:prstGeom>
          <a:solidFill>
            <a:srgbClr val="1F497D">
              <a:lumMod val="60000"/>
              <a:lumOff val="40000"/>
            </a:srgbClr>
          </a:solidFill>
          <a:ln w="25400" cap="flat" cmpd="sng" algn="ctr">
            <a:noFill/>
            <a:prstDash val="solid"/>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prstClr val="white"/>
              </a:solidFill>
              <a:effectLst/>
              <a:uLnTx/>
              <a:uFillTx/>
              <a:latin typeface="Verdana" panose="020B0604030504040204"/>
              <a:ea typeface="微软雅黑" panose="020B0503020204020204" charset="-122"/>
              <a:cs typeface="+mn-cs"/>
            </a:endParaRPr>
          </a:p>
        </p:txBody>
      </p:sp>
      <p:sp>
        <p:nvSpPr>
          <p:cNvPr id="30" name="矩形 9"/>
          <p:cNvSpPr/>
          <p:nvPr/>
        </p:nvSpPr>
        <p:spPr>
          <a:xfrm>
            <a:off x="4508099" y="2520072"/>
            <a:ext cx="161577" cy="148219"/>
          </a:xfrm>
          <a:prstGeom prst="rect">
            <a:avLst/>
          </a:prstGeom>
          <a:solidFill>
            <a:srgbClr val="92D050"/>
          </a:solidFill>
          <a:ln w="25400" cap="flat" cmpd="sng" algn="ctr">
            <a:noFill/>
            <a:prstDash val="solid"/>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prstClr val="white"/>
              </a:solidFill>
              <a:effectLst/>
              <a:uLnTx/>
              <a:uFillTx/>
              <a:latin typeface="Verdana" panose="020B0604030504040204"/>
              <a:ea typeface="微软雅黑" panose="020B0503020204020204" charset="-122"/>
              <a:cs typeface="+mn-cs"/>
            </a:endParaRPr>
          </a:p>
        </p:txBody>
      </p:sp>
      <p:sp>
        <p:nvSpPr>
          <p:cNvPr id="31" name="矩形 9"/>
          <p:cNvSpPr/>
          <p:nvPr/>
        </p:nvSpPr>
        <p:spPr>
          <a:xfrm>
            <a:off x="4512322" y="3672200"/>
            <a:ext cx="1669522" cy="136844"/>
          </a:xfrm>
          <a:prstGeom prst="rect">
            <a:avLst/>
          </a:prstGeom>
          <a:solidFill>
            <a:srgbClr val="92D050"/>
          </a:solidFill>
          <a:ln w="25400" cap="flat" cmpd="sng" algn="ctr">
            <a:noFill/>
            <a:prstDash val="solid"/>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prstClr val="white"/>
              </a:solidFill>
              <a:effectLst/>
              <a:uLnTx/>
              <a:uFillTx/>
              <a:latin typeface="Verdana" panose="020B0604030504040204"/>
              <a:ea typeface="微软雅黑" panose="020B0503020204020204" charset="-122"/>
              <a:cs typeface="+mn-cs"/>
            </a:endParaRPr>
          </a:p>
        </p:txBody>
      </p:sp>
      <p:sp>
        <p:nvSpPr>
          <p:cNvPr id="32" name="矩形 9"/>
          <p:cNvSpPr/>
          <p:nvPr/>
        </p:nvSpPr>
        <p:spPr>
          <a:xfrm>
            <a:off x="4502931" y="3953304"/>
            <a:ext cx="1686515" cy="150944"/>
          </a:xfrm>
          <a:prstGeom prst="rect">
            <a:avLst/>
          </a:prstGeom>
          <a:solidFill>
            <a:srgbClr val="92D050"/>
          </a:solidFill>
          <a:ln w="25400" cap="flat" cmpd="sng" algn="ctr">
            <a:noFill/>
            <a:prstDash val="solid"/>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prstClr val="white"/>
              </a:solidFill>
              <a:effectLst/>
              <a:uLnTx/>
              <a:uFillTx/>
              <a:latin typeface="Verdana" panose="020B0604030504040204"/>
              <a:ea typeface="微软雅黑" panose="020B0503020204020204" charset="-122"/>
              <a:cs typeface="+mn-cs"/>
            </a:endParaRPr>
          </a:p>
        </p:txBody>
      </p:sp>
      <p:sp>
        <p:nvSpPr>
          <p:cNvPr id="33" name="矩形 9"/>
          <p:cNvSpPr/>
          <p:nvPr/>
        </p:nvSpPr>
        <p:spPr>
          <a:xfrm>
            <a:off x="4498557" y="4241337"/>
            <a:ext cx="1693982" cy="128198"/>
          </a:xfrm>
          <a:prstGeom prst="rect">
            <a:avLst/>
          </a:prstGeom>
          <a:solidFill>
            <a:srgbClr val="92D050"/>
          </a:solidFill>
          <a:ln w="25400" cap="flat" cmpd="sng" algn="ctr">
            <a:noFill/>
            <a:prstDash val="solid"/>
          </a:ln>
          <a:effectLst/>
        </p:spPr>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prstClr val="white"/>
              </a:solidFill>
              <a:effectLst/>
              <a:uLnTx/>
              <a:uFillTx/>
              <a:latin typeface="Verdana" panose="020B0604030504040204"/>
              <a:ea typeface="微软雅黑" panose="020B0503020204020204" charset="-122"/>
              <a:cs typeface="+mn-cs"/>
            </a:endParaRPr>
          </a:p>
        </p:txBody>
      </p:sp>
      <p:cxnSp>
        <p:nvCxnSpPr>
          <p:cNvPr id="69" name="Straight Connector 78"/>
          <p:cNvCxnSpPr>
            <a:cxnSpLocks noChangeShapeType="1"/>
          </p:cNvCxnSpPr>
          <p:nvPr>
            <p:custDataLst>
              <p:tags r:id="rId2"/>
            </p:custDataLst>
          </p:nvPr>
        </p:nvCxnSpPr>
        <p:spPr bwMode="auto">
          <a:xfrm>
            <a:off x="6212442" y="1744882"/>
            <a:ext cx="18415" cy="4176395"/>
          </a:xfrm>
          <a:prstGeom prst="line">
            <a:avLst/>
          </a:prstGeom>
          <a:ln w="57150">
            <a:solidFill>
              <a:srgbClr val="FF0000"/>
            </a:solidFill>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79" name="矩形 78"/>
          <p:cNvSpPr/>
          <p:nvPr/>
        </p:nvSpPr>
        <p:spPr bwMode="auto">
          <a:xfrm>
            <a:off x="0" y="-695960"/>
            <a:ext cx="3139440" cy="633095"/>
          </a:xfrm>
          <a:prstGeom prst="rect">
            <a:avLst/>
          </a:prstGeom>
          <a:solidFill>
            <a:schemeClr val="accent1"/>
          </a:solidFill>
          <a:ln w="12700" cap="flat" cmpd="sng" algn="ctr">
            <a:solidFill>
              <a:schemeClr val="folHlink"/>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rPr>
              <a:t>本页描述项目的总体状态，采用甘特图方式，并</a:t>
            </a:r>
            <a:r>
              <a:rPr lang="zh-CN" altLang="en-US" sz="1200" b="1" dirty="0">
                <a:latin typeface="微软雅黑" panose="020B0503020204020204" charset="-122"/>
                <a:ea typeface="微软雅黑" panose="020B0503020204020204" charset="-122"/>
              </a:rPr>
              <a:t>表明关键里程碑节点以及</a:t>
            </a:r>
            <a:r>
              <a:rPr kumimoji="0" lang="zh-CN" altLang="en-US" sz="1200" b="1" i="0" u="none" strike="noStrike" cap="none" normalizeH="0" baseline="0" dirty="0">
                <a:ln>
                  <a:noFill/>
                </a:ln>
                <a:solidFill>
                  <a:schemeClr val="tx1"/>
                </a:solidFill>
                <a:effectLst/>
                <a:latin typeface="微软雅黑" panose="020B0503020204020204" charset="-122"/>
                <a:ea typeface="微软雅黑" panose="020B0503020204020204" charset="-122"/>
              </a:rPr>
              <a:t>总体状（正常（绿色）、预警（黄色）、延迟（红色））</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本周工作进展</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a:t>本周主要工作进展</a:t>
            </a:r>
          </a:p>
        </p:txBody>
      </p:sp>
      <p:sp>
        <p:nvSpPr>
          <p:cNvPr id="6" name="矩形 5"/>
          <p:cNvSpPr/>
          <p:nvPr/>
        </p:nvSpPr>
        <p:spPr bwMode="auto">
          <a:xfrm>
            <a:off x="0" y="-637540"/>
            <a:ext cx="3048000" cy="598805"/>
          </a:xfrm>
          <a:prstGeom prst="rect">
            <a:avLst/>
          </a:prstGeom>
          <a:solidFill>
            <a:schemeClr val="accent1"/>
          </a:solidFill>
          <a:ln w="12700" cap="flat" cmpd="sng" algn="ctr">
            <a:solidFill>
              <a:schemeClr val="folHlink"/>
            </a:solidFill>
            <a:prstDash val="solid"/>
            <a:round/>
            <a:headEnd type="none" w="med" len="med"/>
            <a:tailEnd type="none" w="med" len="med"/>
          </a:ln>
          <a:effectLst/>
        </p:spPr>
        <p:txBody>
          <a:bodyPr vert="horz" wrap="square" lIns="91440" tIns="45720" rIns="91440" bIns="45720" numCol="1" rtlCol="0" anchor="ctr" anchorCtr="0" compatLnSpc="1">
            <a:noAutofit/>
          </a:bodyPr>
          <a:lstStyle/>
          <a:p>
            <a:pPr lvl="0" algn="l" eaLnBrk="0" fontAlgn="base" hangingPunct="0">
              <a:buClrTx/>
              <a:buSzTx/>
              <a:buFontTx/>
            </a:pPr>
            <a:r>
              <a:rPr lang="zh-CN" altLang="en-US" sz="1200" b="1" dirty="0">
                <a:ln>
                  <a:noFill/>
                </a:ln>
                <a:effectLst/>
                <a:latin typeface="微软雅黑" panose="020B0503020204020204" charset="-122"/>
                <a:ea typeface="微软雅黑" panose="020B0503020204020204" charset="-122"/>
                <a:sym typeface="+mn-ea"/>
              </a:rPr>
              <a:t>列出本周的主要工作及对应的工作成果（包括**交付成果如测试报告、会议纪要，备忘录等）</a:t>
            </a:r>
          </a:p>
        </p:txBody>
      </p:sp>
      <p:graphicFrame>
        <p:nvGraphicFramePr>
          <p:cNvPr id="5" name="表格 4"/>
          <p:cNvGraphicFramePr>
            <a:graphicFrameLocks noGrp="1"/>
          </p:cNvGraphicFramePr>
          <p:nvPr>
            <p:custDataLst>
              <p:tags r:id="rId1"/>
            </p:custDataLst>
          </p:nvPr>
        </p:nvGraphicFramePr>
        <p:xfrm>
          <a:off x="1049020" y="929640"/>
          <a:ext cx="9967595" cy="4812665"/>
        </p:xfrm>
        <a:graphic>
          <a:graphicData uri="http://schemas.openxmlformats.org/drawingml/2006/table">
            <a:tbl>
              <a:tblPr firstRow="1" bandRow="1">
                <a:tableStyleId>{5C22544A-7EE6-4342-B048-85BDC9FD1C3A}</a:tableStyleId>
              </a:tblPr>
              <a:tblGrid>
                <a:gridCol w="588010">
                  <a:extLst>
                    <a:ext uri="{9D8B030D-6E8A-4147-A177-3AD203B41FA5}">
                      <a16:colId xmlns:a16="http://schemas.microsoft.com/office/drawing/2014/main" val="20000"/>
                    </a:ext>
                  </a:extLst>
                </a:gridCol>
                <a:gridCol w="1824355">
                  <a:extLst>
                    <a:ext uri="{9D8B030D-6E8A-4147-A177-3AD203B41FA5}">
                      <a16:colId xmlns:a16="http://schemas.microsoft.com/office/drawing/2014/main" val="20001"/>
                    </a:ext>
                  </a:extLst>
                </a:gridCol>
                <a:gridCol w="2571750">
                  <a:extLst>
                    <a:ext uri="{9D8B030D-6E8A-4147-A177-3AD203B41FA5}">
                      <a16:colId xmlns:a16="http://schemas.microsoft.com/office/drawing/2014/main" val="20002"/>
                    </a:ext>
                  </a:extLst>
                </a:gridCol>
                <a:gridCol w="994410">
                  <a:extLst>
                    <a:ext uri="{9D8B030D-6E8A-4147-A177-3AD203B41FA5}">
                      <a16:colId xmlns:a16="http://schemas.microsoft.com/office/drawing/2014/main" val="20003"/>
                    </a:ext>
                  </a:extLst>
                </a:gridCol>
                <a:gridCol w="1078230">
                  <a:extLst>
                    <a:ext uri="{9D8B030D-6E8A-4147-A177-3AD203B41FA5}">
                      <a16:colId xmlns:a16="http://schemas.microsoft.com/office/drawing/2014/main" val="20004"/>
                    </a:ext>
                  </a:extLst>
                </a:gridCol>
                <a:gridCol w="912495">
                  <a:extLst>
                    <a:ext uri="{9D8B030D-6E8A-4147-A177-3AD203B41FA5}">
                      <a16:colId xmlns:a16="http://schemas.microsoft.com/office/drawing/2014/main" val="20005"/>
                    </a:ext>
                  </a:extLst>
                </a:gridCol>
                <a:gridCol w="1998345">
                  <a:extLst>
                    <a:ext uri="{9D8B030D-6E8A-4147-A177-3AD203B41FA5}">
                      <a16:colId xmlns:a16="http://schemas.microsoft.com/office/drawing/2014/main" val="20006"/>
                    </a:ext>
                  </a:extLst>
                </a:gridCol>
              </a:tblGrid>
              <a:tr h="577215">
                <a:tc>
                  <a:txBody>
                    <a:bodyPr/>
                    <a:lstStyle/>
                    <a:p>
                      <a:pPr algn="ctr"/>
                      <a:r>
                        <a:rPr lang="en-US" altLang="zh-CN" sz="1200" dirty="0">
                          <a:solidFill>
                            <a:schemeClr val="tx1"/>
                          </a:solidFill>
                          <a:latin typeface="微软雅黑" panose="020B0503020204020204" charset="-122"/>
                          <a:ea typeface="微软雅黑" panose="020B0503020204020204" charset="-122"/>
                        </a:rPr>
                        <a:t>No.</a:t>
                      </a:r>
                    </a:p>
                  </a:txBody>
                  <a:tcPr anchor="ctr"/>
                </a:tc>
                <a:tc>
                  <a:txBody>
                    <a:bodyPr/>
                    <a:lstStyle/>
                    <a:p>
                      <a:pPr algn="ctr"/>
                      <a:r>
                        <a:rPr lang="zh-CN" altLang="en-US" sz="1200" dirty="0">
                          <a:solidFill>
                            <a:schemeClr val="tx1"/>
                          </a:solidFill>
                          <a:latin typeface="微软雅黑" panose="020B0503020204020204" charset="-122"/>
                          <a:ea typeface="微软雅黑" panose="020B0503020204020204" charset="-122"/>
                        </a:rPr>
                        <a:t>工作任务</a:t>
                      </a:r>
                    </a:p>
                  </a:txBody>
                  <a:tcPr anchor="ctr"/>
                </a:tc>
                <a:tc>
                  <a:txBody>
                    <a:bodyPr/>
                    <a:lstStyle/>
                    <a:p>
                      <a:pPr algn="ctr"/>
                      <a:r>
                        <a:rPr lang="zh-CN" altLang="en-US" sz="1200" dirty="0">
                          <a:solidFill>
                            <a:schemeClr val="tx1"/>
                          </a:solidFill>
                          <a:latin typeface="微软雅黑" panose="020B0503020204020204" charset="-122"/>
                          <a:ea typeface="微软雅黑" panose="020B0503020204020204" charset="-122"/>
                        </a:rPr>
                        <a:t>交付成果</a:t>
                      </a:r>
                    </a:p>
                  </a:txBody>
                  <a:tcPr anchor="ctr"/>
                </a:tc>
                <a:tc>
                  <a:txBody>
                    <a:bodyPr/>
                    <a:lstStyle/>
                    <a:p>
                      <a:pPr algn="ctr">
                        <a:buNone/>
                      </a:pPr>
                      <a:r>
                        <a:rPr lang="zh-CN" altLang="en-US" sz="1200" dirty="0">
                          <a:solidFill>
                            <a:schemeClr val="tx1"/>
                          </a:solidFill>
                          <a:latin typeface="微软雅黑" panose="020B0503020204020204" charset="-122"/>
                          <a:ea typeface="微软雅黑" panose="020B0503020204020204" charset="-122"/>
                        </a:rPr>
                        <a:t>计划完成时间</a:t>
                      </a:r>
                    </a:p>
                  </a:txBody>
                  <a:tcPr anchor="ctr"/>
                </a:tc>
                <a:tc>
                  <a:txBody>
                    <a:bodyPr/>
                    <a:lstStyle/>
                    <a:p>
                      <a:pPr algn="ctr">
                        <a:buNone/>
                      </a:pPr>
                      <a:r>
                        <a:rPr lang="zh-CN" altLang="en-US" sz="1200" dirty="0">
                          <a:solidFill>
                            <a:schemeClr val="tx1"/>
                          </a:solidFill>
                          <a:latin typeface="微软雅黑" panose="020B0503020204020204" charset="-122"/>
                          <a:ea typeface="微软雅黑" panose="020B0503020204020204" charset="-122"/>
                        </a:rPr>
                        <a:t>实际完成时间</a:t>
                      </a:r>
                    </a:p>
                  </a:txBody>
                  <a:tcPr anchor="ctr"/>
                </a:tc>
                <a:tc>
                  <a:txBody>
                    <a:bodyPr/>
                    <a:lstStyle/>
                    <a:p>
                      <a:pPr algn="ctr"/>
                      <a:r>
                        <a:rPr lang="zh-CN" altLang="en-US" sz="1200" dirty="0">
                          <a:solidFill>
                            <a:schemeClr val="tx1"/>
                          </a:solidFill>
                          <a:latin typeface="微软雅黑" panose="020B0503020204020204" charset="-122"/>
                          <a:ea typeface="微软雅黑" panose="020B0503020204020204" charset="-122"/>
                        </a:rPr>
                        <a:t>状态</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solidFill>
                          <a:latin typeface="微软雅黑" panose="020B0503020204020204" charset="-122"/>
                          <a:ea typeface="微软雅黑" panose="020B0503020204020204" charset="-122"/>
                        </a:rPr>
                        <a:t>备注</a:t>
                      </a:r>
                    </a:p>
                  </a:txBody>
                  <a:tcPr anchor="ctr"/>
                </a:tc>
                <a:extLst>
                  <a:ext uri="{0D108BD9-81ED-4DB2-BD59-A6C34878D82A}">
                    <a16:rowId xmlns:a16="http://schemas.microsoft.com/office/drawing/2014/main" val="10000"/>
                  </a:ext>
                </a:extLst>
              </a:tr>
              <a:tr h="642620">
                <a:tc>
                  <a:txBody>
                    <a:bodyPr/>
                    <a:lstStyle/>
                    <a:p>
                      <a:pPr algn="ctr"/>
                      <a:r>
                        <a:rPr lang="en-US" altLang="zh-CN" sz="1200" dirty="0">
                          <a:solidFill>
                            <a:schemeClr val="tx1"/>
                          </a:solidFill>
                          <a:latin typeface="微软雅黑" panose="020B0503020204020204" charset="-122"/>
                          <a:ea typeface="微软雅黑" panose="020B0503020204020204" charset="-122"/>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l">
                        <a:buNone/>
                      </a:pP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algn="l">
                        <a:buNone/>
                      </a:pP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algn="ctr"/>
                      <a:r>
                        <a:rPr lang="en-US" altLang="zh-CN" sz="1200" dirty="0">
                          <a:solidFill>
                            <a:schemeClr val="tx1"/>
                          </a:solidFill>
                          <a:latin typeface="微软雅黑" panose="020B0503020204020204" charset="-122"/>
                          <a:ea typeface="微软雅黑" panose="020B0503020204020204" charset="-122"/>
                        </a:rPr>
                        <a:t>100%</a:t>
                      </a:r>
                    </a:p>
                  </a:txBody>
                  <a:tcPr anchor="ctr"/>
                </a:tc>
                <a:tc>
                  <a:txBody>
                    <a:bodyPr/>
                    <a:lstStyle/>
                    <a:p>
                      <a:pPr algn="l"/>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1"/>
                  </a:ext>
                </a:extLst>
              </a:tr>
              <a:tr h="659130">
                <a:tc>
                  <a:txBody>
                    <a:bodyPr/>
                    <a:lstStyle/>
                    <a:p>
                      <a:pPr algn="ctr"/>
                      <a:r>
                        <a:rPr lang="en-US" altLang="zh-CN" sz="1200" dirty="0">
                          <a:solidFill>
                            <a:schemeClr val="tx1"/>
                          </a:solidFill>
                          <a:latin typeface="微软雅黑" panose="020B0503020204020204" charset="-122"/>
                          <a:ea typeface="微软雅黑" panose="020B0503020204020204" charset="-122"/>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l">
                        <a:buNone/>
                      </a:pP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algn="l">
                        <a:buNone/>
                      </a:pP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微软雅黑" panose="020B0503020204020204" charset="-122"/>
                          <a:ea typeface="微软雅黑" panose="020B0503020204020204" charset="-122"/>
                        </a:rPr>
                        <a:t>100%</a:t>
                      </a:r>
                    </a:p>
                  </a:txBody>
                  <a:tcPr anchor="ctr"/>
                </a:tc>
                <a:tc>
                  <a:txBody>
                    <a:bodyPr/>
                    <a:lstStyle/>
                    <a:p>
                      <a:pPr algn="l"/>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2"/>
                  </a:ext>
                </a:extLst>
              </a:tr>
              <a:tr h="659130">
                <a:tc>
                  <a:txBody>
                    <a:bodyPr/>
                    <a:lstStyle/>
                    <a:p>
                      <a:pPr algn="ctr"/>
                      <a:r>
                        <a:rPr lang="en-US" altLang="zh-CN" sz="1200" dirty="0">
                          <a:solidFill>
                            <a:schemeClr val="tx1"/>
                          </a:solidFill>
                          <a:latin typeface="微软雅黑" panose="020B0503020204020204" charset="-122"/>
                          <a:ea typeface="微软雅黑" panose="020B0503020204020204" charset="-122"/>
                        </a:rPr>
                        <a:t>3</a:t>
                      </a:r>
                    </a:p>
                  </a:txBody>
                  <a:tcPr anchor="ctr"/>
                </a:tc>
                <a:tc>
                  <a:txBody>
                    <a:bodyPr/>
                    <a:lstStyle/>
                    <a:p>
                      <a:pPr marL="0" algn="ctr" defTabSz="914400" rtl="0" eaLnBrk="1" latinLnBrk="0" hangingPunct="1"/>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algn="ct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algn="l">
                        <a:buNone/>
                      </a:pP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algn="l">
                        <a:buNone/>
                      </a:pP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dirty="0">
                          <a:solidFill>
                            <a:schemeClr val="tx1"/>
                          </a:solidFill>
                          <a:latin typeface="微软雅黑" panose="020B0503020204020204" charset="-122"/>
                          <a:ea typeface="微软雅黑" panose="020B0503020204020204" charset="-122"/>
                        </a:rPr>
                        <a:t>100%</a:t>
                      </a: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3"/>
                  </a:ext>
                </a:extLst>
              </a:tr>
              <a:tr h="565150">
                <a:tc>
                  <a:txBody>
                    <a:bodyPr/>
                    <a:lstStyle/>
                    <a:p>
                      <a:pPr algn="ctr"/>
                      <a:r>
                        <a:rPr lang="en-US" altLang="zh-CN" sz="1200" dirty="0">
                          <a:solidFill>
                            <a:schemeClr val="tx1"/>
                          </a:solidFill>
                          <a:latin typeface="微软雅黑" panose="020B0503020204020204" charset="-122"/>
                          <a:ea typeface="微软雅黑" panose="020B0503020204020204" charset="-122"/>
                        </a:rPr>
                        <a:t>4</a:t>
                      </a: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l">
                        <a:buNone/>
                      </a:pP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algn="l">
                        <a:buNone/>
                      </a:pP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algn="ctr"/>
                      <a:r>
                        <a:rPr lang="en-US" altLang="zh-CN" sz="1200" dirty="0">
                          <a:solidFill>
                            <a:schemeClr val="tx1"/>
                          </a:solidFill>
                          <a:latin typeface="微软雅黑" panose="020B0503020204020204" charset="-122"/>
                          <a:ea typeface="微软雅黑" panose="020B0503020204020204" charset="-122"/>
                        </a:rPr>
                        <a:t>100%</a:t>
                      </a: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4"/>
                  </a:ext>
                </a:extLst>
              </a:tr>
              <a:tr h="748030">
                <a:tc>
                  <a:txBody>
                    <a:bodyPr/>
                    <a:lstStyle/>
                    <a:p>
                      <a:pPr algn="ctr">
                        <a:buNone/>
                      </a:pPr>
                      <a:r>
                        <a:rPr lang="en-US" altLang="zh-CN" sz="1200" dirty="0">
                          <a:solidFill>
                            <a:schemeClr val="tx1"/>
                          </a:solidFill>
                          <a:latin typeface="微软雅黑" panose="020B0503020204020204" charset="-122"/>
                          <a:ea typeface="微软雅黑" panose="020B0503020204020204" charset="-122"/>
                        </a:rPr>
                        <a:t>5</a:t>
                      </a: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buNone/>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l">
                        <a:buNone/>
                      </a:pP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algn="l">
                        <a:buNone/>
                      </a:pP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algn="ctr">
                        <a:buNone/>
                      </a:pPr>
                      <a:r>
                        <a:rPr lang="en-US" altLang="zh-CN" sz="1200" dirty="0">
                          <a:solidFill>
                            <a:schemeClr val="tx1"/>
                          </a:solidFill>
                          <a:latin typeface="微软雅黑" panose="020B0503020204020204" charset="-122"/>
                          <a:ea typeface="微软雅黑" panose="020B0503020204020204" charset="-122"/>
                        </a:rPr>
                        <a:t>100%</a:t>
                      </a:r>
                    </a:p>
                  </a:txBody>
                  <a:tcPr anchor="ctr"/>
                </a:tc>
                <a:tc>
                  <a:txBody>
                    <a:bodyPr/>
                    <a:lstStyle/>
                    <a:p>
                      <a:pPr algn="ctr">
                        <a:buNone/>
                      </a:pPr>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5"/>
                  </a:ext>
                </a:extLst>
              </a:tr>
              <a:tr h="467360">
                <a:tc>
                  <a:txBody>
                    <a:bodyPr/>
                    <a:lstStyle/>
                    <a:p>
                      <a:pPr algn="ctr">
                        <a:buNone/>
                      </a:pPr>
                      <a:r>
                        <a:rPr lang="en-US" altLang="zh-CN" sz="1200" dirty="0">
                          <a:solidFill>
                            <a:schemeClr val="tx1"/>
                          </a:solidFill>
                          <a:latin typeface="微软雅黑" panose="020B0503020204020204" charset="-122"/>
                          <a:ea typeface="微软雅黑" panose="020B0503020204020204" charset="-122"/>
                        </a:rPr>
                        <a:t>6</a:t>
                      </a:r>
                    </a:p>
                  </a:txBody>
                  <a:tcPr anchor="ctr"/>
                </a:tc>
                <a:tc>
                  <a:txBody>
                    <a:bodyPr/>
                    <a:lstStyle/>
                    <a:p>
                      <a:pPr marL="0" algn="ctr" defTabSz="914400" rtl="0" eaLnBrk="1" latinLnBrk="0" hangingPunct="1"/>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algn="ctr">
                        <a:buNone/>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l">
                        <a:buNone/>
                      </a:pP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algn="l">
                        <a:buNone/>
                      </a:pP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algn="ctr">
                        <a:buNone/>
                      </a:pPr>
                      <a:r>
                        <a:rPr lang="en-US" altLang="zh-CN" sz="1200" dirty="0">
                          <a:solidFill>
                            <a:schemeClr val="tx1"/>
                          </a:solidFill>
                          <a:latin typeface="微软雅黑" panose="020B0503020204020204" charset="-122"/>
                          <a:ea typeface="微软雅黑" panose="020B0503020204020204" charset="-122"/>
                        </a:rPr>
                        <a:t>100%</a:t>
                      </a:r>
                    </a:p>
                  </a:txBody>
                  <a:tcPr anchor="ctr"/>
                </a:tc>
                <a:tc>
                  <a:txBody>
                    <a:bodyPr/>
                    <a:lstStyle/>
                    <a:p>
                      <a:pPr algn="ctr">
                        <a:buNone/>
                      </a:pPr>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6"/>
                  </a:ext>
                </a:extLst>
              </a:tr>
              <a:tr h="494030">
                <a:tc>
                  <a:txBody>
                    <a:bodyPr/>
                    <a:lstStyle/>
                    <a:p>
                      <a:pPr algn="ctr">
                        <a:buNone/>
                      </a:pPr>
                      <a:endParaRPr lang="en-US" altLang="zh-CN" sz="1200" dirty="0">
                        <a:solidFill>
                          <a:schemeClr val="tx1"/>
                        </a:solidFill>
                        <a:latin typeface="微软雅黑" panose="020B0503020204020204" charset="-122"/>
                        <a:ea typeface="微软雅黑" panose="020B0503020204020204" charset="-122"/>
                      </a:endParaRPr>
                    </a:p>
                    <a:p>
                      <a:pPr algn="ctr">
                        <a:buNone/>
                      </a:pPr>
                      <a:r>
                        <a:rPr lang="en-US" altLang="zh-CN" sz="1200" dirty="0">
                          <a:solidFill>
                            <a:schemeClr val="tx1"/>
                          </a:solidFill>
                          <a:latin typeface="微软雅黑" panose="020B0503020204020204" charset="-122"/>
                          <a:ea typeface="微软雅黑" panose="020B0503020204020204" charset="-122"/>
                        </a:rPr>
                        <a:t>7</a:t>
                      </a:r>
                    </a:p>
                  </a:txBody>
                  <a:tcPr anchor="ctr"/>
                </a:tc>
                <a:tc>
                  <a:txBody>
                    <a:bodyPr/>
                    <a:lstStyle/>
                    <a:p>
                      <a:pPr marL="0" algn="ctr" defTabSz="914400" rtl="0" eaLnBrk="1" latinLnBrk="0" hangingPunct="1"/>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algn="ctr">
                        <a:buNone/>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buNone/>
                      </a:pP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algn="ctr">
                        <a:buNone/>
                      </a:pP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algn="ctr">
                        <a:buNone/>
                      </a:pPr>
                      <a:r>
                        <a:rPr lang="en-US" altLang="zh-CN" sz="1200" dirty="0">
                          <a:solidFill>
                            <a:schemeClr val="tx1"/>
                          </a:solidFill>
                          <a:latin typeface="微软雅黑" panose="020B0503020204020204" charset="-122"/>
                          <a:ea typeface="微软雅黑" panose="020B0503020204020204" charset="-122"/>
                        </a:rPr>
                        <a:t>100%</a:t>
                      </a:r>
                    </a:p>
                  </a:txBody>
                  <a:tcPr anchor="ctr"/>
                </a:tc>
                <a:tc>
                  <a:txBody>
                    <a:bodyPr/>
                    <a:lstStyle/>
                    <a:p>
                      <a:pPr algn="ctr">
                        <a:buNone/>
                      </a:pPr>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solidFill>
                  <a:schemeClr val="tx1">
                    <a:lumMod val="75000"/>
                    <a:lumOff val="25000"/>
                  </a:schemeClr>
                </a:solidFill>
                <a:sym typeface="+mn-ea"/>
              </a:rPr>
              <a:t>本周工作主要事项完成结果</a:t>
            </a:r>
            <a:br>
              <a:rPr lang="zh-CN" altLang="en-US" dirty="0">
                <a:solidFill>
                  <a:schemeClr val="tx1">
                    <a:lumMod val="75000"/>
                    <a:lumOff val="25000"/>
                  </a:schemeClr>
                </a:solidFill>
                <a:latin typeface="微软雅黑" panose="020B0503020204020204" charset="-122"/>
                <a:ea typeface="微软雅黑" panose="020B0503020204020204" charset="-122"/>
              </a:rPr>
            </a:br>
            <a:endParaRPr kumimoji="1" lang="zh-CN" altLang="en-US"/>
          </a:p>
        </p:txBody>
      </p:sp>
      <p:graphicFrame>
        <p:nvGraphicFramePr>
          <p:cNvPr id="3" name="表格 2"/>
          <p:cNvGraphicFramePr>
            <a:graphicFrameLocks noGrp="1"/>
          </p:cNvGraphicFramePr>
          <p:nvPr>
            <p:custDataLst>
              <p:tags r:id="rId1"/>
            </p:custDataLst>
          </p:nvPr>
        </p:nvGraphicFramePr>
        <p:xfrm>
          <a:off x="1123315" y="1188085"/>
          <a:ext cx="10546080" cy="4896485"/>
        </p:xfrm>
        <a:graphic>
          <a:graphicData uri="http://schemas.openxmlformats.org/drawingml/2006/table">
            <a:tbl>
              <a:tblPr firstRow="1" bandRow="1">
                <a:tableStyleId>{5C22544A-7EE6-4342-B048-85BDC9FD1C3A}</a:tableStyleId>
              </a:tblPr>
              <a:tblGrid>
                <a:gridCol w="562610">
                  <a:extLst>
                    <a:ext uri="{9D8B030D-6E8A-4147-A177-3AD203B41FA5}">
                      <a16:colId xmlns:a16="http://schemas.microsoft.com/office/drawing/2014/main" val="20000"/>
                    </a:ext>
                  </a:extLst>
                </a:gridCol>
                <a:gridCol w="881380">
                  <a:extLst>
                    <a:ext uri="{9D8B030D-6E8A-4147-A177-3AD203B41FA5}">
                      <a16:colId xmlns:a16="http://schemas.microsoft.com/office/drawing/2014/main" val="20001"/>
                    </a:ext>
                  </a:extLst>
                </a:gridCol>
                <a:gridCol w="939574">
                  <a:extLst>
                    <a:ext uri="{9D8B030D-6E8A-4147-A177-3AD203B41FA5}">
                      <a16:colId xmlns:a16="http://schemas.microsoft.com/office/drawing/2014/main" val="20002"/>
                    </a:ext>
                  </a:extLst>
                </a:gridCol>
                <a:gridCol w="3536202">
                  <a:extLst>
                    <a:ext uri="{9D8B030D-6E8A-4147-A177-3AD203B41FA5}">
                      <a16:colId xmlns:a16="http://schemas.microsoft.com/office/drawing/2014/main" val="20003"/>
                    </a:ext>
                  </a:extLst>
                </a:gridCol>
                <a:gridCol w="685215">
                  <a:extLst>
                    <a:ext uri="{9D8B030D-6E8A-4147-A177-3AD203B41FA5}">
                      <a16:colId xmlns:a16="http://schemas.microsoft.com/office/drawing/2014/main" val="20004"/>
                    </a:ext>
                  </a:extLst>
                </a:gridCol>
                <a:gridCol w="997284">
                  <a:extLst>
                    <a:ext uri="{9D8B030D-6E8A-4147-A177-3AD203B41FA5}">
                      <a16:colId xmlns:a16="http://schemas.microsoft.com/office/drawing/2014/main" val="20005"/>
                    </a:ext>
                  </a:extLst>
                </a:gridCol>
                <a:gridCol w="996808">
                  <a:extLst>
                    <a:ext uri="{9D8B030D-6E8A-4147-A177-3AD203B41FA5}">
                      <a16:colId xmlns:a16="http://schemas.microsoft.com/office/drawing/2014/main" val="20006"/>
                    </a:ext>
                  </a:extLst>
                </a:gridCol>
                <a:gridCol w="1946910">
                  <a:extLst>
                    <a:ext uri="{9D8B030D-6E8A-4147-A177-3AD203B41FA5}">
                      <a16:colId xmlns:a16="http://schemas.microsoft.com/office/drawing/2014/main" val="20007"/>
                    </a:ext>
                  </a:extLst>
                </a:gridCol>
              </a:tblGrid>
              <a:tr h="328295">
                <a:tc>
                  <a:txBody>
                    <a:bodyPr/>
                    <a:lstStyle/>
                    <a:p>
                      <a:pPr algn="ctr"/>
                      <a:r>
                        <a:rPr lang="en-US" altLang="zh-CN" sz="1200" dirty="0">
                          <a:solidFill>
                            <a:schemeClr val="tx1"/>
                          </a:solidFill>
                          <a:latin typeface="微软雅黑" panose="020B0503020204020204" charset="-122"/>
                          <a:ea typeface="微软雅黑" panose="020B0503020204020204" charset="-122"/>
                        </a:rPr>
                        <a:t>NO.</a:t>
                      </a: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r>
                        <a:rPr lang="zh-CN" altLang="en-US" sz="1200" dirty="0">
                          <a:solidFill>
                            <a:schemeClr val="tx1"/>
                          </a:solidFill>
                          <a:latin typeface="微软雅黑" panose="020B0503020204020204" charset="-122"/>
                          <a:ea typeface="微软雅黑" panose="020B0503020204020204" charset="-122"/>
                        </a:rPr>
                        <a:t>模块</a:t>
                      </a:r>
                    </a:p>
                  </a:txBody>
                  <a:tcPr anchor="ctr"/>
                </a:tc>
                <a:tc>
                  <a:txBody>
                    <a:bodyPr/>
                    <a:lstStyle/>
                    <a:p>
                      <a:pPr algn="ctr">
                        <a:buNone/>
                      </a:pPr>
                      <a:r>
                        <a:rPr lang="zh-CN" altLang="en-US" sz="1200" dirty="0">
                          <a:solidFill>
                            <a:schemeClr val="tx1"/>
                          </a:solidFill>
                          <a:latin typeface="微软雅黑" panose="020B0503020204020204" charset="-122"/>
                          <a:ea typeface="微软雅黑" panose="020B0503020204020204" charset="-122"/>
                        </a:rPr>
                        <a:t>类型</a:t>
                      </a:r>
                    </a:p>
                  </a:txBody>
                  <a:tcPr anchor="ctr"/>
                </a:tc>
                <a:tc>
                  <a:txBody>
                    <a:bodyPr/>
                    <a:lstStyle/>
                    <a:p>
                      <a:pPr algn="ctr"/>
                      <a:r>
                        <a:rPr lang="zh-CN" altLang="en-US" sz="1200" dirty="0">
                          <a:solidFill>
                            <a:schemeClr val="tx1"/>
                          </a:solidFill>
                          <a:latin typeface="微软雅黑" panose="020B0503020204020204" charset="-122"/>
                          <a:ea typeface="微软雅黑" panose="020B0503020204020204" charset="-122"/>
                        </a:rPr>
                        <a:t>事项名称</a:t>
                      </a:r>
                    </a:p>
                  </a:txBody>
                  <a:tcPr anchor="ctr"/>
                </a:tc>
                <a:tc>
                  <a:txBody>
                    <a:bodyPr/>
                    <a:lstStyle/>
                    <a:p>
                      <a:pPr algn="ctr"/>
                      <a:r>
                        <a:rPr lang="zh-CN" altLang="en-US" sz="1200" dirty="0">
                          <a:solidFill>
                            <a:schemeClr val="tx1"/>
                          </a:solidFill>
                          <a:latin typeface="微软雅黑" panose="020B0503020204020204" charset="-122"/>
                          <a:ea typeface="微软雅黑" panose="020B0503020204020204" charset="-122"/>
                        </a:rPr>
                        <a:t>是否</a:t>
                      </a:r>
                    </a:p>
                    <a:p>
                      <a:pPr algn="ctr"/>
                      <a:r>
                        <a:rPr lang="zh-CN" altLang="en-US" sz="1200" dirty="0">
                          <a:solidFill>
                            <a:schemeClr val="tx1"/>
                          </a:solidFill>
                          <a:latin typeface="微软雅黑" panose="020B0503020204020204" charset="-122"/>
                          <a:ea typeface="微软雅黑" panose="020B0503020204020204" charset="-122"/>
                        </a:rPr>
                        <a:t>完成</a:t>
                      </a:r>
                    </a:p>
                  </a:txBody>
                  <a:tcPr anchor="ctr"/>
                </a:tc>
                <a:tc>
                  <a:txBody>
                    <a:bodyPr/>
                    <a:lstStyle/>
                    <a:p>
                      <a:pPr algn="ctr"/>
                      <a:r>
                        <a:rPr lang="zh-CN" altLang="en-US" sz="1200" dirty="0">
                          <a:solidFill>
                            <a:schemeClr val="tx1"/>
                          </a:solidFill>
                          <a:latin typeface="微软雅黑" panose="020B0503020204020204" charset="-122"/>
                          <a:ea typeface="微软雅黑" panose="020B0503020204020204" charset="-122"/>
                        </a:rPr>
                        <a:t>金蝶责任人</a:t>
                      </a:r>
                    </a:p>
                  </a:txBody>
                  <a:tcPr anchor="ctr"/>
                </a:tc>
                <a:tc>
                  <a:txBody>
                    <a:bodyPr/>
                    <a:lstStyle/>
                    <a:p>
                      <a:pPr algn="ctr"/>
                      <a:r>
                        <a:rPr lang="en-US" altLang="zh-CN" sz="1200" dirty="0">
                          <a:solidFill>
                            <a:schemeClr val="tx1"/>
                          </a:solidFill>
                          <a:latin typeface="微软雅黑" panose="020B0503020204020204" charset="-122"/>
                          <a:ea typeface="微软雅黑" panose="020B0503020204020204" charset="-122"/>
                        </a:rPr>
                        <a:t>XX</a:t>
                      </a:r>
                      <a:r>
                        <a:rPr lang="zh-CN" altLang="en-US" sz="1200" dirty="0">
                          <a:solidFill>
                            <a:schemeClr val="tx1"/>
                          </a:solidFill>
                          <a:latin typeface="微软雅黑" panose="020B0503020204020204" charset="-122"/>
                          <a:ea typeface="微软雅黑" panose="020B0503020204020204" charset="-122"/>
                        </a:rPr>
                        <a:t>责任人</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solidFill>
                          <a:latin typeface="微软雅黑" panose="020B0503020204020204" charset="-122"/>
                          <a:ea typeface="微软雅黑" panose="020B0503020204020204" charset="-122"/>
                        </a:rPr>
                        <a:t>备注</a:t>
                      </a:r>
                    </a:p>
                  </a:txBody>
                  <a:tcPr anchor="ctr"/>
                </a:tc>
                <a:extLst>
                  <a:ext uri="{0D108BD9-81ED-4DB2-BD59-A6C34878D82A}">
                    <a16:rowId xmlns:a16="http://schemas.microsoft.com/office/drawing/2014/main" val="10000"/>
                  </a:ext>
                </a:extLst>
              </a:tr>
              <a:tr h="400050">
                <a:tc>
                  <a:txBody>
                    <a:bodyPr/>
                    <a:lstStyle/>
                    <a:p>
                      <a:pPr algn="ctr"/>
                      <a:r>
                        <a:rPr lang="en-US" altLang="zh-CN" sz="1200" dirty="0">
                          <a:solidFill>
                            <a:schemeClr val="tx1"/>
                          </a:solidFill>
                          <a:latin typeface="微软雅黑" panose="020B0503020204020204" charset="-122"/>
                          <a:ea typeface="微软雅黑" panose="020B0503020204020204" charset="-122"/>
                        </a:rPr>
                        <a:t>1</a:t>
                      </a:r>
                    </a:p>
                  </a:txBody>
                  <a:tcPr anchor="ctr"/>
                </a:tc>
                <a:tc>
                  <a:txBody>
                    <a:bodyPr/>
                    <a:lstStyle/>
                    <a:p>
                      <a:pPr algn="l"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ctr"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l" fontAlgn="b"/>
                      <a:endParaRPr lang="zh-CN" altLang="en-US" sz="1200" b="0" i="0" u="none" strike="noStrike" dirty="0">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ctr" fontAlgn="ctr"/>
                      <a:r>
                        <a:rPr lang="zh-CN" altLang="en-US" sz="1200" b="0" u="none" strike="noStrike">
                          <a:effectLst/>
                          <a:latin typeface="微软雅黑" panose="020B0503020204020204" charset="-122"/>
                          <a:ea typeface="微软雅黑" panose="020B0503020204020204" charset="-122"/>
                        </a:rPr>
                        <a:t>是</a:t>
                      </a:r>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ctr"/>
                </a:tc>
                <a:tc>
                  <a:txBody>
                    <a:bodyPr/>
                    <a:lstStyle/>
                    <a:p>
                      <a:pPr algn="l" fontAlgn="ctr"/>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ctr"/>
                </a:tc>
                <a:tc>
                  <a:txBody>
                    <a:bodyPr/>
                    <a:lstStyle/>
                    <a:p>
                      <a:pPr algn="l"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l"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extLst>
                  <a:ext uri="{0D108BD9-81ED-4DB2-BD59-A6C34878D82A}">
                    <a16:rowId xmlns:a16="http://schemas.microsoft.com/office/drawing/2014/main" val="10001"/>
                  </a:ext>
                </a:extLst>
              </a:tr>
              <a:tr h="462915">
                <a:tc>
                  <a:txBody>
                    <a:bodyPr/>
                    <a:lstStyle/>
                    <a:p>
                      <a:pPr algn="ctr"/>
                      <a:r>
                        <a:rPr lang="en-US" altLang="zh-CN" sz="1200" dirty="0">
                          <a:solidFill>
                            <a:schemeClr val="tx1"/>
                          </a:solidFill>
                          <a:latin typeface="微软雅黑" panose="020B0503020204020204" charset="-122"/>
                          <a:ea typeface="微软雅黑" panose="020B0503020204020204" charset="-122"/>
                        </a:rPr>
                        <a:t>2</a:t>
                      </a:r>
                    </a:p>
                  </a:txBody>
                  <a:tcPr anchor="ctr"/>
                </a:tc>
                <a:tc>
                  <a:txBody>
                    <a:bodyPr/>
                    <a:lstStyle/>
                    <a:p>
                      <a:pPr algn="l"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ctr"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l" fontAlgn="b"/>
                      <a:endParaRPr lang="zh-CN" altLang="en-US" sz="1200" b="0" i="0" u="none" strike="noStrike" dirty="0">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ctr" fontAlgn="ctr"/>
                      <a:r>
                        <a:rPr lang="zh-CN" altLang="en-US" sz="1200" b="0" u="none" strike="noStrike">
                          <a:effectLst/>
                          <a:latin typeface="微软雅黑" panose="020B0503020204020204" charset="-122"/>
                          <a:ea typeface="微软雅黑" panose="020B0503020204020204" charset="-122"/>
                        </a:rPr>
                        <a:t>是</a:t>
                      </a:r>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ctr"/>
                </a:tc>
                <a:tc>
                  <a:txBody>
                    <a:bodyPr/>
                    <a:lstStyle/>
                    <a:p>
                      <a:pPr algn="l" fontAlgn="ctr"/>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ctr"/>
                </a:tc>
                <a:tc>
                  <a:txBody>
                    <a:bodyPr/>
                    <a:lstStyle/>
                    <a:p>
                      <a:pPr algn="l"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l"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extLst>
                  <a:ext uri="{0D108BD9-81ED-4DB2-BD59-A6C34878D82A}">
                    <a16:rowId xmlns:a16="http://schemas.microsoft.com/office/drawing/2014/main" val="10002"/>
                  </a:ext>
                </a:extLst>
              </a:tr>
              <a:tr h="283210">
                <a:tc>
                  <a:txBody>
                    <a:bodyPr/>
                    <a:lstStyle/>
                    <a:p>
                      <a:pPr algn="ctr"/>
                      <a:r>
                        <a:rPr lang="en-US" altLang="zh-CN" sz="1200" dirty="0">
                          <a:solidFill>
                            <a:schemeClr val="tx1"/>
                          </a:solidFill>
                          <a:latin typeface="微软雅黑" panose="020B0503020204020204" charset="-122"/>
                          <a:ea typeface="微软雅黑" panose="020B0503020204020204" charset="-122"/>
                        </a:rPr>
                        <a:t>3</a:t>
                      </a:r>
                    </a:p>
                  </a:txBody>
                  <a:tcPr anchor="ctr"/>
                </a:tc>
                <a:tc>
                  <a:txBody>
                    <a:bodyPr/>
                    <a:lstStyle/>
                    <a:p>
                      <a:pPr algn="l"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ctr"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l"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ctr" fontAlgn="ctr"/>
                      <a:r>
                        <a:rPr lang="zh-CN" altLang="en-US" sz="1200" b="0" u="none" strike="noStrike">
                          <a:effectLst/>
                          <a:latin typeface="微软雅黑" panose="020B0503020204020204" charset="-122"/>
                          <a:ea typeface="微软雅黑" panose="020B0503020204020204" charset="-122"/>
                        </a:rPr>
                        <a:t>是</a:t>
                      </a:r>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ctr"/>
                </a:tc>
                <a:tc>
                  <a:txBody>
                    <a:bodyPr/>
                    <a:lstStyle/>
                    <a:p>
                      <a:pPr algn="l" fontAlgn="ctr"/>
                      <a:endParaRPr lang="zh-CN" altLang="en-US" sz="1200" b="0" i="0" u="none" strike="noStrike" dirty="0">
                        <a:solidFill>
                          <a:srgbClr val="000000"/>
                        </a:solidFill>
                        <a:effectLst/>
                        <a:latin typeface="微软雅黑" panose="020B0503020204020204" charset="-122"/>
                        <a:ea typeface="微软雅黑" panose="020B0503020204020204" charset="-122"/>
                      </a:endParaRPr>
                    </a:p>
                  </a:txBody>
                  <a:tcPr marL="6450" marR="6450" marT="6450" marB="0" anchor="ctr"/>
                </a:tc>
                <a:tc>
                  <a:txBody>
                    <a:bodyPr/>
                    <a:lstStyle/>
                    <a:p>
                      <a:pPr algn="l"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l"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extLst>
                  <a:ext uri="{0D108BD9-81ED-4DB2-BD59-A6C34878D82A}">
                    <a16:rowId xmlns:a16="http://schemas.microsoft.com/office/drawing/2014/main" val="10003"/>
                  </a:ext>
                </a:extLst>
              </a:tr>
              <a:tr h="401320">
                <a:tc>
                  <a:txBody>
                    <a:bodyPr/>
                    <a:lstStyle/>
                    <a:p>
                      <a:pPr algn="ctr"/>
                      <a:r>
                        <a:rPr lang="en-US" altLang="zh-CN" sz="1200" dirty="0">
                          <a:solidFill>
                            <a:schemeClr val="tx1"/>
                          </a:solidFill>
                          <a:latin typeface="微软雅黑" panose="020B0503020204020204" charset="-122"/>
                          <a:ea typeface="微软雅黑" panose="020B0503020204020204" charset="-122"/>
                        </a:rPr>
                        <a:t>4</a:t>
                      </a:r>
                    </a:p>
                  </a:txBody>
                  <a:tcPr anchor="ctr"/>
                </a:tc>
                <a:tc>
                  <a:txBody>
                    <a:bodyPr/>
                    <a:lstStyle/>
                    <a:p>
                      <a:pPr algn="l"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ctr"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l"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ctr" fontAlgn="ctr"/>
                      <a:r>
                        <a:rPr lang="zh-CN" altLang="en-US" sz="1200" b="0" u="none" strike="noStrike">
                          <a:effectLst/>
                          <a:latin typeface="微软雅黑" panose="020B0503020204020204" charset="-122"/>
                          <a:ea typeface="微软雅黑" panose="020B0503020204020204" charset="-122"/>
                        </a:rPr>
                        <a:t>是</a:t>
                      </a:r>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ctr"/>
                </a:tc>
                <a:tc>
                  <a:txBody>
                    <a:bodyPr/>
                    <a:lstStyle/>
                    <a:p>
                      <a:pPr algn="l"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l"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l"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extLst>
                  <a:ext uri="{0D108BD9-81ED-4DB2-BD59-A6C34878D82A}">
                    <a16:rowId xmlns:a16="http://schemas.microsoft.com/office/drawing/2014/main" val="10004"/>
                  </a:ext>
                </a:extLst>
              </a:tr>
              <a:tr h="400050">
                <a:tc>
                  <a:txBody>
                    <a:bodyPr/>
                    <a:lstStyle/>
                    <a:p>
                      <a:pPr algn="ctr"/>
                      <a:r>
                        <a:rPr lang="en-US" altLang="zh-CN" sz="1200" dirty="0">
                          <a:solidFill>
                            <a:schemeClr val="tx1"/>
                          </a:solidFill>
                          <a:latin typeface="微软雅黑" panose="020B0503020204020204" charset="-122"/>
                          <a:ea typeface="微软雅黑" panose="020B0503020204020204" charset="-122"/>
                        </a:rPr>
                        <a:t>5</a:t>
                      </a:r>
                    </a:p>
                  </a:txBody>
                  <a:tcPr anchor="ctr"/>
                </a:tc>
                <a:tc>
                  <a:txBody>
                    <a:bodyPr/>
                    <a:lstStyle/>
                    <a:p>
                      <a:pPr algn="l"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ctr"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l" fontAlgn="b"/>
                      <a:endParaRPr lang="zh-CN" altLang="en-US" sz="1200" b="0" i="0" u="none" strike="noStrike" dirty="0">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ctr" fontAlgn="ctr"/>
                      <a:r>
                        <a:rPr lang="zh-CN" altLang="en-US" sz="1200" b="0" u="none" strike="noStrike" dirty="0">
                          <a:solidFill>
                            <a:schemeClr val="tx1"/>
                          </a:solidFill>
                          <a:effectLst/>
                          <a:latin typeface="微软雅黑" panose="020B0503020204020204" charset="-122"/>
                          <a:ea typeface="微软雅黑" panose="020B0503020204020204" charset="-122"/>
                        </a:rPr>
                        <a:t>否</a:t>
                      </a:r>
                      <a:endParaRPr lang="zh-CN" altLang="en-US" sz="1200" b="0" i="0" u="none" strike="noStrike" dirty="0">
                        <a:solidFill>
                          <a:schemeClr val="tx1"/>
                        </a:solidFill>
                        <a:effectLst/>
                        <a:latin typeface="微软雅黑" panose="020B0503020204020204" charset="-122"/>
                        <a:ea typeface="微软雅黑" panose="020B0503020204020204" charset="-122"/>
                      </a:endParaRPr>
                    </a:p>
                  </a:txBody>
                  <a:tcPr marL="6450" marR="6450" marT="6450" marB="0" anchor="ctr"/>
                </a:tc>
                <a:tc>
                  <a:txBody>
                    <a:bodyPr/>
                    <a:lstStyle/>
                    <a:p>
                      <a:pPr algn="l"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l" fontAlgn="b"/>
                      <a:endParaRPr lang="zh-CN" altLang="en-US" sz="1200" b="0" i="0" u="none" strike="noStrike" dirty="0">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l"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extLst>
                  <a:ext uri="{0D108BD9-81ED-4DB2-BD59-A6C34878D82A}">
                    <a16:rowId xmlns:a16="http://schemas.microsoft.com/office/drawing/2014/main" val="10005"/>
                  </a:ext>
                </a:extLst>
              </a:tr>
              <a:tr h="400050">
                <a:tc>
                  <a:txBody>
                    <a:bodyPr/>
                    <a:lstStyle/>
                    <a:p>
                      <a:pPr algn="ctr"/>
                      <a:r>
                        <a:rPr lang="en-US" altLang="zh-CN" sz="1200" dirty="0">
                          <a:solidFill>
                            <a:schemeClr val="tx1"/>
                          </a:solidFill>
                          <a:latin typeface="微软雅黑" panose="020B0503020204020204" charset="-122"/>
                          <a:ea typeface="微软雅黑" panose="020B0503020204020204" charset="-122"/>
                        </a:rPr>
                        <a:t>6</a:t>
                      </a:r>
                    </a:p>
                  </a:txBody>
                  <a:tcPr anchor="ctr"/>
                </a:tc>
                <a:tc>
                  <a:txBody>
                    <a:bodyPr/>
                    <a:lstStyle/>
                    <a:p>
                      <a:pPr algn="l" fontAlgn="b"/>
                      <a:endParaRPr lang="zh-CN" altLang="en-US" sz="1200" b="0" i="0" u="none" strike="noStrike" dirty="0">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ctr"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l"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ctr" fontAlgn="ctr"/>
                      <a:r>
                        <a:rPr lang="zh-CN" altLang="en-US" sz="1200" b="0" u="none" strike="noStrike">
                          <a:solidFill>
                            <a:schemeClr val="tx1"/>
                          </a:solidFill>
                          <a:effectLst/>
                          <a:latin typeface="微软雅黑" panose="020B0503020204020204" charset="-122"/>
                          <a:ea typeface="微软雅黑" panose="020B0503020204020204" charset="-122"/>
                        </a:rPr>
                        <a:t>是</a:t>
                      </a:r>
                      <a:endParaRPr lang="zh-CN" altLang="en-US" sz="1200" b="0" i="0" u="none" strike="noStrike">
                        <a:solidFill>
                          <a:schemeClr val="tx1"/>
                        </a:solidFill>
                        <a:effectLst/>
                        <a:latin typeface="微软雅黑" panose="020B0503020204020204" charset="-122"/>
                        <a:ea typeface="微软雅黑" panose="020B0503020204020204" charset="-122"/>
                      </a:endParaRPr>
                    </a:p>
                  </a:txBody>
                  <a:tcPr marL="6450" marR="6450" marT="6450" marB="0" anchor="ctr"/>
                </a:tc>
                <a:tc>
                  <a:txBody>
                    <a:bodyPr/>
                    <a:lstStyle/>
                    <a:p>
                      <a:pPr algn="l"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l"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l" fontAlgn="b"/>
                      <a:endParaRPr lang="zh-CN" altLang="en-US" sz="1200" b="0" i="0" u="none" strike="noStrike" dirty="0">
                        <a:solidFill>
                          <a:srgbClr val="000000"/>
                        </a:solidFill>
                        <a:effectLst/>
                        <a:latin typeface="微软雅黑" panose="020B0503020204020204" charset="-122"/>
                        <a:ea typeface="微软雅黑" panose="020B0503020204020204" charset="-122"/>
                      </a:endParaRPr>
                    </a:p>
                  </a:txBody>
                  <a:tcPr marL="6450" marR="6450" marT="6450" marB="0" anchor="b"/>
                </a:tc>
                <a:extLst>
                  <a:ext uri="{0D108BD9-81ED-4DB2-BD59-A6C34878D82A}">
                    <a16:rowId xmlns:a16="http://schemas.microsoft.com/office/drawing/2014/main" val="10006"/>
                  </a:ext>
                </a:extLst>
              </a:tr>
              <a:tr h="401320">
                <a:tc>
                  <a:txBody>
                    <a:bodyPr/>
                    <a:lstStyle/>
                    <a:p>
                      <a:pPr algn="ctr"/>
                      <a:r>
                        <a:rPr lang="en-US" altLang="zh-CN" sz="1200" dirty="0">
                          <a:solidFill>
                            <a:schemeClr val="tx1"/>
                          </a:solidFill>
                          <a:latin typeface="微软雅黑" panose="020B0503020204020204" charset="-122"/>
                          <a:ea typeface="微软雅黑" panose="020B0503020204020204" charset="-122"/>
                        </a:rPr>
                        <a:t>7</a:t>
                      </a:r>
                    </a:p>
                  </a:txBody>
                  <a:tcPr anchor="ctr"/>
                </a:tc>
                <a:tc>
                  <a:txBody>
                    <a:bodyPr/>
                    <a:lstStyle/>
                    <a:p>
                      <a:pPr algn="l" fontAlgn="b"/>
                      <a:endParaRPr lang="zh-CN" altLang="en-US" sz="1200" b="0" i="0" u="none" strike="noStrike" dirty="0">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ctr" fontAlgn="b"/>
                      <a:endParaRPr lang="zh-CN" altLang="en-US" sz="1200" b="0" i="0" u="none" strike="noStrike" dirty="0">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l" fontAlgn="b"/>
                      <a:endParaRPr lang="zh-CN" altLang="en-US" sz="1200" b="0" i="0" u="none" strike="noStrike" dirty="0">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ctr" fontAlgn="ctr"/>
                      <a:r>
                        <a:rPr lang="zh-CN" altLang="en-US" sz="1200" b="0" u="none" strike="noStrike">
                          <a:solidFill>
                            <a:schemeClr val="tx1"/>
                          </a:solidFill>
                          <a:effectLst/>
                          <a:latin typeface="微软雅黑" panose="020B0503020204020204" charset="-122"/>
                          <a:ea typeface="微软雅黑" panose="020B0503020204020204" charset="-122"/>
                        </a:rPr>
                        <a:t>是</a:t>
                      </a:r>
                      <a:endParaRPr lang="zh-CN" altLang="en-US" sz="1200" b="0" i="0" u="none" strike="noStrike">
                        <a:solidFill>
                          <a:schemeClr val="tx1"/>
                        </a:solidFill>
                        <a:effectLst/>
                        <a:latin typeface="微软雅黑" panose="020B0503020204020204" charset="-122"/>
                        <a:ea typeface="微软雅黑" panose="020B0503020204020204" charset="-122"/>
                      </a:endParaRPr>
                    </a:p>
                  </a:txBody>
                  <a:tcPr marL="6450" marR="6450" marT="6450" marB="0" anchor="ctr"/>
                </a:tc>
                <a:tc>
                  <a:txBody>
                    <a:bodyPr/>
                    <a:lstStyle/>
                    <a:p>
                      <a:pPr algn="l"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l"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l" fontAlgn="b"/>
                      <a:endParaRPr lang="zh-CN" altLang="en-US" sz="1200" b="0" i="0" u="none" strike="noStrike" dirty="0">
                        <a:solidFill>
                          <a:srgbClr val="000000"/>
                        </a:solidFill>
                        <a:effectLst/>
                        <a:latin typeface="微软雅黑" panose="020B0503020204020204" charset="-122"/>
                        <a:ea typeface="微软雅黑" panose="020B0503020204020204" charset="-122"/>
                      </a:endParaRPr>
                    </a:p>
                  </a:txBody>
                  <a:tcPr marL="6450" marR="6450" marT="6450" marB="0" anchor="b"/>
                </a:tc>
                <a:extLst>
                  <a:ext uri="{0D108BD9-81ED-4DB2-BD59-A6C34878D82A}">
                    <a16:rowId xmlns:a16="http://schemas.microsoft.com/office/drawing/2014/main" val="10007"/>
                  </a:ext>
                </a:extLst>
              </a:tr>
              <a:tr h="400050">
                <a:tc>
                  <a:txBody>
                    <a:bodyPr/>
                    <a:lstStyle/>
                    <a:p>
                      <a:pPr algn="ctr"/>
                      <a:r>
                        <a:rPr lang="en-US" altLang="zh-CN" sz="1200" dirty="0">
                          <a:solidFill>
                            <a:schemeClr val="tx1"/>
                          </a:solidFill>
                          <a:latin typeface="微软雅黑" panose="020B0503020204020204" charset="-122"/>
                          <a:ea typeface="微软雅黑" panose="020B0503020204020204" charset="-122"/>
                        </a:rPr>
                        <a:t>8</a:t>
                      </a:r>
                    </a:p>
                  </a:txBody>
                  <a:tcPr anchor="ctr"/>
                </a:tc>
                <a:tc>
                  <a:txBody>
                    <a:bodyPr/>
                    <a:lstStyle/>
                    <a:p>
                      <a:pPr algn="l"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ctr"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l" fontAlgn="b"/>
                      <a:endParaRPr lang="zh-CN" altLang="en-US" sz="1200" b="0" i="0" u="none" strike="noStrike" dirty="0">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ctr" fontAlgn="ctr"/>
                      <a:r>
                        <a:rPr lang="zh-CN" altLang="en-US" sz="1200" b="0" i="0" u="none" strike="noStrike" dirty="0">
                          <a:solidFill>
                            <a:schemeClr val="tx1"/>
                          </a:solidFill>
                          <a:effectLst/>
                          <a:latin typeface="微软雅黑" panose="020B0503020204020204" charset="-122"/>
                          <a:ea typeface="微软雅黑" panose="020B0503020204020204" charset="-122"/>
                        </a:rPr>
                        <a:t>是</a:t>
                      </a:r>
                    </a:p>
                  </a:txBody>
                  <a:tcPr marL="6450" marR="6450" marT="6450" marB="0" anchor="ctr"/>
                </a:tc>
                <a:tc>
                  <a:txBody>
                    <a:bodyPr/>
                    <a:lstStyle/>
                    <a:p>
                      <a:pPr algn="l"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l" fontAlgn="b"/>
                      <a:endParaRPr lang="zh-CN" altLang="en-US" sz="1200" b="0" i="0" u="none" strike="noStrike">
                        <a:solidFill>
                          <a:srgbClr val="000000"/>
                        </a:solidFill>
                        <a:effectLst/>
                        <a:latin typeface="微软雅黑" panose="020B0503020204020204" charset="-122"/>
                        <a:ea typeface="微软雅黑" panose="020B0503020204020204" charset="-122"/>
                      </a:endParaRPr>
                    </a:p>
                  </a:txBody>
                  <a:tcPr marL="6450" marR="6450" marT="6450" marB="0" anchor="b"/>
                </a:tc>
                <a:tc>
                  <a:txBody>
                    <a:bodyPr/>
                    <a:lstStyle/>
                    <a:p>
                      <a:pPr algn="l" fontAlgn="b"/>
                      <a:endParaRPr lang="zh-CN" altLang="en-US" sz="1200" b="0" i="0" u="none" strike="noStrike" dirty="0">
                        <a:solidFill>
                          <a:srgbClr val="000000"/>
                        </a:solidFill>
                        <a:effectLst/>
                        <a:latin typeface="微软雅黑" panose="020B0503020204020204" charset="-122"/>
                        <a:ea typeface="微软雅黑" panose="020B0503020204020204" charset="-122"/>
                      </a:endParaRPr>
                    </a:p>
                  </a:txBody>
                  <a:tcPr marL="6450" marR="6450" marT="6450" marB="0" anchor="b"/>
                </a:tc>
                <a:extLst>
                  <a:ext uri="{0D108BD9-81ED-4DB2-BD59-A6C34878D82A}">
                    <a16:rowId xmlns:a16="http://schemas.microsoft.com/office/drawing/2014/main" val="10008"/>
                  </a:ext>
                </a:extLst>
              </a:tr>
              <a:tr h="400050">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buNone/>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9"/>
                  </a:ext>
                </a:extLst>
              </a:tr>
              <a:tr h="401320">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buNone/>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10"/>
                  </a:ext>
                </a:extLst>
              </a:tr>
              <a:tr h="400050">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buNone/>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11"/>
                  </a:ext>
                </a:extLst>
              </a:tr>
            </a:tbl>
          </a:graphicData>
        </a:graphic>
      </p:graphicFrame>
      <p:sp>
        <p:nvSpPr>
          <p:cNvPr id="6" name="矩形 5"/>
          <p:cNvSpPr/>
          <p:nvPr/>
        </p:nvSpPr>
        <p:spPr bwMode="auto">
          <a:xfrm>
            <a:off x="0" y="-637540"/>
            <a:ext cx="3048000" cy="598805"/>
          </a:xfrm>
          <a:prstGeom prst="rect">
            <a:avLst/>
          </a:prstGeom>
          <a:solidFill>
            <a:schemeClr val="accent1"/>
          </a:solidFill>
          <a:ln w="12700" cap="flat" cmpd="sng" algn="ctr">
            <a:solidFill>
              <a:schemeClr val="folHlink"/>
            </a:solidFill>
            <a:prstDash val="solid"/>
            <a:round/>
            <a:headEnd type="none" w="med" len="med"/>
            <a:tailEnd type="none" w="med" len="med"/>
          </a:ln>
          <a:effectLst/>
        </p:spPr>
        <p:txBody>
          <a:bodyPr vert="horz" wrap="square" lIns="91440" tIns="45720" rIns="91440" bIns="45720" numCol="1" rtlCol="0" anchor="ctr" anchorCtr="0" compatLnSpc="1">
            <a:noAutofit/>
          </a:bodyPr>
          <a:lstStyle/>
          <a:p>
            <a:pPr lvl="0" algn="l" eaLnBrk="0" fontAlgn="base" hangingPunct="0">
              <a:buClrTx/>
              <a:buSzTx/>
              <a:buFontTx/>
            </a:pPr>
            <a:r>
              <a:rPr lang="zh-CN" altLang="en-US" sz="1200" b="1" dirty="0">
                <a:ln>
                  <a:noFill/>
                </a:ln>
                <a:effectLst/>
                <a:latin typeface="微软雅黑" panose="020B0503020204020204" charset="-122"/>
                <a:ea typeface="微软雅黑" panose="020B0503020204020204" charset="-122"/>
                <a:sym typeface="+mn-ea"/>
              </a:rPr>
              <a:t>列出下周工作计划和交付成果名称，包括**报告、**会议纪要等</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solidFill>
                  <a:schemeClr val="tx1">
                    <a:lumMod val="75000"/>
                    <a:lumOff val="25000"/>
                  </a:schemeClr>
                </a:solidFill>
                <a:sym typeface="+mn-ea"/>
              </a:rPr>
              <a:t>项目主要问题和风险</a:t>
            </a:r>
            <a:br>
              <a:rPr lang="zh-CN" altLang="en-US" dirty="0">
                <a:solidFill>
                  <a:schemeClr val="tx1">
                    <a:lumMod val="75000"/>
                    <a:lumOff val="25000"/>
                  </a:schemeClr>
                </a:solidFill>
                <a:latin typeface="微软雅黑" panose="020B0503020204020204" charset="-122"/>
                <a:ea typeface="微软雅黑" panose="020B0503020204020204" charset="-122"/>
              </a:rPr>
            </a:br>
            <a:endParaRPr kumimoji="1" lang="zh-CN" altLang="en-US"/>
          </a:p>
        </p:txBody>
      </p:sp>
      <p:sp>
        <p:nvSpPr>
          <p:cNvPr id="2" name="矩形 1"/>
          <p:cNvSpPr/>
          <p:nvPr/>
        </p:nvSpPr>
        <p:spPr bwMode="auto">
          <a:xfrm>
            <a:off x="0" y="-637540"/>
            <a:ext cx="4825365" cy="598805"/>
          </a:xfrm>
          <a:prstGeom prst="rect">
            <a:avLst/>
          </a:prstGeom>
          <a:solidFill>
            <a:schemeClr val="accent1"/>
          </a:solidFill>
          <a:ln w="12700" cap="flat" cmpd="sng" algn="ctr">
            <a:solidFill>
              <a:schemeClr val="folHlink"/>
            </a:solidFill>
            <a:prstDash val="solid"/>
            <a:round/>
            <a:headEnd type="none" w="med" len="med"/>
            <a:tailEnd type="none" w="med" len="med"/>
          </a:ln>
          <a:effectLst/>
        </p:spPr>
        <p:txBody>
          <a:bodyPr vert="horz" wrap="square" lIns="91440" tIns="45720" rIns="91440" bIns="45720" numCol="1" rtlCol="0" anchor="ctr" anchorCtr="0" compatLnSpc="1">
            <a:noAutofit/>
          </a:bodyPr>
          <a:lstStyle/>
          <a:p>
            <a:pPr lvl="0" algn="l" eaLnBrk="0" fontAlgn="base" hangingPunct="0">
              <a:buClrTx/>
              <a:buSzTx/>
              <a:buFontTx/>
            </a:pPr>
            <a:r>
              <a:rPr lang="zh-CN" altLang="en-US" sz="1200" b="1" dirty="0">
                <a:ln>
                  <a:noFill/>
                </a:ln>
                <a:effectLst/>
                <a:latin typeface="微软雅黑" panose="020B0503020204020204" charset="-122"/>
                <a:ea typeface="微软雅黑" panose="020B0503020204020204" charset="-122"/>
                <a:sym typeface="+mn-ea"/>
              </a:rPr>
              <a:t>列出截止到目前为止所有未解决的问题，包括上周周报的待解决问题的解决状态，如有处理中和未解决的问题须在“备注”栏写明解决方案和和解决时间</a:t>
            </a:r>
          </a:p>
        </p:txBody>
      </p:sp>
      <p:graphicFrame>
        <p:nvGraphicFramePr>
          <p:cNvPr id="7" name="表格 6"/>
          <p:cNvGraphicFramePr>
            <a:graphicFrameLocks noGrp="1"/>
          </p:cNvGraphicFramePr>
          <p:nvPr>
            <p:custDataLst>
              <p:tags r:id="rId1"/>
            </p:custDataLst>
          </p:nvPr>
        </p:nvGraphicFramePr>
        <p:xfrm>
          <a:off x="1102995" y="1367790"/>
          <a:ext cx="9784715" cy="3364230"/>
        </p:xfrm>
        <a:graphic>
          <a:graphicData uri="http://schemas.openxmlformats.org/drawingml/2006/table">
            <a:tbl>
              <a:tblPr firstRow="1" bandRow="1">
                <a:tableStyleId>{5C22544A-7EE6-4342-B048-85BDC9FD1C3A}</a:tableStyleId>
              </a:tblPr>
              <a:tblGrid>
                <a:gridCol w="499745">
                  <a:extLst>
                    <a:ext uri="{9D8B030D-6E8A-4147-A177-3AD203B41FA5}">
                      <a16:colId xmlns:a16="http://schemas.microsoft.com/office/drawing/2014/main" val="20000"/>
                    </a:ext>
                  </a:extLst>
                </a:gridCol>
                <a:gridCol w="1068705">
                  <a:extLst>
                    <a:ext uri="{9D8B030D-6E8A-4147-A177-3AD203B41FA5}">
                      <a16:colId xmlns:a16="http://schemas.microsoft.com/office/drawing/2014/main" val="20001"/>
                    </a:ext>
                  </a:extLst>
                </a:gridCol>
                <a:gridCol w="2693035">
                  <a:extLst>
                    <a:ext uri="{9D8B030D-6E8A-4147-A177-3AD203B41FA5}">
                      <a16:colId xmlns:a16="http://schemas.microsoft.com/office/drawing/2014/main" val="20002"/>
                    </a:ext>
                  </a:extLst>
                </a:gridCol>
                <a:gridCol w="891540">
                  <a:extLst>
                    <a:ext uri="{9D8B030D-6E8A-4147-A177-3AD203B41FA5}">
                      <a16:colId xmlns:a16="http://schemas.microsoft.com/office/drawing/2014/main" val="20003"/>
                    </a:ext>
                  </a:extLst>
                </a:gridCol>
                <a:gridCol w="891540">
                  <a:extLst>
                    <a:ext uri="{9D8B030D-6E8A-4147-A177-3AD203B41FA5}">
                      <a16:colId xmlns:a16="http://schemas.microsoft.com/office/drawing/2014/main" val="20004"/>
                    </a:ext>
                  </a:extLst>
                </a:gridCol>
                <a:gridCol w="891540">
                  <a:extLst>
                    <a:ext uri="{9D8B030D-6E8A-4147-A177-3AD203B41FA5}">
                      <a16:colId xmlns:a16="http://schemas.microsoft.com/office/drawing/2014/main" val="20005"/>
                    </a:ext>
                  </a:extLst>
                </a:gridCol>
                <a:gridCol w="2848610">
                  <a:extLst>
                    <a:ext uri="{9D8B030D-6E8A-4147-A177-3AD203B41FA5}">
                      <a16:colId xmlns:a16="http://schemas.microsoft.com/office/drawing/2014/main" val="20006"/>
                    </a:ext>
                  </a:extLst>
                </a:gridCol>
              </a:tblGrid>
              <a:tr h="455930">
                <a:tc>
                  <a:txBody>
                    <a:bodyPr/>
                    <a:lstStyle/>
                    <a:p>
                      <a:pPr algn="ctr"/>
                      <a:r>
                        <a:rPr lang="en-US" altLang="zh-CN" sz="1200" dirty="0">
                          <a:solidFill>
                            <a:schemeClr val="tx1"/>
                          </a:solidFill>
                          <a:latin typeface="微软雅黑" panose="020B0503020204020204" charset="-122"/>
                          <a:ea typeface="微软雅黑" panose="020B0503020204020204" charset="-122"/>
                        </a:rPr>
                        <a:t>No.</a:t>
                      </a:r>
                    </a:p>
                  </a:txBody>
                  <a:tcPr anchor="ctr"/>
                </a:tc>
                <a:tc>
                  <a:txBody>
                    <a:bodyPr/>
                    <a:lstStyle/>
                    <a:p>
                      <a:pPr algn="ctr"/>
                      <a:r>
                        <a:rPr lang="zh-CN" altLang="en-US" sz="1200" dirty="0">
                          <a:solidFill>
                            <a:schemeClr val="tx1"/>
                          </a:solidFill>
                          <a:latin typeface="微软雅黑" panose="020B0503020204020204" charset="-122"/>
                          <a:ea typeface="微软雅黑" panose="020B0503020204020204" charset="-122"/>
                        </a:rPr>
                        <a:t>问题</a:t>
                      </a:r>
                    </a:p>
                  </a:txBody>
                  <a:tcPr anchor="ctr"/>
                </a:tc>
                <a:tc>
                  <a:txBody>
                    <a:bodyPr/>
                    <a:lstStyle/>
                    <a:p>
                      <a:pPr algn="ctr"/>
                      <a:r>
                        <a:rPr lang="zh-CN" altLang="en-US" sz="1200" dirty="0">
                          <a:solidFill>
                            <a:schemeClr val="tx1"/>
                          </a:solidFill>
                          <a:latin typeface="微软雅黑" panose="020B0503020204020204" charset="-122"/>
                          <a:ea typeface="微软雅黑" panose="020B0503020204020204" charset="-122"/>
                        </a:rPr>
                        <a:t>描述</a:t>
                      </a:r>
                    </a:p>
                  </a:txBody>
                  <a:tcPr anchor="ctr"/>
                </a:tc>
                <a:tc>
                  <a:txBody>
                    <a:bodyPr/>
                    <a:lstStyle/>
                    <a:p>
                      <a:pPr algn="ctr"/>
                      <a:r>
                        <a:rPr lang="zh-CN" altLang="en-US" sz="1200" dirty="0">
                          <a:solidFill>
                            <a:schemeClr val="tx1"/>
                          </a:solidFill>
                          <a:latin typeface="微软雅黑" panose="020B0503020204020204" charset="-122"/>
                          <a:ea typeface="微软雅黑" panose="020B0503020204020204" charset="-122"/>
                        </a:rPr>
                        <a:t>状态</a:t>
                      </a:r>
                    </a:p>
                  </a:txBody>
                  <a:tcPr anchor="ctr"/>
                </a:tc>
                <a:tc>
                  <a:txBody>
                    <a:bodyPr/>
                    <a:lstStyle/>
                    <a:p>
                      <a:pPr algn="ctr"/>
                      <a:r>
                        <a:rPr lang="zh-CN" altLang="en-US" sz="1200" dirty="0">
                          <a:solidFill>
                            <a:schemeClr val="tx1"/>
                          </a:solidFill>
                          <a:latin typeface="微软雅黑" panose="020B0503020204020204" charset="-122"/>
                          <a:ea typeface="微软雅黑" panose="020B0503020204020204" charset="-122"/>
                        </a:rPr>
                        <a:t>组别</a:t>
                      </a:r>
                    </a:p>
                  </a:txBody>
                  <a:tcPr anchor="ctr"/>
                </a:tc>
                <a:tc>
                  <a:txBody>
                    <a:bodyPr/>
                    <a:lstStyle/>
                    <a:p>
                      <a:pPr algn="ctr"/>
                      <a:r>
                        <a:rPr lang="zh-CN" altLang="en-US" sz="1200">
                          <a:solidFill>
                            <a:schemeClr val="tx1"/>
                          </a:solidFill>
                          <a:latin typeface="微软雅黑" panose="020B0503020204020204" charset="-122"/>
                          <a:ea typeface="微软雅黑" panose="020B0503020204020204" charset="-122"/>
                        </a:rPr>
                        <a:t>责任人</a:t>
                      </a: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solidFill>
                          <a:latin typeface="微软雅黑" panose="020B0503020204020204" charset="-122"/>
                          <a:ea typeface="微软雅黑" panose="020B0503020204020204" charset="-122"/>
                        </a:rPr>
                        <a:t>备注</a:t>
                      </a:r>
                    </a:p>
                  </a:txBody>
                  <a:tcPr anchor="ctr"/>
                </a:tc>
                <a:extLst>
                  <a:ext uri="{0D108BD9-81ED-4DB2-BD59-A6C34878D82A}">
                    <a16:rowId xmlns:a16="http://schemas.microsoft.com/office/drawing/2014/main" val="10000"/>
                  </a:ext>
                </a:extLst>
              </a:tr>
              <a:tr h="732790">
                <a:tc>
                  <a:txBody>
                    <a:bodyPr/>
                    <a:lstStyle/>
                    <a:p>
                      <a:pPr algn="ctr"/>
                      <a:r>
                        <a:rPr lang="en-US" altLang="zh-CN" sz="1200" dirty="0">
                          <a:solidFill>
                            <a:schemeClr val="tx1"/>
                          </a:solidFill>
                          <a:latin typeface="微软雅黑" panose="020B0503020204020204" charset="-122"/>
                          <a:ea typeface="微软雅黑" panose="020B0503020204020204" charset="-122"/>
                        </a:rPr>
                        <a:t>1</a:t>
                      </a: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l"/>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1"/>
                  </a:ext>
                </a:extLst>
              </a:tr>
              <a:tr h="735330">
                <a:tc>
                  <a:txBody>
                    <a:bodyPr/>
                    <a:lstStyle/>
                    <a:p>
                      <a:pPr algn="ctr"/>
                      <a:r>
                        <a:rPr lang="en-US" altLang="zh-CN" sz="1200" dirty="0">
                          <a:solidFill>
                            <a:schemeClr val="tx1"/>
                          </a:solidFill>
                          <a:latin typeface="微软雅黑" panose="020B0503020204020204" charset="-122"/>
                          <a:ea typeface="微软雅黑" panose="020B0503020204020204" charset="-122"/>
                        </a:rPr>
                        <a:t>2</a:t>
                      </a: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l"/>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2"/>
                  </a:ext>
                </a:extLst>
              </a:tr>
              <a:tr h="699135">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l"/>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l"/>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3"/>
                  </a:ext>
                </a:extLst>
              </a:tr>
              <a:tr h="741045">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下周工作计划</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solidFill>
                  <a:schemeClr val="tx1">
                    <a:lumMod val="75000"/>
                    <a:lumOff val="25000"/>
                  </a:schemeClr>
                </a:solidFill>
                <a:sym typeface="+mn-ea"/>
              </a:rPr>
              <a:t>下周工作计划及主要交付成果</a:t>
            </a:r>
            <a:br>
              <a:rPr lang="zh-CN" altLang="en-US" dirty="0">
                <a:solidFill>
                  <a:schemeClr val="tx1">
                    <a:lumMod val="75000"/>
                    <a:lumOff val="25000"/>
                  </a:schemeClr>
                </a:solidFill>
                <a:latin typeface="微软雅黑" panose="020B0503020204020204" charset="-122"/>
                <a:ea typeface="微软雅黑" panose="020B0503020204020204" charset="-122"/>
              </a:rPr>
            </a:br>
            <a:br>
              <a:rPr lang="zh-CN" altLang="en-US" dirty="0">
                <a:solidFill>
                  <a:schemeClr val="tx1">
                    <a:lumMod val="75000"/>
                    <a:lumOff val="25000"/>
                  </a:schemeClr>
                </a:solidFill>
                <a:latin typeface="微软雅黑" panose="020B0503020204020204" charset="-122"/>
                <a:ea typeface="微软雅黑" panose="020B0503020204020204" charset="-122"/>
              </a:rPr>
            </a:br>
            <a:endParaRPr kumimoji="1" lang="zh-CN" altLang="en-US"/>
          </a:p>
        </p:txBody>
      </p:sp>
      <p:sp>
        <p:nvSpPr>
          <p:cNvPr id="6" name="矩形 5"/>
          <p:cNvSpPr/>
          <p:nvPr/>
        </p:nvSpPr>
        <p:spPr bwMode="auto">
          <a:xfrm>
            <a:off x="0" y="-637540"/>
            <a:ext cx="3048000" cy="598805"/>
          </a:xfrm>
          <a:prstGeom prst="rect">
            <a:avLst/>
          </a:prstGeom>
          <a:solidFill>
            <a:schemeClr val="accent1"/>
          </a:solidFill>
          <a:ln w="12700" cap="flat" cmpd="sng" algn="ctr">
            <a:solidFill>
              <a:schemeClr val="folHlink"/>
            </a:solidFill>
            <a:prstDash val="solid"/>
            <a:round/>
            <a:headEnd type="none" w="med" len="med"/>
            <a:tailEnd type="none" w="med" len="med"/>
          </a:ln>
          <a:effectLst/>
        </p:spPr>
        <p:txBody>
          <a:bodyPr vert="horz" wrap="square" lIns="91440" tIns="45720" rIns="91440" bIns="45720" numCol="1" rtlCol="0" anchor="ctr" anchorCtr="0" compatLnSpc="1">
            <a:noAutofit/>
          </a:bodyPr>
          <a:lstStyle/>
          <a:p>
            <a:pPr lvl="0" algn="l" eaLnBrk="0" fontAlgn="base" hangingPunct="0">
              <a:buClrTx/>
              <a:buSzTx/>
              <a:buFontTx/>
            </a:pPr>
            <a:r>
              <a:rPr lang="zh-CN" altLang="en-US" sz="1200" b="1" dirty="0">
                <a:ln>
                  <a:noFill/>
                </a:ln>
                <a:effectLst/>
                <a:latin typeface="微软雅黑" panose="020B0503020204020204" charset="-122"/>
                <a:ea typeface="微软雅黑" panose="020B0503020204020204" charset="-122"/>
                <a:sym typeface="+mn-ea"/>
              </a:rPr>
              <a:t>列出下周工作计划和交付成果名称，包括**报告、**会议纪要等</a:t>
            </a:r>
          </a:p>
        </p:txBody>
      </p:sp>
      <p:graphicFrame>
        <p:nvGraphicFramePr>
          <p:cNvPr id="3" name="表格 2"/>
          <p:cNvGraphicFramePr>
            <a:graphicFrameLocks noGrp="1"/>
          </p:cNvGraphicFramePr>
          <p:nvPr>
            <p:custDataLst>
              <p:tags r:id="rId1"/>
            </p:custDataLst>
          </p:nvPr>
        </p:nvGraphicFramePr>
        <p:xfrm>
          <a:off x="1048385" y="1114425"/>
          <a:ext cx="10220325" cy="5093335"/>
        </p:xfrm>
        <a:graphic>
          <a:graphicData uri="http://schemas.openxmlformats.org/drawingml/2006/table">
            <a:tbl>
              <a:tblPr firstRow="1" bandRow="1">
                <a:tableStyleId>{5C22544A-7EE6-4342-B048-85BDC9FD1C3A}</a:tableStyleId>
              </a:tblPr>
              <a:tblGrid>
                <a:gridCol w="574675">
                  <a:extLst>
                    <a:ext uri="{9D8B030D-6E8A-4147-A177-3AD203B41FA5}">
                      <a16:colId xmlns:a16="http://schemas.microsoft.com/office/drawing/2014/main" val="20000"/>
                    </a:ext>
                  </a:extLst>
                </a:gridCol>
                <a:gridCol w="1984375">
                  <a:extLst>
                    <a:ext uri="{9D8B030D-6E8A-4147-A177-3AD203B41FA5}">
                      <a16:colId xmlns:a16="http://schemas.microsoft.com/office/drawing/2014/main" val="20001"/>
                    </a:ext>
                  </a:extLst>
                </a:gridCol>
                <a:gridCol w="1530350">
                  <a:extLst>
                    <a:ext uri="{9D8B030D-6E8A-4147-A177-3AD203B41FA5}">
                      <a16:colId xmlns:a16="http://schemas.microsoft.com/office/drawing/2014/main" val="20002"/>
                    </a:ext>
                  </a:extLst>
                </a:gridCol>
                <a:gridCol w="1701165">
                  <a:extLst>
                    <a:ext uri="{9D8B030D-6E8A-4147-A177-3AD203B41FA5}">
                      <a16:colId xmlns:a16="http://schemas.microsoft.com/office/drawing/2014/main" val="20003"/>
                    </a:ext>
                  </a:extLst>
                </a:gridCol>
                <a:gridCol w="2295525">
                  <a:extLst>
                    <a:ext uri="{9D8B030D-6E8A-4147-A177-3AD203B41FA5}">
                      <a16:colId xmlns:a16="http://schemas.microsoft.com/office/drawing/2014/main" val="20004"/>
                    </a:ext>
                  </a:extLst>
                </a:gridCol>
                <a:gridCol w="2134235">
                  <a:extLst>
                    <a:ext uri="{9D8B030D-6E8A-4147-A177-3AD203B41FA5}">
                      <a16:colId xmlns:a16="http://schemas.microsoft.com/office/drawing/2014/main" val="20005"/>
                    </a:ext>
                  </a:extLst>
                </a:gridCol>
              </a:tblGrid>
              <a:tr h="490220">
                <a:tc>
                  <a:txBody>
                    <a:bodyPr/>
                    <a:lstStyle/>
                    <a:p>
                      <a:pPr algn="ctr"/>
                      <a:r>
                        <a:rPr lang="en-US" altLang="zh-CN" sz="1200" dirty="0">
                          <a:solidFill>
                            <a:schemeClr val="tx1"/>
                          </a:solidFill>
                          <a:latin typeface="微软雅黑" panose="020B0503020204020204" charset="-122"/>
                          <a:ea typeface="微软雅黑" panose="020B0503020204020204" charset="-122"/>
                        </a:rPr>
                        <a:t>No.</a:t>
                      </a:r>
                    </a:p>
                  </a:txBody>
                  <a:tcPr anchor="ctr"/>
                </a:tc>
                <a:tc>
                  <a:txBody>
                    <a:bodyPr/>
                    <a:lstStyle/>
                    <a:p>
                      <a:pPr algn="ctr"/>
                      <a:r>
                        <a:rPr lang="zh-CN" altLang="en-US" sz="1200" dirty="0">
                          <a:solidFill>
                            <a:schemeClr val="tx1"/>
                          </a:solidFill>
                          <a:latin typeface="微软雅黑" panose="020B0503020204020204" charset="-122"/>
                          <a:ea typeface="微软雅黑" panose="020B0503020204020204" charset="-122"/>
                        </a:rPr>
                        <a:t>工作任务</a:t>
                      </a:r>
                    </a:p>
                  </a:txBody>
                  <a:tcPr anchor="ctr"/>
                </a:tc>
                <a:tc>
                  <a:txBody>
                    <a:bodyPr/>
                    <a:lstStyle/>
                    <a:p>
                      <a:pPr algn="ctr"/>
                      <a:r>
                        <a:rPr lang="zh-CN" altLang="en-US" sz="1200" dirty="0">
                          <a:solidFill>
                            <a:schemeClr val="tx1"/>
                          </a:solidFill>
                          <a:latin typeface="微软雅黑" panose="020B0503020204020204" charset="-122"/>
                          <a:ea typeface="微软雅黑" panose="020B0503020204020204" charset="-122"/>
                        </a:rPr>
                        <a:t>计划完成时间</a:t>
                      </a:r>
                    </a:p>
                  </a:txBody>
                  <a:tcPr anchor="ctr"/>
                </a:tc>
                <a:tc>
                  <a:txBody>
                    <a:bodyPr/>
                    <a:lstStyle/>
                    <a:p>
                      <a:pPr algn="ctr"/>
                      <a:r>
                        <a:rPr lang="zh-CN" altLang="en-US" sz="1200" dirty="0">
                          <a:solidFill>
                            <a:schemeClr val="tx1"/>
                          </a:solidFill>
                          <a:latin typeface="微软雅黑" panose="020B0503020204020204" charset="-122"/>
                          <a:ea typeface="微软雅黑" panose="020B0503020204020204" charset="-122"/>
                        </a:rPr>
                        <a:t>金蝶</a:t>
                      </a:r>
                    </a:p>
                  </a:txBody>
                  <a:tcPr anchor="ctr"/>
                </a:tc>
                <a:tc>
                  <a:txBody>
                    <a:bodyPr/>
                    <a:lstStyle/>
                    <a:p>
                      <a:pPr algn="ctr"/>
                      <a:r>
                        <a:rPr lang="zh-CN" altLang="en-US" sz="1200" dirty="0">
                          <a:solidFill>
                            <a:schemeClr val="tx1"/>
                          </a:solidFill>
                          <a:latin typeface="微软雅黑" panose="020B0503020204020204" charset="-122"/>
                          <a:ea typeface="微软雅黑" panose="020B0503020204020204" charset="-122"/>
                        </a:rPr>
                        <a:t>XX</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solidFill>
                          <a:latin typeface="微软雅黑" panose="020B0503020204020204" charset="-122"/>
                          <a:ea typeface="微软雅黑" panose="020B0503020204020204" charset="-122"/>
                        </a:rPr>
                        <a:t>交付成果</a:t>
                      </a:r>
                    </a:p>
                  </a:txBody>
                  <a:tcPr anchor="ctr"/>
                </a:tc>
                <a:extLst>
                  <a:ext uri="{0D108BD9-81ED-4DB2-BD59-A6C34878D82A}">
                    <a16:rowId xmlns:a16="http://schemas.microsoft.com/office/drawing/2014/main" val="10000"/>
                  </a:ext>
                </a:extLst>
              </a:tr>
              <a:tr h="629285">
                <a:tc>
                  <a:txBody>
                    <a:bodyPr/>
                    <a:lstStyle/>
                    <a:p>
                      <a:pPr algn="ctr"/>
                      <a:r>
                        <a:rPr lang="en-US" altLang="zh-CN" sz="1200" dirty="0">
                          <a:solidFill>
                            <a:schemeClr val="tx1"/>
                          </a:solidFill>
                          <a:latin typeface="微软雅黑" panose="020B0503020204020204" charset="-122"/>
                          <a:ea typeface="微软雅黑" panose="020B0503020204020204" charset="-122"/>
                        </a:rPr>
                        <a:t>1</a:t>
                      </a:r>
                    </a:p>
                  </a:txBody>
                  <a:tcPr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defRPr/>
                      </a:pPr>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algn="ct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defRPr/>
                      </a:pPr>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algn="ctr" defTabSz="914400" rtl="0" eaLnBrk="1" latinLnBrk="0" hangingPunct="1"/>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extLst>
                  <a:ext uri="{0D108BD9-81ED-4DB2-BD59-A6C34878D82A}">
                    <a16:rowId xmlns:a16="http://schemas.microsoft.com/office/drawing/2014/main" val="10001"/>
                  </a:ext>
                </a:extLst>
              </a:tr>
              <a:tr h="628650">
                <a:tc>
                  <a:txBody>
                    <a:bodyPr/>
                    <a:lstStyle/>
                    <a:p>
                      <a:pPr algn="ctr"/>
                      <a:r>
                        <a:rPr lang="en-US" altLang="zh-CN" sz="1200" dirty="0">
                          <a:solidFill>
                            <a:schemeClr val="tx1"/>
                          </a:solidFill>
                          <a:latin typeface="微软雅黑" panose="020B0503020204020204" charset="-122"/>
                          <a:ea typeface="微软雅黑" panose="020B0503020204020204" charset="-122"/>
                        </a:rPr>
                        <a:t>2</a:t>
                      </a:r>
                    </a:p>
                  </a:txBody>
                  <a:tcPr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defRPr/>
                      </a:pPr>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algn="ct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defRPr/>
                      </a:pPr>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2"/>
                  </a:ext>
                </a:extLst>
              </a:tr>
              <a:tr h="893445">
                <a:tc>
                  <a:txBody>
                    <a:bodyPr/>
                    <a:lstStyle/>
                    <a:p>
                      <a:pPr marL="0" algn="ctr" defTabSz="914400" rtl="0" eaLnBrk="1" latinLnBrk="0" hangingPunct="1"/>
                      <a:r>
                        <a:rPr lang="en-US" altLang="zh-CN" sz="1200" kern="1200" dirty="0">
                          <a:solidFill>
                            <a:schemeClr val="tx1"/>
                          </a:solidFill>
                          <a:latin typeface="微软雅黑" panose="020B0503020204020204" charset="-122"/>
                          <a:ea typeface="微软雅黑" panose="020B0503020204020204" charset="-122"/>
                          <a:cs typeface="+mn-cs"/>
                        </a:rPr>
                        <a:t>3</a:t>
                      </a:r>
                    </a:p>
                  </a:txBody>
                  <a:tcPr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defRPr/>
                      </a:pPr>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algn="ct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defRPr/>
                      </a:pPr>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3"/>
                  </a:ext>
                </a:extLst>
              </a:tr>
              <a:tr h="628650">
                <a:tc>
                  <a:txBody>
                    <a:bodyPr/>
                    <a:lstStyle/>
                    <a:p>
                      <a:pPr marL="0" algn="ctr" defTabSz="914400" rtl="0" eaLnBrk="1" latinLnBrk="0" hangingPunct="1"/>
                      <a:r>
                        <a:rPr lang="en-US" altLang="zh-CN" sz="1200" kern="1200" dirty="0">
                          <a:solidFill>
                            <a:schemeClr val="tx1"/>
                          </a:solidFill>
                          <a:latin typeface="微软雅黑" panose="020B0503020204020204" charset="-122"/>
                          <a:ea typeface="微软雅黑" panose="020B0503020204020204" charset="-122"/>
                          <a:cs typeface="+mn-cs"/>
                        </a:rPr>
                        <a:t>4</a:t>
                      </a:r>
                    </a:p>
                  </a:txBody>
                  <a:tcPr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defRPr/>
                      </a:pPr>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defRPr/>
                      </a:pPr>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4"/>
                  </a:ext>
                </a:extLst>
              </a:tr>
              <a:tr h="628650">
                <a:tc>
                  <a:txBody>
                    <a:bodyPr/>
                    <a:lstStyle/>
                    <a:p>
                      <a:pPr marL="0" algn="ctr" defTabSz="914400" rtl="0" eaLnBrk="1" latinLnBrk="0" hangingPunct="1"/>
                      <a:r>
                        <a:rPr lang="en-US" altLang="zh-CN" sz="1200" kern="1200" dirty="0">
                          <a:solidFill>
                            <a:schemeClr val="tx1"/>
                          </a:solidFill>
                          <a:latin typeface="微软雅黑" panose="020B0503020204020204" charset="-122"/>
                          <a:ea typeface="微软雅黑" panose="020B0503020204020204" charset="-122"/>
                          <a:cs typeface="+mn-cs"/>
                        </a:rPr>
                        <a:t>5</a:t>
                      </a:r>
                    </a:p>
                  </a:txBody>
                  <a:tcPr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defRPr/>
                      </a:pPr>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defRPr/>
                      </a:pPr>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algn="ctr" defTabSz="914400" rtl="0" eaLnBrk="1" latinLnBrk="0" hangingPunct="1"/>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extLst>
                  <a:ext uri="{0D108BD9-81ED-4DB2-BD59-A6C34878D82A}">
                    <a16:rowId xmlns:a16="http://schemas.microsoft.com/office/drawing/2014/main" val="10005"/>
                  </a:ext>
                </a:extLst>
              </a:tr>
              <a:tr h="629285">
                <a:tc>
                  <a:txBody>
                    <a:bodyPr/>
                    <a:lstStyle/>
                    <a:p>
                      <a:pPr algn="ctr"/>
                      <a:r>
                        <a:rPr lang="en-US" altLang="zh-CN" sz="1200" dirty="0">
                          <a:solidFill>
                            <a:schemeClr val="tx1"/>
                          </a:solidFill>
                          <a:latin typeface="微软雅黑" panose="020B0503020204020204" charset="-122"/>
                          <a:ea typeface="微软雅黑" panose="020B0503020204020204" charset="-122"/>
                        </a:rPr>
                        <a:t>6</a:t>
                      </a:r>
                    </a:p>
                  </a:txBody>
                  <a:tcPr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defRPr/>
                      </a:pPr>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defRPr/>
                      </a:pPr>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6"/>
                  </a:ext>
                </a:extLst>
              </a:tr>
              <a:tr h="565150">
                <a:tc>
                  <a:txBody>
                    <a:bodyPr/>
                    <a:lstStyle/>
                    <a:p>
                      <a:pPr algn="ctr"/>
                      <a:r>
                        <a:rPr lang="en-US" altLang="zh-CN" sz="1200" dirty="0">
                          <a:solidFill>
                            <a:schemeClr val="tx1"/>
                          </a:solidFill>
                          <a:latin typeface="微软雅黑" panose="020B0503020204020204" charset="-122"/>
                          <a:ea typeface="微软雅黑" panose="020B0503020204020204" charset="-122"/>
                        </a:rPr>
                        <a:t>7</a:t>
                      </a:r>
                    </a:p>
                  </a:txBody>
                  <a:tcPr anchor="ctr"/>
                </a:tc>
                <a:tc>
                  <a:txBody>
                    <a:bodyPr/>
                    <a:lstStyle/>
                    <a:p>
                      <a:pPr marL="0" algn="ctr" defTabSz="914400" rtl="0" eaLnBrk="1" latinLnBrk="0" hangingPunct="1"/>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defRPr/>
                      </a:pPr>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l"/>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solidFill>
                  <a:schemeClr val="tx1">
                    <a:lumMod val="75000"/>
                    <a:lumOff val="25000"/>
                  </a:schemeClr>
                </a:solidFill>
                <a:sym typeface="+mn-ea"/>
              </a:rPr>
              <a:t>下周需要协调的会议</a:t>
            </a:r>
            <a:br>
              <a:rPr lang="zh-CN" altLang="en-US" dirty="0">
                <a:solidFill>
                  <a:schemeClr val="tx1">
                    <a:lumMod val="75000"/>
                    <a:lumOff val="25000"/>
                  </a:schemeClr>
                </a:solidFill>
                <a:latin typeface="微软雅黑" panose="020B0503020204020204" charset="-122"/>
                <a:ea typeface="微软雅黑" panose="020B0503020204020204" charset="-122"/>
              </a:rPr>
            </a:br>
            <a:endParaRPr kumimoji="1" lang="zh-CN" altLang="en-US"/>
          </a:p>
        </p:txBody>
      </p:sp>
      <p:sp>
        <p:nvSpPr>
          <p:cNvPr id="2" name="矩形 1"/>
          <p:cNvSpPr/>
          <p:nvPr/>
        </p:nvSpPr>
        <p:spPr bwMode="auto">
          <a:xfrm>
            <a:off x="0" y="-637540"/>
            <a:ext cx="3048000" cy="598805"/>
          </a:xfrm>
          <a:prstGeom prst="rect">
            <a:avLst/>
          </a:prstGeom>
          <a:solidFill>
            <a:schemeClr val="accent1"/>
          </a:solidFill>
          <a:ln w="12700" cap="flat" cmpd="sng" algn="ctr">
            <a:solidFill>
              <a:schemeClr val="folHlink"/>
            </a:solidFill>
            <a:prstDash val="solid"/>
            <a:round/>
            <a:headEnd type="none" w="med" len="med"/>
            <a:tailEnd type="none" w="med" len="med"/>
          </a:ln>
          <a:effectLst/>
        </p:spPr>
        <p:txBody>
          <a:bodyPr vert="horz" wrap="square" lIns="91440" tIns="45720" rIns="91440" bIns="45720" numCol="1" rtlCol="0" anchor="ctr" anchorCtr="0" compatLnSpc="1">
            <a:noAutofit/>
          </a:bodyPr>
          <a:lstStyle/>
          <a:p>
            <a:pPr lvl="0" algn="l" eaLnBrk="0" fontAlgn="base" hangingPunct="0">
              <a:buClrTx/>
              <a:buSzTx/>
              <a:buFontTx/>
            </a:pPr>
            <a:r>
              <a:rPr lang="zh-CN" altLang="en-US" sz="1200" b="1" dirty="0">
                <a:ln>
                  <a:noFill/>
                </a:ln>
                <a:effectLst/>
                <a:latin typeface="微软雅黑" panose="020B0503020204020204" charset="-122"/>
                <a:ea typeface="微软雅黑" panose="020B0503020204020204" charset="-122"/>
                <a:sym typeface="+mn-ea"/>
              </a:rPr>
              <a:t>列出下周可能需要领导参加的会议</a:t>
            </a:r>
          </a:p>
        </p:txBody>
      </p:sp>
      <p:graphicFrame>
        <p:nvGraphicFramePr>
          <p:cNvPr id="5" name="表格 4"/>
          <p:cNvGraphicFramePr>
            <a:graphicFrameLocks noGrp="1"/>
          </p:cNvGraphicFramePr>
          <p:nvPr>
            <p:custDataLst>
              <p:tags r:id="rId1"/>
            </p:custDataLst>
          </p:nvPr>
        </p:nvGraphicFramePr>
        <p:xfrm>
          <a:off x="1102995" y="1040765"/>
          <a:ext cx="10056495" cy="5184140"/>
        </p:xfrm>
        <a:graphic>
          <a:graphicData uri="http://schemas.openxmlformats.org/drawingml/2006/table">
            <a:tbl>
              <a:tblPr firstRow="1" bandRow="1">
                <a:tableStyleId>{5C22544A-7EE6-4342-B048-85BDC9FD1C3A}</a:tableStyleId>
              </a:tblPr>
              <a:tblGrid>
                <a:gridCol w="724535">
                  <a:extLst>
                    <a:ext uri="{9D8B030D-6E8A-4147-A177-3AD203B41FA5}">
                      <a16:colId xmlns:a16="http://schemas.microsoft.com/office/drawing/2014/main" val="20000"/>
                    </a:ext>
                  </a:extLst>
                </a:gridCol>
                <a:gridCol w="1570355">
                  <a:extLst>
                    <a:ext uri="{9D8B030D-6E8A-4147-A177-3AD203B41FA5}">
                      <a16:colId xmlns:a16="http://schemas.microsoft.com/office/drawing/2014/main" val="20001"/>
                    </a:ext>
                  </a:extLst>
                </a:gridCol>
                <a:gridCol w="3561715">
                  <a:extLst>
                    <a:ext uri="{9D8B030D-6E8A-4147-A177-3AD203B41FA5}">
                      <a16:colId xmlns:a16="http://schemas.microsoft.com/office/drawing/2014/main" val="20002"/>
                    </a:ext>
                  </a:extLst>
                </a:gridCol>
                <a:gridCol w="1158875">
                  <a:extLst>
                    <a:ext uri="{9D8B030D-6E8A-4147-A177-3AD203B41FA5}">
                      <a16:colId xmlns:a16="http://schemas.microsoft.com/office/drawing/2014/main" val="20003"/>
                    </a:ext>
                  </a:extLst>
                </a:gridCol>
                <a:gridCol w="1076325">
                  <a:extLst>
                    <a:ext uri="{9D8B030D-6E8A-4147-A177-3AD203B41FA5}">
                      <a16:colId xmlns:a16="http://schemas.microsoft.com/office/drawing/2014/main" val="20004"/>
                    </a:ext>
                  </a:extLst>
                </a:gridCol>
                <a:gridCol w="1964690">
                  <a:extLst>
                    <a:ext uri="{9D8B030D-6E8A-4147-A177-3AD203B41FA5}">
                      <a16:colId xmlns:a16="http://schemas.microsoft.com/office/drawing/2014/main" val="20005"/>
                    </a:ext>
                  </a:extLst>
                </a:gridCol>
              </a:tblGrid>
              <a:tr h="475615">
                <a:tc>
                  <a:txBody>
                    <a:bodyPr/>
                    <a:lstStyle/>
                    <a:p>
                      <a:pPr algn="ctr"/>
                      <a:r>
                        <a:rPr lang="en-US" altLang="zh-CN" sz="1200" dirty="0">
                          <a:solidFill>
                            <a:schemeClr val="tx1"/>
                          </a:solidFill>
                          <a:latin typeface="微软雅黑" panose="020B0503020204020204" charset="-122"/>
                          <a:ea typeface="微软雅黑" panose="020B0503020204020204" charset="-122"/>
                        </a:rPr>
                        <a:t>No.</a:t>
                      </a:r>
                    </a:p>
                  </a:txBody>
                  <a:tcPr anchor="ctr"/>
                </a:tc>
                <a:tc>
                  <a:txBody>
                    <a:bodyPr/>
                    <a:lstStyle/>
                    <a:p>
                      <a:pPr algn="ctr"/>
                      <a:r>
                        <a:rPr lang="zh-CN" altLang="en-US" sz="1200" dirty="0">
                          <a:solidFill>
                            <a:schemeClr val="tx1"/>
                          </a:solidFill>
                          <a:latin typeface="微软雅黑" panose="020B0503020204020204" charset="-122"/>
                          <a:ea typeface="微软雅黑" panose="020B0503020204020204" charset="-122"/>
                        </a:rPr>
                        <a:t>会议名称</a:t>
                      </a:r>
                    </a:p>
                  </a:txBody>
                  <a:tcPr anchor="ctr"/>
                </a:tc>
                <a:tc>
                  <a:txBody>
                    <a:bodyPr/>
                    <a:lstStyle/>
                    <a:p>
                      <a:pPr algn="ctr"/>
                      <a:r>
                        <a:rPr lang="zh-CN" altLang="en-US" sz="1200" dirty="0">
                          <a:solidFill>
                            <a:schemeClr val="tx1"/>
                          </a:solidFill>
                          <a:latin typeface="微软雅黑" panose="020B0503020204020204" charset="-122"/>
                          <a:ea typeface="微软雅黑" panose="020B0503020204020204" charset="-122"/>
                        </a:rPr>
                        <a:t>讨论内容</a:t>
                      </a:r>
                    </a:p>
                  </a:txBody>
                  <a:tcPr anchor="ctr"/>
                </a:tc>
                <a:tc>
                  <a:txBody>
                    <a:bodyPr/>
                    <a:lstStyle/>
                    <a:p>
                      <a:pPr algn="ctr"/>
                      <a:r>
                        <a:rPr lang="zh-CN" altLang="en-US" sz="1200" dirty="0">
                          <a:solidFill>
                            <a:schemeClr val="tx1"/>
                          </a:solidFill>
                          <a:latin typeface="微软雅黑" panose="020B0503020204020204" charset="-122"/>
                          <a:ea typeface="微软雅黑" panose="020B0503020204020204" charset="-122"/>
                        </a:rPr>
                        <a:t>召开日期</a:t>
                      </a:r>
                    </a:p>
                  </a:txBody>
                  <a:tcPr anchor="ctr"/>
                </a:tc>
                <a:tc>
                  <a:txBody>
                    <a:bodyPr/>
                    <a:lstStyle/>
                    <a:p>
                      <a:pPr algn="ctr"/>
                      <a:r>
                        <a:rPr lang="zh-CN" altLang="en-US" sz="1200" dirty="0">
                          <a:solidFill>
                            <a:schemeClr val="tx1"/>
                          </a:solidFill>
                          <a:latin typeface="微软雅黑" panose="020B0503020204020204" charset="-122"/>
                          <a:ea typeface="微软雅黑" panose="020B0503020204020204" charset="-122"/>
                        </a:rPr>
                        <a:t>会议地点</a:t>
                      </a:r>
                    </a:p>
                  </a:txBody>
                  <a:tcPr anchor="ctr"/>
                </a:tc>
                <a:tc>
                  <a:txBody>
                    <a:bodyPr/>
                    <a:lstStyle/>
                    <a:p>
                      <a:pPr algn="ctr"/>
                      <a:r>
                        <a:rPr lang="zh-CN" altLang="en-US" sz="1200" dirty="0">
                          <a:solidFill>
                            <a:schemeClr val="tx1"/>
                          </a:solidFill>
                          <a:latin typeface="微软雅黑" panose="020B0503020204020204" charset="-122"/>
                          <a:ea typeface="微软雅黑" panose="020B0503020204020204" charset="-122"/>
                        </a:rPr>
                        <a:t>参与人员</a:t>
                      </a:r>
                    </a:p>
                  </a:txBody>
                  <a:tcPr anchor="ctr"/>
                </a:tc>
                <a:extLst>
                  <a:ext uri="{0D108BD9-81ED-4DB2-BD59-A6C34878D82A}">
                    <a16:rowId xmlns:a16="http://schemas.microsoft.com/office/drawing/2014/main" val="10000"/>
                  </a:ext>
                </a:extLst>
              </a:tr>
              <a:tr h="793750">
                <a:tc>
                  <a:txBody>
                    <a:bodyPr/>
                    <a:lstStyle/>
                    <a:p>
                      <a:pPr algn="ctr"/>
                      <a:r>
                        <a:rPr lang="en-US" altLang="zh-CN" sz="1200" dirty="0">
                          <a:solidFill>
                            <a:schemeClr val="tx1"/>
                          </a:solidFill>
                          <a:latin typeface="微软雅黑" panose="020B0503020204020204" charset="-122"/>
                          <a:ea typeface="微软雅黑" panose="020B0503020204020204" charset="-122"/>
                        </a:rPr>
                        <a:t>1</a:t>
                      </a:r>
                    </a:p>
                  </a:txBody>
                  <a:tcPr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defRPr/>
                      </a:pPr>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marL="0" marR="0" lvl="0" indent="0" algn="l" defTabSz="914400" rtl="0" eaLnBrk="1" fontAlgn="auto" latinLnBrk="0" hangingPunct="1">
                        <a:lnSpc>
                          <a:spcPct val="150000"/>
                        </a:lnSpc>
                        <a:spcBef>
                          <a:spcPts val="0"/>
                        </a:spcBef>
                        <a:spcAft>
                          <a:spcPts val="0"/>
                        </a:spcAft>
                        <a:buClrTx/>
                        <a:buSzTx/>
                        <a:buFontTx/>
                        <a:buNone/>
                        <a:defRPr/>
                      </a:pP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extLst>
                  <a:ext uri="{0D108BD9-81ED-4DB2-BD59-A6C34878D82A}">
                    <a16:rowId xmlns:a16="http://schemas.microsoft.com/office/drawing/2014/main" val="10001"/>
                  </a:ext>
                </a:extLst>
              </a:tr>
              <a:tr h="881380">
                <a:tc>
                  <a:txBody>
                    <a:bodyPr/>
                    <a:lstStyle/>
                    <a:p>
                      <a:pPr algn="ctr"/>
                      <a:r>
                        <a:rPr lang="en-US" altLang="zh-CN" sz="1200" dirty="0">
                          <a:solidFill>
                            <a:schemeClr val="tx1"/>
                          </a:solidFill>
                          <a:latin typeface="微软雅黑" panose="020B0503020204020204" charset="-122"/>
                          <a:ea typeface="微软雅黑" panose="020B0503020204020204" charset="-122"/>
                        </a:rPr>
                        <a:t>2</a:t>
                      </a:r>
                    </a:p>
                  </a:txBody>
                  <a:tcPr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defRPr/>
                      </a:pPr>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marL="0" marR="0" lvl="0" indent="0" algn="l" defTabSz="914400" rtl="0" eaLnBrk="1" fontAlgn="auto" latinLnBrk="0" hangingPunct="1">
                        <a:lnSpc>
                          <a:spcPct val="150000"/>
                        </a:lnSpc>
                        <a:spcBef>
                          <a:spcPts val="0"/>
                        </a:spcBef>
                        <a:spcAft>
                          <a:spcPts val="0"/>
                        </a:spcAft>
                        <a:buClrTx/>
                        <a:buSzTx/>
                        <a:buFontTx/>
                        <a:buNone/>
                        <a:defRPr/>
                      </a:pPr>
                      <a:endParaRPr lang="en-US" altLang="zh-CN"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algn="ct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extLst>
                  <a:ext uri="{0D108BD9-81ED-4DB2-BD59-A6C34878D82A}">
                    <a16:rowId xmlns:a16="http://schemas.microsoft.com/office/drawing/2014/main" val="10002"/>
                  </a:ext>
                </a:extLst>
              </a:tr>
              <a:tr h="1168400">
                <a:tc>
                  <a:txBody>
                    <a:bodyPr/>
                    <a:lstStyle/>
                    <a:p>
                      <a:pPr algn="ctr"/>
                      <a:r>
                        <a:rPr lang="en-US" altLang="zh-CN" sz="1200" dirty="0">
                          <a:solidFill>
                            <a:schemeClr val="tx1"/>
                          </a:solidFill>
                          <a:latin typeface="微软雅黑" panose="020B0503020204020204" charset="-122"/>
                          <a:ea typeface="微软雅黑" panose="020B0503020204020204" charset="-122"/>
                        </a:rPr>
                        <a:t>3</a:t>
                      </a:r>
                    </a:p>
                  </a:txBody>
                  <a:tcPr anchor="ctr"/>
                </a:tc>
                <a:tc>
                  <a:txBody>
                    <a:bodyPr/>
                    <a:lstStyle/>
                    <a:p>
                      <a:pPr marL="0" algn="ctr" defTabSz="914400" rtl="0" eaLnBrk="1" latinLnBrk="0" hangingPunct="1"/>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marL="0" marR="0" lvl="0" indent="0" algn="l" defTabSz="914400" rtl="0" eaLnBrk="1" fontAlgn="auto" latinLnBrk="0" hangingPunct="1">
                        <a:lnSpc>
                          <a:spcPct val="150000"/>
                        </a:lnSpc>
                        <a:spcBef>
                          <a:spcPts val="0"/>
                        </a:spcBef>
                        <a:spcAft>
                          <a:spcPts val="0"/>
                        </a:spcAft>
                        <a:buClrTx/>
                        <a:buSzTx/>
                        <a:buFontTx/>
                        <a:buNone/>
                        <a:defRPr/>
                      </a:pPr>
                      <a:endParaRPr lang="en-US" altLang="zh-CN"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algn="ct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defRPr/>
                      </a:pPr>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extLst>
                  <a:ext uri="{0D108BD9-81ED-4DB2-BD59-A6C34878D82A}">
                    <a16:rowId xmlns:a16="http://schemas.microsoft.com/office/drawing/2014/main" val="10003"/>
                  </a:ext>
                </a:extLst>
              </a:tr>
              <a:tr h="880745">
                <a:tc>
                  <a:txBody>
                    <a:bodyPr/>
                    <a:lstStyle/>
                    <a:p>
                      <a:pPr algn="ctr"/>
                      <a:r>
                        <a:rPr lang="en-US" altLang="zh-CN" sz="1200" dirty="0">
                          <a:solidFill>
                            <a:schemeClr val="tx1"/>
                          </a:solidFill>
                          <a:latin typeface="微软雅黑" panose="020B0503020204020204" charset="-122"/>
                          <a:ea typeface="微软雅黑" panose="020B0503020204020204" charset="-122"/>
                        </a:rPr>
                        <a:t>4</a:t>
                      </a:r>
                    </a:p>
                    <a:p>
                      <a:pPr algn="ct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marL="0" algn="ctr" defTabSz="914400" rtl="0" eaLnBrk="1" latinLnBrk="0" hangingPunct="1">
                        <a:lnSpc>
                          <a:spcPct val="150000"/>
                        </a:lnSpc>
                      </a:pPr>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algn="l">
                        <a:lnSpc>
                          <a:spcPct val="150000"/>
                        </a:lnSpc>
                      </a:pP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defRPr/>
                      </a:pPr>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extLst>
                  <a:ext uri="{0D108BD9-81ED-4DB2-BD59-A6C34878D82A}">
                    <a16:rowId xmlns:a16="http://schemas.microsoft.com/office/drawing/2014/main" val="10004"/>
                  </a:ext>
                </a:extLst>
              </a:tr>
              <a:tr h="984250">
                <a:tc>
                  <a:txBody>
                    <a:bodyPr/>
                    <a:lstStyle/>
                    <a:p>
                      <a:pPr algn="ctr"/>
                      <a:r>
                        <a:rPr lang="en-US" altLang="zh-CN" sz="1200" dirty="0">
                          <a:solidFill>
                            <a:schemeClr val="tx1"/>
                          </a:solidFill>
                          <a:latin typeface="微软雅黑" panose="020B0503020204020204" charset="-122"/>
                          <a:ea typeface="微软雅黑" panose="020B0503020204020204" charset="-122"/>
                        </a:rPr>
                        <a:t>5</a:t>
                      </a:r>
                    </a:p>
                  </a:txBody>
                  <a:tcPr anchor="ctr"/>
                </a:tc>
                <a:tc>
                  <a:txBody>
                    <a:bodyPr/>
                    <a:lstStyle/>
                    <a:p>
                      <a:pPr algn="ctr">
                        <a:lnSpc>
                          <a:spcPct val="150000"/>
                        </a:lnSpc>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l">
                        <a:lnSpc>
                          <a:spcPct val="150000"/>
                        </a:lnSpc>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交付成果状态</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solidFill>
                  <a:schemeClr val="tx1">
                    <a:lumMod val="75000"/>
                    <a:lumOff val="25000"/>
                  </a:schemeClr>
                </a:solidFill>
                <a:sym typeface="+mn-ea"/>
              </a:rPr>
              <a:t>项目交付成果状态</a:t>
            </a:r>
            <a:br>
              <a:rPr lang="zh-CN" altLang="en-US" dirty="0">
                <a:solidFill>
                  <a:schemeClr val="tx1">
                    <a:lumMod val="75000"/>
                    <a:lumOff val="25000"/>
                  </a:schemeClr>
                </a:solidFill>
                <a:latin typeface="微软雅黑" panose="020B0503020204020204" charset="-122"/>
                <a:ea typeface="微软雅黑" panose="020B0503020204020204" charset="-122"/>
              </a:rPr>
            </a:br>
            <a:br>
              <a:rPr lang="zh-CN" altLang="en-US" dirty="0">
                <a:solidFill>
                  <a:schemeClr val="tx1">
                    <a:lumMod val="75000"/>
                    <a:lumOff val="25000"/>
                  </a:schemeClr>
                </a:solidFill>
                <a:latin typeface="微软雅黑" panose="020B0503020204020204" charset="-122"/>
                <a:ea typeface="微软雅黑" panose="020B0503020204020204" charset="-122"/>
              </a:rPr>
            </a:br>
            <a:endParaRPr kumimoji="1" lang="zh-CN" altLang="en-US"/>
          </a:p>
        </p:txBody>
      </p:sp>
      <p:sp>
        <p:nvSpPr>
          <p:cNvPr id="6" name="矩形 5"/>
          <p:cNvSpPr/>
          <p:nvPr/>
        </p:nvSpPr>
        <p:spPr bwMode="auto">
          <a:xfrm>
            <a:off x="0" y="-637540"/>
            <a:ext cx="5473065" cy="598805"/>
          </a:xfrm>
          <a:prstGeom prst="rect">
            <a:avLst/>
          </a:prstGeom>
          <a:solidFill>
            <a:schemeClr val="accent1"/>
          </a:solidFill>
          <a:ln w="12700" cap="flat" cmpd="sng" algn="ctr">
            <a:solidFill>
              <a:schemeClr val="folHlink"/>
            </a:solidFill>
            <a:prstDash val="solid"/>
            <a:round/>
            <a:headEnd type="none" w="med" len="med"/>
            <a:tailEnd type="none" w="med" len="med"/>
          </a:ln>
          <a:effectLst/>
        </p:spPr>
        <p:txBody>
          <a:bodyPr vert="horz" wrap="square" lIns="91440" tIns="45720" rIns="91440" bIns="45720" numCol="1" rtlCol="0" anchor="ctr" anchorCtr="0" compatLnSpc="1">
            <a:noAutofit/>
          </a:bodyPr>
          <a:lstStyle/>
          <a:p>
            <a:pPr lvl="0" algn="l" eaLnBrk="0" fontAlgn="base" hangingPunct="0">
              <a:buClrTx/>
              <a:buSzTx/>
              <a:buFontTx/>
            </a:pPr>
            <a:r>
              <a:rPr lang="zh-CN" altLang="en-US" sz="1200" b="1" dirty="0">
                <a:ln>
                  <a:noFill/>
                </a:ln>
                <a:effectLst/>
                <a:latin typeface="微软雅黑" panose="020B0503020204020204" charset="-122"/>
                <a:ea typeface="微软雅黑" panose="020B0503020204020204" charset="-122"/>
                <a:sym typeface="+mn-ea"/>
              </a:rPr>
              <a:t>列出项目主要交付成果以及到目前为止的提交情况，在状态栏位输入“未开始”“编写中”“已提交”“已审核”（注：所有交付品应在统一文件服务器上进行版本管理，如SVN）</a:t>
            </a:r>
          </a:p>
        </p:txBody>
      </p:sp>
      <p:graphicFrame>
        <p:nvGraphicFramePr>
          <p:cNvPr id="3" name="表格 2"/>
          <p:cNvGraphicFramePr>
            <a:graphicFrameLocks noGrp="1"/>
          </p:cNvGraphicFramePr>
          <p:nvPr>
            <p:custDataLst>
              <p:tags r:id="rId1"/>
            </p:custDataLst>
          </p:nvPr>
        </p:nvGraphicFramePr>
        <p:xfrm>
          <a:off x="1010920" y="1188085"/>
          <a:ext cx="10079990" cy="4678680"/>
        </p:xfrm>
        <a:graphic>
          <a:graphicData uri="http://schemas.openxmlformats.org/drawingml/2006/table">
            <a:tbl>
              <a:tblPr firstRow="1" bandRow="1">
                <a:tableStyleId>{5C22544A-7EE6-4342-B048-85BDC9FD1C3A}</a:tableStyleId>
              </a:tblPr>
              <a:tblGrid>
                <a:gridCol w="504190">
                  <a:extLst>
                    <a:ext uri="{9D8B030D-6E8A-4147-A177-3AD203B41FA5}">
                      <a16:colId xmlns:a16="http://schemas.microsoft.com/office/drawing/2014/main" val="20000"/>
                    </a:ext>
                  </a:extLst>
                </a:gridCol>
                <a:gridCol w="892175">
                  <a:extLst>
                    <a:ext uri="{9D8B030D-6E8A-4147-A177-3AD203B41FA5}">
                      <a16:colId xmlns:a16="http://schemas.microsoft.com/office/drawing/2014/main" val="20001"/>
                    </a:ext>
                  </a:extLst>
                </a:gridCol>
                <a:gridCol w="3296920">
                  <a:extLst>
                    <a:ext uri="{9D8B030D-6E8A-4147-A177-3AD203B41FA5}">
                      <a16:colId xmlns:a16="http://schemas.microsoft.com/office/drawing/2014/main" val="20002"/>
                    </a:ext>
                  </a:extLst>
                </a:gridCol>
                <a:gridCol w="911860">
                  <a:extLst>
                    <a:ext uri="{9D8B030D-6E8A-4147-A177-3AD203B41FA5}">
                      <a16:colId xmlns:a16="http://schemas.microsoft.com/office/drawing/2014/main" val="20003"/>
                    </a:ext>
                  </a:extLst>
                </a:gridCol>
                <a:gridCol w="1327150">
                  <a:extLst>
                    <a:ext uri="{9D8B030D-6E8A-4147-A177-3AD203B41FA5}">
                      <a16:colId xmlns:a16="http://schemas.microsoft.com/office/drawing/2014/main" val="20004"/>
                    </a:ext>
                  </a:extLst>
                </a:gridCol>
                <a:gridCol w="1326515">
                  <a:extLst>
                    <a:ext uri="{9D8B030D-6E8A-4147-A177-3AD203B41FA5}">
                      <a16:colId xmlns:a16="http://schemas.microsoft.com/office/drawing/2014/main" val="20005"/>
                    </a:ext>
                  </a:extLst>
                </a:gridCol>
                <a:gridCol w="1821180">
                  <a:extLst>
                    <a:ext uri="{9D8B030D-6E8A-4147-A177-3AD203B41FA5}">
                      <a16:colId xmlns:a16="http://schemas.microsoft.com/office/drawing/2014/main" val="20006"/>
                    </a:ext>
                  </a:extLst>
                </a:gridCol>
              </a:tblGrid>
              <a:tr h="328295">
                <a:tc>
                  <a:txBody>
                    <a:bodyPr/>
                    <a:lstStyle/>
                    <a:p>
                      <a:pPr algn="ctr"/>
                      <a:r>
                        <a:rPr lang="en-US" altLang="zh-CN" sz="1200" dirty="0">
                          <a:solidFill>
                            <a:schemeClr val="tx1"/>
                          </a:solidFill>
                          <a:latin typeface="微软雅黑" panose="020B0503020204020204" charset="-122"/>
                          <a:ea typeface="微软雅黑" panose="020B0503020204020204" charset="-122"/>
                        </a:rPr>
                        <a:t>NO.</a:t>
                      </a:r>
                    </a:p>
                  </a:txBody>
                  <a:tcPr anchor="ctr"/>
                </a:tc>
                <a:tc>
                  <a:txBody>
                    <a:bodyPr/>
                    <a:lstStyle/>
                    <a:p>
                      <a:pPr algn="ctr"/>
                      <a:r>
                        <a:rPr lang="zh-CN" altLang="en-US" sz="1200" dirty="0">
                          <a:solidFill>
                            <a:schemeClr val="tx1"/>
                          </a:solidFill>
                          <a:latin typeface="微软雅黑" panose="020B0503020204020204" charset="-122"/>
                          <a:ea typeface="微软雅黑" panose="020B0503020204020204" charset="-122"/>
                        </a:rPr>
                        <a:t>项目阶段</a:t>
                      </a:r>
                    </a:p>
                  </a:txBody>
                  <a:tcPr anchor="ctr"/>
                </a:tc>
                <a:tc>
                  <a:txBody>
                    <a:bodyPr/>
                    <a:lstStyle/>
                    <a:p>
                      <a:pPr algn="ctr"/>
                      <a:r>
                        <a:rPr lang="zh-CN" altLang="en-US" sz="1200" dirty="0">
                          <a:solidFill>
                            <a:schemeClr val="tx1"/>
                          </a:solidFill>
                          <a:latin typeface="微软雅黑" panose="020B0503020204020204" charset="-122"/>
                          <a:ea typeface="微软雅黑" panose="020B0503020204020204" charset="-122"/>
                        </a:rPr>
                        <a:t>交付成果名称</a:t>
                      </a:r>
                    </a:p>
                  </a:txBody>
                  <a:tcPr anchor="ctr"/>
                </a:tc>
                <a:tc>
                  <a:txBody>
                    <a:bodyPr/>
                    <a:lstStyle/>
                    <a:p>
                      <a:pPr algn="ctr"/>
                      <a:r>
                        <a:rPr lang="zh-CN" altLang="en-US" sz="1200" dirty="0">
                          <a:solidFill>
                            <a:schemeClr val="tx1"/>
                          </a:solidFill>
                          <a:latin typeface="微软雅黑" panose="020B0503020204020204" charset="-122"/>
                          <a:ea typeface="微软雅黑" panose="020B0503020204020204" charset="-122"/>
                        </a:rPr>
                        <a:t>状态</a:t>
                      </a:r>
                    </a:p>
                  </a:txBody>
                  <a:tcPr anchor="ctr"/>
                </a:tc>
                <a:tc>
                  <a:txBody>
                    <a:bodyPr/>
                    <a:lstStyle/>
                    <a:p>
                      <a:pPr algn="ctr"/>
                      <a:r>
                        <a:rPr lang="zh-CN" altLang="en-US" sz="1200" dirty="0">
                          <a:solidFill>
                            <a:schemeClr val="tx1"/>
                          </a:solidFill>
                          <a:latin typeface="微软雅黑" panose="020B0503020204020204" charset="-122"/>
                          <a:ea typeface="微软雅黑" panose="020B0503020204020204" charset="-122"/>
                        </a:rPr>
                        <a:t>提交人</a:t>
                      </a:r>
                    </a:p>
                  </a:txBody>
                  <a:tcPr anchor="ctr"/>
                </a:tc>
                <a:tc>
                  <a:txBody>
                    <a:bodyPr/>
                    <a:lstStyle/>
                    <a:p>
                      <a:pPr algn="ctr"/>
                      <a:r>
                        <a:rPr lang="zh-CN" altLang="en-US" sz="1200" dirty="0">
                          <a:solidFill>
                            <a:schemeClr val="tx1"/>
                          </a:solidFill>
                          <a:latin typeface="微软雅黑" panose="020B0503020204020204" charset="-122"/>
                          <a:ea typeface="微软雅黑" panose="020B0503020204020204" charset="-122"/>
                        </a:rPr>
                        <a:t>提交时间</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1200" dirty="0">
                          <a:solidFill>
                            <a:schemeClr val="tx1"/>
                          </a:solidFill>
                          <a:latin typeface="微软雅黑" panose="020B0503020204020204" charset="-122"/>
                          <a:ea typeface="微软雅黑" panose="020B0503020204020204" charset="-122"/>
                        </a:rPr>
                        <a:t>审核人</a:t>
                      </a:r>
                    </a:p>
                  </a:txBody>
                  <a:tcPr anchor="ctr"/>
                </a:tc>
                <a:extLst>
                  <a:ext uri="{0D108BD9-81ED-4DB2-BD59-A6C34878D82A}">
                    <a16:rowId xmlns:a16="http://schemas.microsoft.com/office/drawing/2014/main" val="10000"/>
                  </a:ext>
                </a:extLst>
              </a:tr>
              <a:tr h="400050">
                <a:tc>
                  <a:txBody>
                    <a:bodyPr/>
                    <a:lstStyle/>
                    <a:p>
                      <a:pPr algn="ctr"/>
                      <a:r>
                        <a:rPr lang="en-US" altLang="zh-CN" sz="1200" dirty="0">
                          <a:solidFill>
                            <a:schemeClr val="tx1"/>
                          </a:solidFill>
                          <a:latin typeface="微软雅黑" panose="020B0503020204020204" charset="-122"/>
                          <a:ea typeface="微软雅黑" panose="020B0503020204020204" charset="-122"/>
                        </a:rPr>
                        <a:t>1</a:t>
                      </a: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1"/>
                  </a:ext>
                </a:extLst>
              </a:tr>
              <a:tr h="462915">
                <a:tc>
                  <a:txBody>
                    <a:bodyPr/>
                    <a:lstStyle/>
                    <a:p>
                      <a:pPr algn="ctr"/>
                      <a:r>
                        <a:rPr lang="en-US" altLang="zh-CN" sz="1200" dirty="0">
                          <a:solidFill>
                            <a:schemeClr val="tx1"/>
                          </a:solidFill>
                          <a:latin typeface="微软雅黑" panose="020B0503020204020204" charset="-122"/>
                          <a:ea typeface="微软雅黑" panose="020B0503020204020204" charset="-122"/>
                        </a:rPr>
                        <a:t>2</a:t>
                      </a: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2"/>
                  </a:ext>
                </a:extLst>
              </a:tr>
              <a:tr h="283210">
                <a:tc>
                  <a:txBody>
                    <a:bodyPr/>
                    <a:lstStyle/>
                    <a:p>
                      <a:pPr algn="ctr"/>
                      <a:r>
                        <a:rPr lang="en-US" altLang="zh-CN" sz="1200" dirty="0">
                          <a:solidFill>
                            <a:schemeClr val="tx1"/>
                          </a:solidFill>
                          <a:latin typeface="微软雅黑" panose="020B0503020204020204" charset="-122"/>
                          <a:ea typeface="微软雅黑" panose="020B0503020204020204" charset="-122"/>
                        </a:rPr>
                        <a:t>3</a:t>
                      </a: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algn="l" defTabSz="914400" rtl="0" eaLnBrk="1" latinLnBrk="0" hangingPunct="1"/>
                      <a:endParaRPr lang="zh-CN" altLang="en-US" sz="1200" kern="1200" dirty="0">
                        <a:solidFill>
                          <a:schemeClr val="tx1"/>
                        </a:solidFill>
                        <a:latin typeface="微软雅黑" panose="020B0503020204020204" charset="-122"/>
                        <a:ea typeface="微软雅黑" panose="020B0503020204020204" charset="-122"/>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3"/>
                  </a:ext>
                </a:extLst>
              </a:tr>
              <a:tr h="401320">
                <a:tc>
                  <a:txBody>
                    <a:bodyPr/>
                    <a:lstStyle/>
                    <a:p>
                      <a:pPr algn="ctr"/>
                      <a:r>
                        <a:rPr lang="en-US" altLang="zh-CN" sz="1200" dirty="0">
                          <a:solidFill>
                            <a:schemeClr val="tx1"/>
                          </a:solidFill>
                          <a:latin typeface="微软雅黑" panose="020B0503020204020204" charset="-122"/>
                          <a:ea typeface="微软雅黑" panose="020B0503020204020204" charset="-122"/>
                        </a:rPr>
                        <a:t>4</a:t>
                      </a: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4"/>
                  </a:ext>
                </a:extLst>
              </a:tr>
              <a:tr h="400050">
                <a:tc>
                  <a:txBody>
                    <a:bodyPr/>
                    <a:lstStyle/>
                    <a:p>
                      <a:pPr algn="ctr"/>
                      <a:r>
                        <a:rPr lang="en-US" altLang="zh-CN" sz="1200" dirty="0">
                          <a:solidFill>
                            <a:schemeClr val="tx1"/>
                          </a:solidFill>
                          <a:latin typeface="微软雅黑" panose="020B0503020204020204" charset="-122"/>
                          <a:ea typeface="微软雅黑" panose="020B0503020204020204" charset="-122"/>
                        </a:rPr>
                        <a:t>5</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l"/>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en-US" altLang="zh-CN"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5"/>
                  </a:ext>
                </a:extLst>
              </a:tr>
              <a:tr h="400050">
                <a:tc>
                  <a:txBody>
                    <a:bodyPr/>
                    <a:lstStyle/>
                    <a:p>
                      <a:pPr algn="ctr"/>
                      <a:r>
                        <a:rPr lang="en-US" altLang="zh-CN" sz="1200" dirty="0">
                          <a:solidFill>
                            <a:schemeClr val="tx1"/>
                          </a:solidFill>
                          <a:latin typeface="微软雅黑" panose="020B0503020204020204" charset="-122"/>
                          <a:ea typeface="微软雅黑" panose="020B0503020204020204" charset="-122"/>
                        </a:rPr>
                        <a:t>6</a:t>
                      </a: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l"/>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6"/>
                  </a:ext>
                </a:extLst>
              </a:tr>
              <a:tr h="401320">
                <a:tc>
                  <a:txBody>
                    <a:bodyPr/>
                    <a:lstStyle/>
                    <a:p>
                      <a:pPr algn="ctr"/>
                      <a:r>
                        <a:rPr lang="en-US" altLang="zh-CN" sz="1200" dirty="0">
                          <a:solidFill>
                            <a:schemeClr val="tx1"/>
                          </a:solidFill>
                          <a:latin typeface="微软雅黑" panose="020B0503020204020204" charset="-122"/>
                          <a:ea typeface="微软雅黑" panose="020B0503020204020204" charset="-122"/>
                        </a:rPr>
                        <a:t>7</a:t>
                      </a: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7"/>
                  </a:ext>
                </a:extLst>
              </a:tr>
              <a:tr h="400050">
                <a:tc>
                  <a:txBody>
                    <a:bodyPr/>
                    <a:lstStyle/>
                    <a:p>
                      <a:pPr algn="ctr"/>
                      <a:r>
                        <a:rPr lang="en-US" altLang="zh-CN" sz="1200" dirty="0">
                          <a:solidFill>
                            <a:schemeClr val="tx1"/>
                          </a:solidFill>
                          <a:latin typeface="微软雅黑" panose="020B0503020204020204" charset="-122"/>
                          <a:ea typeface="微软雅黑" panose="020B0503020204020204" charset="-122"/>
                        </a:rPr>
                        <a:t>8</a:t>
                      </a: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en-US" altLang="zh-CN"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8"/>
                  </a:ext>
                </a:extLst>
              </a:tr>
              <a:tr h="400050">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09"/>
                  </a:ext>
                </a:extLst>
              </a:tr>
              <a:tr h="401320">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10"/>
                  </a:ext>
                </a:extLst>
              </a:tr>
              <a:tr h="400050">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tc>
                  <a:txBody>
                    <a:bodyPr/>
                    <a:lstStyle/>
                    <a:p>
                      <a:pPr algn="ctr"/>
                      <a:endParaRPr lang="zh-CN" altLang="en-US" sz="1200" dirty="0">
                        <a:solidFill>
                          <a:schemeClr val="tx1"/>
                        </a:solidFill>
                        <a:latin typeface="微软雅黑" panose="020B0503020204020204" charset="-122"/>
                        <a:ea typeface="微软雅黑" panose="020B0503020204020204" charset="-122"/>
                      </a:endParaRPr>
                    </a:p>
                  </a:txBody>
                  <a:tcPr anchor="ctr"/>
                </a:tc>
                <a:extLst>
                  <a:ext uri="{0D108BD9-81ED-4DB2-BD59-A6C34878D82A}">
                    <a16:rowId xmlns:a16="http://schemas.microsoft.com/office/drawing/2014/main" val="10011"/>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DJkNmYzZmQ3OWJkOWY1ZDc0ODcxZWE2NDk1YzBmOGYifQ=="/>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c78d7c20-e7f3-4b55-925b-d660fda47e52}"/>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OHtjHTBu3E.gIOj1Wk.x3A"/>
</p:tagLst>
</file>

<file path=ppt/tags/tag4.xml><?xml version="1.0" encoding="utf-8"?>
<p:tagLst xmlns:a="http://schemas.openxmlformats.org/drawingml/2006/main" xmlns:r="http://schemas.openxmlformats.org/officeDocument/2006/relationships" xmlns:p="http://schemas.openxmlformats.org/presentationml/2006/main">
  <p:tag name="KSO_WM_UNIT_TABLE_BEAUTIFY" val="smartTable{9d41a00c-004c-4b4e-ab5f-72482bdc0d55}"/>
</p:tagLst>
</file>

<file path=ppt/tags/tag5.xml><?xml version="1.0" encoding="utf-8"?>
<p:tagLst xmlns:a="http://schemas.openxmlformats.org/drawingml/2006/main" xmlns:r="http://schemas.openxmlformats.org/officeDocument/2006/relationships" xmlns:p="http://schemas.openxmlformats.org/presentationml/2006/main">
  <p:tag name="KSO_WM_UNIT_TABLE_BEAUTIFY" val="smartTable{e750f296-e25f-4818-a2d6-117829b65f54}"/>
</p:tagLst>
</file>

<file path=ppt/tags/tag6.xml><?xml version="1.0" encoding="utf-8"?>
<p:tagLst xmlns:a="http://schemas.openxmlformats.org/drawingml/2006/main" xmlns:r="http://schemas.openxmlformats.org/officeDocument/2006/relationships" xmlns:p="http://schemas.openxmlformats.org/presentationml/2006/main">
  <p:tag name="KSO_WM_UNIT_TABLE_BEAUTIFY" val="smartTable{b4cc4fdd-8221-49c8-a455-beee2865b3ea}"/>
</p:tagLst>
</file>

<file path=ppt/tags/tag7.xml><?xml version="1.0" encoding="utf-8"?>
<p:tagLst xmlns:a="http://schemas.openxmlformats.org/drawingml/2006/main" xmlns:r="http://schemas.openxmlformats.org/officeDocument/2006/relationships" xmlns:p="http://schemas.openxmlformats.org/presentationml/2006/main">
  <p:tag name="KSO_WM_UNIT_TABLE_BEAUTIFY" val="smartTable{7946b645-a4bf-440b-aedf-7f8c0bacafaa}"/>
</p:tagLst>
</file>

<file path=ppt/tags/tag8.xml><?xml version="1.0" encoding="utf-8"?>
<p:tagLst xmlns:a="http://schemas.openxmlformats.org/drawingml/2006/main" xmlns:r="http://schemas.openxmlformats.org/officeDocument/2006/relationships" xmlns:p="http://schemas.openxmlformats.org/presentationml/2006/main">
  <p:tag name="KSO_WM_UNIT_TABLE_BEAUTIFY" val="smartTable{5a8b10c6-1948-4abe-a838-af196382d706}"/>
</p:tagLst>
</file>

<file path=ppt/tags/tag9.xml><?xml version="1.0" encoding="utf-8"?>
<p:tagLst xmlns:a="http://schemas.openxmlformats.org/drawingml/2006/main" xmlns:r="http://schemas.openxmlformats.org/officeDocument/2006/relationships" xmlns:p="http://schemas.openxmlformats.org/presentationml/2006/main">
  <p:tag name="KSO_WM_UNIT_TABLE_BEAUTIFY" val="smartTable{e750f296-e25f-4818-a2d6-117829b65f54}"/>
</p:tagLst>
</file>

<file path=ppt/theme/theme1.xml><?xml version="1.0" encoding="utf-8"?>
<a:theme xmlns:a="http://schemas.openxmlformats.org/drawingml/2006/main" name="1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636</Words>
  <Application>Microsoft Office PowerPoint</Application>
  <PresentationFormat>宽屏</PresentationFormat>
  <Paragraphs>170</Paragraphs>
  <Slides>15</Slides>
  <Notes>7</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15</vt:i4>
      </vt:variant>
    </vt:vector>
  </HeadingPairs>
  <TitlesOfParts>
    <vt:vector size="28" baseType="lpstr">
      <vt:lpstr>FZLanTingHei-R-GBK</vt:lpstr>
      <vt:lpstr>Helvetica Light</vt:lpstr>
      <vt:lpstr>Helvetica Neue</vt:lpstr>
      <vt:lpstr>Helvetica Neue Medium</vt:lpstr>
      <vt:lpstr>Microsoft YaHei Bold</vt:lpstr>
      <vt:lpstr>PingFang SC Regular</vt:lpstr>
      <vt:lpstr>等线</vt:lpstr>
      <vt:lpstr>微软雅黑</vt:lpstr>
      <vt:lpstr>微软雅黑 Light</vt:lpstr>
      <vt:lpstr>Arial</vt:lpstr>
      <vt:lpstr>Verdana</vt:lpstr>
      <vt:lpstr>Wingdings</vt:lpstr>
      <vt:lpstr>1_Office 主题​​</vt:lpstr>
      <vt:lpstr>XX集团XX项目周报（第X周） 2022.10.xx - 2022.10.xx</vt:lpstr>
      <vt:lpstr>目 录</vt:lpstr>
      <vt:lpstr>项目总体进度 </vt:lpstr>
      <vt:lpstr>项目总体进度</vt:lpstr>
      <vt:lpstr>本周工作进展</vt:lpstr>
      <vt:lpstr>本周主要工作进展</vt:lpstr>
      <vt:lpstr>本周工作主要事项完成结果 </vt:lpstr>
      <vt:lpstr>项目主要问题和风险 </vt:lpstr>
      <vt:lpstr>下周工作计划</vt:lpstr>
      <vt:lpstr>下周工作计划及主要交付成果  </vt:lpstr>
      <vt:lpstr>下周需要协调的会议 </vt:lpstr>
      <vt:lpstr>交付成果状态</vt:lpstr>
      <vt:lpstr>项目交付成果状态  </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传播推广：更垂直、更直接、更汇总，打造企业家的《管理内参》 我们不是在宣传金蝶，我们是在解决企业成长的问题。</dc:title>
  <dc:creator>Microsoft Office User</dc:creator>
  <cp:lastModifiedBy>kingdee</cp:lastModifiedBy>
  <cp:revision>471</cp:revision>
  <dcterms:created xsi:type="dcterms:W3CDTF">2022-05-26T11:12:00Z</dcterms:created>
  <dcterms:modified xsi:type="dcterms:W3CDTF">2022-10-24T08:57:51Z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22BB8284FB5B497A9F3516C9C43359B0</vt:lpwstr>
  </property>
  <property fmtid="{D5CDD505-2E9C-101B-9397-08002B2CF9AE}" pid="3" name="KSOProductBuildVer">
    <vt:lpwstr>2052-11.1.0.12358</vt:lpwstr>
  </property>
</Properties>
</file>