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6"/>
  </p:notesMasterIdLst>
  <p:handoutMasterIdLst>
    <p:handoutMasterId r:id="rId27"/>
  </p:handoutMasterIdLst>
  <p:sldIdLst>
    <p:sldId id="15051996" r:id="rId2"/>
    <p:sldId id="15051997" r:id="rId3"/>
    <p:sldId id="15051901" r:id="rId4"/>
    <p:sldId id="15052020" r:id="rId5"/>
    <p:sldId id="15052085" r:id="rId6"/>
    <p:sldId id="15052086" r:id="rId7"/>
    <p:sldId id="15052021" r:id="rId8"/>
    <p:sldId id="15052087" r:id="rId9"/>
    <p:sldId id="15052088" r:id="rId10"/>
    <p:sldId id="15052089" r:id="rId11"/>
    <p:sldId id="15052090" r:id="rId12"/>
    <p:sldId id="15052091" r:id="rId13"/>
    <p:sldId id="15052092" r:id="rId14"/>
    <p:sldId id="15052093" r:id="rId15"/>
    <p:sldId id="15052094" r:id="rId16"/>
    <p:sldId id="15052095" r:id="rId17"/>
    <p:sldId id="15052096" r:id="rId18"/>
    <p:sldId id="15052103" r:id="rId19"/>
    <p:sldId id="15052102" r:id="rId20"/>
    <p:sldId id="15052097" r:id="rId21"/>
    <p:sldId id="15052098" r:id="rId22"/>
    <p:sldId id="15051907" r:id="rId23"/>
    <p:sldId id="1726328112" r:id="rId24"/>
    <p:sldId id="15051999" r:id="rId25"/>
  </p:sldIdLst>
  <p:sldSz cx="12192000" cy="6858000"/>
  <p:notesSz cx="6858000" cy="9144000"/>
  <p:custDataLst>
    <p:tags r:id="rId2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25EC29B2-0182-BA45-920F-082F96231AAE}">
          <p14:sldIdLst>
            <p14:sldId id="15051996"/>
            <p14:sldId id="15051997"/>
            <p14:sldId id="15051901"/>
            <p14:sldId id="15052020"/>
            <p14:sldId id="15052085"/>
            <p14:sldId id="15052086"/>
            <p14:sldId id="15052021"/>
            <p14:sldId id="15052087"/>
            <p14:sldId id="15052088"/>
            <p14:sldId id="15052089"/>
            <p14:sldId id="15052090"/>
            <p14:sldId id="15052091"/>
            <p14:sldId id="15052092"/>
            <p14:sldId id="15052093"/>
            <p14:sldId id="15052094"/>
            <p14:sldId id="15052095"/>
            <p14:sldId id="15052096"/>
            <p14:sldId id="15052103"/>
            <p14:sldId id="15052102"/>
            <p14:sldId id="15052097"/>
            <p14:sldId id="15052098"/>
            <p14:sldId id="15051907"/>
            <p14:sldId id="1726328112"/>
            <p14:sldId id="15051999"/>
          </p14:sldIdLst>
        </p14:section>
      </p14:sectionLst>
    </p:ext>
    <p:ext uri="{EFAFB233-063F-42B5-8137-9DF3F51BA10A}">
      <p15:sldGuideLst xmlns:p15="http://schemas.microsoft.com/office/powerpoint/2012/main">
        <p15:guide id="1" orient="horz" pos="2201">
          <p15:clr>
            <a:srgbClr val="A4A3A4"/>
          </p15:clr>
        </p15:guide>
        <p15:guide id="2" pos="3880">
          <p15:clr>
            <a:srgbClr val="A4A3A4"/>
          </p15:clr>
        </p15:guide>
        <p15:guide id="3" pos="302">
          <p15:clr>
            <a:srgbClr val="A4A3A4"/>
          </p15:clr>
        </p15:guide>
        <p15:guide id="4" pos="7491">
          <p15:clr>
            <a:srgbClr val="A4A3A4"/>
          </p15:clr>
        </p15:guide>
        <p15:guide id="5" orient="horz" pos="187">
          <p15:clr>
            <a:srgbClr val="A4A3A4"/>
          </p15:clr>
        </p15:guide>
        <p15:guide id="6" orient="horz" pos="4133">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用户" initials="Office" lastIdx="0"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971EB"/>
    <a:srgbClr val="E5EDFC"/>
    <a:srgbClr val="BFBFBF"/>
    <a:srgbClr val="E7F1FF"/>
    <a:srgbClr val="00CCFE"/>
    <a:srgbClr val="A06EFF"/>
    <a:srgbClr val="22AAFE"/>
    <a:srgbClr val="7888C8"/>
    <a:srgbClr val="2392F8"/>
    <a:srgbClr val="FFB61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中度样式 1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000"/>
    <p:restoredTop sz="97013"/>
  </p:normalViewPr>
  <p:slideViewPr>
    <p:cSldViewPr snapToGrid="0" snapToObjects="1">
      <p:cViewPr varScale="1">
        <p:scale>
          <a:sx n="67" d="100"/>
          <a:sy n="67" d="100"/>
        </p:scale>
        <p:origin x="836" y="52"/>
      </p:cViewPr>
      <p:guideLst>
        <p:guide orient="horz" pos="2201"/>
        <p:guide pos="3880"/>
        <p:guide pos="302"/>
        <p:guide pos="7491"/>
        <p:guide orient="horz" pos="187"/>
        <p:guide orient="horz" pos="4133"/>
      </p:guideLst>
    </p:cSldViewPr>
  </p:slideViewPr>
  <p:outlineViewPr>
    <p:cViewPr>
      <p:scale>
        <a:sx n="33" d="100"/>
        <a:sy n="33" d="100"/>
      </p:scale>
      <p:origin x="0" y="-4744"/>
    </p:cViewPr>
  </p:outlineViewPr>
  <p:notesTextViewPr>
    <p:cViewPr>
      <p:scale>
        <a:sx n="95" d="100"/>
        <a:sy n="95" d="100"/>
      </p:scale>
      <p:origin x="0" y="0"/>
    </p:cViewPr>
  </p:notesTextViewPr>
  <p:sorterViewPr>
    <p:cViewPr>
      <p:scale>
        <a:sx n="200" d="100"/>
        <a:sy n="200" d="100"/>
      </p:scale>
      <p:origin x="0" y="0"/>
    </p:cViewPr>
  </p:sorterViewPr>
  <p:notesViewPr>
    <p:cSldViewPr snapToGrid="0" snapToObjects="1">
      <p:cViewPr varScale="1">
        <p:scale>
          <a:sx n="91" d="100"/>
          <a:sy n="91" d="100"/>
        </p:scale>
        <p:origin x="3368" y="20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presProps" Target="pres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dirty="0">
              <a:latin typeface="微软雅黑" panose="020B0503020204020204" charset="-122"/>
              <a:ea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1DE19F4-DBB6-494E-8B80-C4CE2BCEE7EC}" type="datetimeFigureOut">
              <a:rPr kumimoji="1" lang="zh-CN" altLang="en-US" smtClean="0">
                <a:latin typeface="微软雅黑" panose="020B0503020204020204" charset="-122"/>
                <a:ea typeface="微软雅黑" panose="020B0503020204020204" charset="-122"/>
              </a:rPr>
              <a:t>2022/10/12</a:t>
            </a:fld>
            <a:endParaRPr kumimoji="1" lang="zh-CN" altLang="en-US" dirty="0">
              <a:latin typeface="微软雅黑" panose="020B0503020204020204" charset="-122"/>
              <a:ea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dirty="0">
              <a:latin typeface="微软雅黑" panose="020B0503020204020204" charset="-122"/>
              <a:ea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632F7C6-D169-FA41-B673-4CE8B60BE24C}" type="slidenum">
              <a:rPr kumimoji="1" lang="zh-CN" altLang="en-US" smtClean="0">
                <a:latin typeface="微软雅黑" panose="020B0503020204020204" charset="-122"/>
                <a:ea typeface="微软雅黑" panose="020B0503020204020204" charset="-122"/>
              </a:rPr>
              <a:t>‹#›</a:t>
            </a:fld>
            <a:endParaRPr kumimoji="1" lang="zh-CN" altLang="en-US" dirty="0">
              <a:latin typeface="微软雅黑" panose="020B0503020204020204" charset="-122"/>
              <a:ea typeface="微软雅黑" panose="020B0503020204020204" charset="-122"/>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微软雅黑" panose="020B0503020204020204" charset="-122"/>
                <a:ea typeface="微软雅黑" panose="020B0503020204020204" charset="-122"/>
              </a:defRPr>
            </a:lvl1pPr>
          </a:lstStyle>
          <a:p>
            <a:endParaRPr kumimoji="1"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微软雅黑" panose="020B0503020204020204" charset="-122"/>
                <a:ea typeface="微软雅黑" panose="020B0503020204020204" charset="-122"/>
              </a:defRPr>
            </a:lvl1pPr>
          </a:lstStyle>
          <a:p>
            <a:fld id="{ECA5D1CA-E7AD-0541-B262-65F1E0DA9722}" type="datetimeFigureOut">
              <a:rPr kumimoji="1" lang="zh-CN" altLang="en-US" smtClean="0"/>
              <a:t>2022/10/12</a:t>
            </a:fld>
            <a:endParaRPr kumimoji="1"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微软雅黑" panose="020B0503020204020204" charset="-122"/>
                <a:ea typeface="微软雅黑" panose="020B0503020204020204" charset="-122"/>
              </a:defRPr>
            </a:lvl1pPr>
          </a:lstStyle>
          <a:p>
            <a:endParaRPr kumimoji="1"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微软雅黑" panose="020B0503020204020204" charset="-122"/>
                <a:ea typeface="微软雅黑" panose="020B0503020204020204" charset="-122"/>
              </a:defRPr>
            </a:lvl1pPr>
          </a:lstStyle>
          <a:p>
            <a:fld id="{7D740BD7-1B7C-F34E-AE28-38FEB5E5D81B}" type="slidenum">
              <a:rPr kumimoji="1" lang="zh-CN" altLang="en-US" smtClean="0"/>
              <a:t>‹#›</a:t>
            </a:fld>
            <a:endParaRPr kumimoji="1" lang="zh-CN" alt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微软雅黑" panose="020B0503020204020204" charset="-122"/>
        <a:ea typeface="微软雅黑" panose="020B0503020204020204" charset="-122"/>
        <a:cs typeface="+mn-cs"/>
      </a:defRPr>
    </a:lvl1pPr>
    <a:lvl2pPr marL="457200" algn="l" defTabSz="914400" rtl="0" eaLnBrk="1" latinLnBrk="0" hangingPunct="1">
      <a:defRPr sz="1200" b="0" i="0" kern="1200">
        <a:solidFill>
          <a:schemeClr val="tx1"/>
        </a:solidFill>
        <a:latin typeface="微软雅黑" panose="020B0503020204020204" charset="-122"/>
        <a:ea typeface="微软雅黑" panose="020B0503020204020204" charset="-122"/>
        <a:cs typeface="+mn-cs"/>
      </a:defRPr>
    </a:lvl2pPr>
    <a:lvl3pPr marL="914400" algn="l" defTabSz="914400" rtl="0" eaLnBrk="1" latinLnBrk="0" hangingPunct="1">
      <a:defRPr sz="1200" b="0" i="0" kern="1200">
        <a:solidFill>
          <a:schemeClr val="tx1"/>
        </a:solidFill>
        <a:latin typeface="微软雅黑" panose="020B0503020204020204" charset="-122"/>
        <a:ea typeface="微软雅黑" panose="020B0503020204020204" charset="-122"/>
        <a:cs typeface="+mn-cs"/>
      </a:defRPr>
    </a:lvl3pPr>
    <a:lvl4pPr marL="1371600" algn="l" defTabSz="914400" rtl="0" eaLnBrk="1" latinLnBrk="0" hangingPunct="1">
      <a:defRPr sz="1200" b="0" i="0" kern="1200">
        <a:solidFill>
          <a:schemeClr val="tx1"/>
        </a:solidFill>
        <a:latin typeface="微软雅黑" panose="020B0503020204020204" charset="-122"/>
        <a:ea typeface="微软雅黑" panose="020B0503020204020204" charset="-122"/>
        <a:cs typeface="+mn-cs"/>
      </a:defRPr>
    </a:lvl4pPr>
    <a:lvl5pPr marL="1828800" algn="l" defTabSz="914400" rtl="0" eaLnBrk="1" latinLnBrk="0" hangingPunct="1">
      <a:defRPr sz="1200" b="0" i="0" kern="1200">
        <a:solidFill>
          <a:schemeClr val="tx1"/>
        </a:solidFill>
        <a:latin typeface="微软雅黑" panose="020B0503020204020204" charset="-122"/>
        <a:ea typeface="微软雅黑" panose="020B050302020402020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2.GI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73679"/>
          </a:xfrm>
          <a:prstGeom prst="rect">
            <a:avLst/>
          </a:prstGeom>
        </p:spPr>
      </p:pic>
      <p:pic>
        <p:nvPicPr>
          <p:cNvPr id="8" name="图片 7"/>
          <p:cNvPicPr>
            <a:picLocks noChangeAspect="1"/>
          </p:cNvPicPr>
          <p:nvPr userDrawn="1"/>
        </p:nvPicPr>
        <p:blipFill>
          <a:blip r:embed="rId3"/>
          <a:stretch>
            <a:fillRect/>
          </a:stretch>
        </p:blipFill>
        <p:spPr>
          <a:xfrm>
            <a:off x="69305" y="85356"/>
            <a:ext cx="2319274" cy="1304422"/>
          </a:xfrm>
          <a:prstGeom prst="rect">
            <a:avLst/>
          </a:prstGeom>
        </p:spPr>
      </p:pic>
      <p:sp>
        <p:nvSpPr>
          <p:cNvPr id="9" name="Rectangle 37"/>
          <p:cNvSpPr/>
          <p:nvPr userDrawn="1"/>
        </p:nvSpPr>
        <p:spPr bwMode="auto">
          <a:xfrm>
            <a:off x="920344" y="6421913"/>
            <a:ext cx="3123019" cy="151979"/>
          </a:xfrm>
          <a:prstGeom prst="rect">
            <a:avLst/>
          </a:prstGeom>
          <a:noFill/>
          <a:ln>
            <a:noFill/>
          </a:ln>
        </p:spPr>
        <p:txBody>
          <a:bodyPr lIns="0" tIns="0" rIns="0" bIns="0" anchor="ctr"/>
          <a:lstStyle/>
          <a:p>
            <a:pPr algn="l"/>
            <a:r>
              <a:rPr lang="zh-CN" altLang="en-US" sz="90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Microsoft YaHei Bold" charset="0"/>
              </a:rPr>
              <a:t>版权所有</a:t>
            </a:r>
            <a:r>
              <a:rPr lang="en-US" altLang="zh-CN" sz="90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Helvetica Neue" charset="0"/>
              </a:rPr>
              <a:t>©1993-2022</a:t>
            </a:r>
            <a:r>
              <a:rPr lang="zh-CN" altLang="en-US" sz="90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Helvetica Neue" charset="0"/>
              </a:rPr>
              <a:t>  </a:t>
            </a:r>
            <a:r>
              <a:rPr lang="zh-CN" altLang="en-US" sz="90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Microsoft YaHei Bold" charset="0"/>
              </a:rPr>
              <a:t>金蝶国际软件集团有限公司</a:t>
            </a:r>
          </a:p>
        </p:txBody>
      </p:sp>
      <p:sp>
        <p:nvSpPr>
          <p:cNvPr id="5" name="标题占位符 1"/>
          <p:cNvSpPr>
            <a:spLocks noGrp="1"/>
          </p:cNvSpPr>
          <p:nvPr>
            <p:ph type="title" hasCustomPrompt="1"/>
          </p:nvPr>
        </p:nvSpPr>
        <p:spPr>
          <a:xfrm>
            <a:off x="838200" y="2054303"/>
            <a:ext cx="10515600" cy="1325563"/>
          </a:xfrm>
          <a:prstGeom prst="rect">
            <a:avLst/>
          </a:prstGeom>
        </p:spPr>
        <p:txBody>
          <a:bodyPr vert="horz" lIns="91440" tIns="45720" rIns="91440" bIns="45720" rtlCol="0" anchor="ctr">
            <a:normAutofit/>
          </a:bodyPr>
          <a:lstStyle>
            <a:lvl1pPr>
              <a:defRPr sz="5400" b="1">
                <a:solidFill>
                  <a:schemeClr val="bg1"/>
                </a:solidFill>
              </a:defRPr>
            </a:lvl1pPr>
          </a:lstStyle>
          <a:p>
            <a:r>
              <a:rPr kumimoji="1" lang="zh-CN" altLang="en-US" dirty="0"/>
              <a:t>单击此处编辑标题（</a:t>
            </a:r>
            <a:r>
              <a:rPr kumimoji="1" lang="en-US" altLang="zh-CN" dirty="0"/>
              <a:t>54</a:t>
            </a:r>
            <a:r>
              <a:rPr kumimoji="1" lang="zh-CN" altLang="en-US" dirty="0"/>
              <a:t>磅）</a:t>
            </a:r>
          </a:p>
        </p:txBody>
      </p:sp>
      <p:sp>
        <p:nvSpPr>
          <p:cNvPr id="6" name="Content Placeholder 5"/>
          <p:cNvSpPr>
            <a:spLocks noGrp="1"/>
          </p:cNvSpPr>
          <p:nvPr>
            <p:ph sz="quarter" idx="12" hasCustomPrompt="1"/>
          </p:nvPr>
        </p:nvSpPr>
        <p:spPr>
          <a:xfrm>
            <a:off x="838200" y="4804913"/>
            <a:ext cx="2750820" cy="405442"/>
          </a:xfrm>
          <a:prstGeom prst="rect">
            <a:avLst/>
          </a:prstGeom>
        </p:spPr>
        <p:txBody>
          <a:bodyPr lIns="90000">
            <a:noAutofit/>
          </a:bodyPr>
          <a:lstStyle>
            <a:lvl1pPr marL="0" indent="0">
              <a:lnSpc>
                <a:spcPct val="130000"/>
              </a:lnSpc>
              <a:spcBef>
                <a:spcPts val="0"/>
              </a:spcBef>
              <a:buNone/>
              <a:defRPr sz="1800"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zh-CN" altLang="en-US" dirty="0"/>
              <a:t>撰稿人</a:t>
            </a:r>
          </a:p>
        </p:txBody>
      </p:sp>
      <p:sp>
        <p:nvSpPr>
          <p:cNvPr id="10" name="Content Placeholder 5"/>
          <p:cNvSpPr>
            <a:spLocks noGrp="1"/>
          </p:cNvSpPr>
          <p:nvPr>
            <p:ph sz="quarter" idx="13" hasCustomPrompt="1"/>
          </p:nvPr>
        </p:nvSpPr>
        <p:spPr>
          <a:xfrm>
            <a:off x="838200" y="5226226"/>
            <a:ext cx="2745334" cy="432701"/>
          </a:xfrm>
          <a:prstGeom prst="rect">
            <a:avLst/>
          </a:prstGeom>
        </p:spPr>
        <p:txBody>
          <a:bodyPr lIns="90000">
            <a:noAutofit/>
          </a:bodyPr>
          <a:lstStyle>
            <a:lvl1pPr marL="0" indent="0" algn="l">
              <a:lnSpc>
                <a:spcPct val="130000"/>
              </a:lnSpc>
              <a:spcBef>
                <a:spcPts val="0"/>
              </a:spcBef>
              <a:buNone/>
              <a:defRPr sz="1800" b="1"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zh-CN" altLang="en-US" dirty="0"/>
              <a:t>撰稿部门</a:t>
            </a:r>
          </a:p>
        </p:txBody>
      </p:sp>
      <p:sp>
        <p:nvSpPr>
          <p:cNvPr id="11" name="Content Placeholder 5"/>
          <p:cNvSpPr>
            <a:spLocks noGrp="1"/>
          </p:cNvSpPr>
          <p:nvPr>
            <p:ph sz="quarter" idx="14" hasCustomPrompt="1"/>
          </p:nvPr>
        </p:nvSpPr>
        <p:spPr>
          <a:xfrm>
            <a:off x="832714" y="5667554"/>
            <a:ext cx="2750820" cy="301924"/>
          </a:xfrm>
          <a:prstGeom prst="rect">
            <a:avLst/>
          </a:prstGeom>
        </p:spPr>
        <p:txBody>
          <a:bodyPr lIns="90000">
            <a:noAutofit/>
          </a:bodyPr>
          <a:lstStyle>
            <a:lvl1pPr marL="0" indent="0">
              <a:lnSpc>
                <a:spcPct val="130000"/>
              </a:lnSpc>
              <a:spcBef>
                <a:spcPts val="0"/>
              </a:spcBef>
              <a:buNone/>
              <a:defRPr sz="1400"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en-US" altLang="zh-CN" dirty="0"/>
              <a:t>2022.01.01</a:t>
            </a:r>
            <a:endParaRPr lang="zh-CN" altLang="en-US" dirty="0"/>
          </a:p>
        </p:txBody>
      </p:sp>
      <p:sp>
        <p:nvSpPr>
          <p:cNvPr id="13" name="Text Box 2"/>
          <p:cNvSpPr txBox="1"/>
          <p:nvPr userDrawn="1"/>
        </p:nvSpPr>
        <p:spPr>
          <a:xfrm>
            <a:off x="3440894" y="6414581"/>
            <a:ext cx="1462116" cy="173511"/>
          </a:xfrm>
          <a:prstGeom prst="rect">
            <a:avLst/>
          </a:prstGeom>
          <a:ln w="12700">
            <a:miter lim="400000"/>
          </a:ln>
        </p:spPr>
        <p:txBody>
          <a:bodyPr wrap="square" lIns="8891" tIns="8891" rIns="8891" bIns="8891" anchor="ctr">
            <a:spAutoFit/>
          </a:bodyPr>
          <a:lstStyle>
            <a:defPPr>
              <a:defRPr lang="zh-CN"/>
            </a:defPPr>
            <a:lvl1pPr algn="r">
              <a:lnSpc>
                <a:spcPts val="1335"/>
              </a:lnSpc>
              <a:defRPr sz="935">
                <a:solidFill>
                  <a:schemeClr val="bg1">
                    <a:lumMod val="50000"/>
                  </a:schemeClr>
                </a:solidFill>
                <a:latin typeface="微软雅黑" panose="020B0503020204020204" charset="-122"/>
                <a:ea typeface="微软雅黑" panose="020B0503020204020204" charset="-122"/>
                <a:cs typeface="微软雅黑" panose="020B0503020204020204" charset="-122"/>
              </a:defRPr>
            </a:lvl1pPr>
          </a:lstStyle>
          <a:p>
            <a:pPr lvl="0"/>
            <a:r>
              <a:rPr dirty="0">
                <a:solidFill>
                  <a:schemeClr val="accent1">
                    <a:lumMod val="75000"/>
                  </a:schemeClr>
                </a:solidFill>
              </a:rPr>
              <a:t> </a:t>
            </a:r>
            <a:r>
              <a:rPr lang="zh-CN" altLang="zh-CN" sz="900" b="0" i="0" dirty="0">
                <a:solidFill>
                  <a:schemeClr val="accent1">
                    <a:lumMod val="75000"/>
                  </a:schemeClr>
                </a:solidFill>
                <a:latin typeface="微软雅黑" panose="020B0503020204020204" charset="-122"/>
                <a:ea typeface="微软雅黑" panose="020B0503020204020204" charset="-122"/>
              </a:rPr>
              <a:t>①</a:t>
            </a:r>
            <a:r>
              <a:rPr lang="zh-CN" altLang="en-US" sz="900" b="0" i="0" dirty="0">
                <a:solidFill>
                  <a:schemeClr val="accent1">
                    <a:lumMod val="75000"/>
                  </a:schemeClr>
                </a:solidFill>
                <a:latin typeface="微软雅黑" panose="020B0503020204020204" charset="-122"/>
                <a:ea typeface="微软雅黑" panose="020B0503020204020204" charset="-122"/>
              </a:rPr>
              <a:t> </a:t>
            </a:r>
            <a:r>
              <a:rPr lang="zh-CN" altLang="zh-CN" sz="900" b="0" i="0" dirty="0">
                <a:solidFill>
                  <a:schemeClr val="accent1">
                    <a:lumMod val="75000"/>
                  </a:schemeClr>
                </a:solidFill>
                <a:latin typeface="微软雅黑" panose="020B0503020204020204" charset="-122"/>
                <a:ea typeface="微软雅黑" panose="020B0503020204020204" charset="-122"/>
              </a:rPr>
              <a:t>绝密信息 严禁泄露</a:t>
            </a:r>
            <a:endParaRPr sz="900" b="0" i="0" kern="1200" spc="0" baseline="0" dirty="0">
              <a:solidFill>
                <a:schemeClr val="accent1">
                  <a:lumMod val="75000"/>
                </a:schemeClr>
              </a:solidFill>
              <a:latin typeface="微软雅黑" panose="020B0503020204020204" charset="-122"/>
              <a:ea typeface="微软雅黑" panose="020B050302020402020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提纲">
    <p:spTree>
      <p:nvGrpSpPr>
        <p:cNvPr id="1" name=""/>
        <p:cNvGrpSpPr/>
        <p:nvPr/>
      </p:nvGrpSpPr>
      <p:grpSpPr>
        <a:xfrm>
          <a:off x="0" y="0"/>
          <a:ext cx="0" cy="0"/>
          <a:chOff x="0" y="0"/>
          <a:chExt cx="0" cy="0"/>
        </a:xfrm>
      </p:grpSpPr>
      <p:pic>
        <p:nvPicPr>
          <p:cNvPr id="6" name="图片 5"/>
          <p:cNvPicPr>
            <a:picLocks noChangeAspect="1"/>
          </p:cNvPicPr>
          <p:nvPr userDrawn="1"/>
        </p:nvPicPr>
        <p:blipFill>
          <a:blip r:embed="rId2"/>
          <a:stretch>
            <a:fillRect/>
          </a:stretch>
        </p:blipFill>
        <p:spPr>
          <a:xfrm>
            <a:off x="2960" y="0"/>
            <a:ext cx="12186080" cy="6858000"/>
          </a:xfrm>
          <a:prstGeom prst="rect">
            <a:avLst/>
          </a:prstGeom>
        </p:spPr>
      </p:pic>
      <p:pic>
        <p:nvPicPr>
          <p:cNvPr id="8" name="图片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11" name="Text Box 5"/>
          <p:cNvSpPr txBox="1">
            <a:spLocks noChangeArrowheads="1"/>
          </p:cNvSpPr>
          <p:nvPr userDrawn="1"/>
        </p:nvSpPr>
        <p:spPr bwMode="auto">
          <a:xfrm>
            <a:off x="11585878" y="6432188"/>
            <a:ext cx="209882" cy="153888"/>
          </a:xfrm>
          <a:prstGeom prst="rect">
            <a:avLst/>
          </a:prstGeom>
          <a:noFill/>
          <a:ln>
            <a:noFill/>
          </a:ln>
        </p:spPr>
        <p:txBody>
          <a:bodyPr wrap="square" lIns="0" tIns="0" rIns="0" bIns="0" anchor="ctr">
            <a:no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i="0" kern="0" smtClean="0">
                <a:solidFill>
                  <a:srgbClr val="2A71EC"/>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i="0" kern="0" dirty="0">
              <a:solidFill>
                <a:srgbClr val="2A71EC"/>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19" name="文本占位符 18"/>
          <p:cNvSpPr>
            <a:spLocks noGrp="1"/>
          </p:cNvSpPr>
          <p:nvPr>
            <p:ph type="body" sz="quarter" idx="13" hasCustomPrompt="1"/>
          </p:nvPr>
        </p:nvSpPr>
        <p:spPr>
          <a:xfrm>
            <a:off x="408475" y="2809762"/>
            <a:ext cx="1052336" cy="751494"/>
          </a:xfrm>
          <a:prstGeom prst="rect">
            <a:avLst/>
          </a:prstGeom>
        </p:spPr>
        <p:txBody>
          <a:bodyPr>
            <a:noAutofit/>
          </a:bodyPr>
          <a:lstStyle>
            <a:lvl1pPr marL="0" indent="0">
              <a:buNone/>
              <a:defRPr sz="5400" b="1">
                <a:solidFill>
                  <a:srgbClr val="2A71EC"/>
                </a:solidFill>
              </a:defRPr>
            </a:lvl1pPr>
          </a:lstStyle>
          <a:p>
            <a:pPr lvl="0"/>
            <a:r>
              <a:rPr kumimoji="1" lang="en-US" altLang="zh-CN" dirty="0"/>
              <a:t>02</a:t>
            </a:r>
            <a:endParaRPr kumimoji="1" lang="zh-CN" altLang="en-US" dirty="0"/>
          </a:p>
        </p:txBody>
      </p:sp>
      <p:sp>
        <p:nvSpPr>
          <p:cNvPr id="20" name="文本占位符 18"/>
          <p:cNvSpPr>
            <a:spLocks noGrp="1"/>
          </p:cNvSpPr>
          <p:nvPr>
            <p:ph type="body" sz="quarter" idx="14" hasCustomPrompt="1"/>
          </p:nvPr>
        </p:nvSpPr>
        <p:spPr>
          <a:xfrm>
            <a:off x="408475" y="3889909"/>
            <a:ext cx="1052336" cy="673771"/>
          </a:xfrm>
          <a:prstGeom prst="rect">
            <a:avLst/>
          </a:prstGeom>
        </p:spPr>
        <p:txBody>
          <a:bodyPr>
            <a:noAutofit/>
          </a:bodyPr>
          <a:lstStyle>
            <a:lvl1pPr marL="0" indent="0">
              <a:buNone/>
              <a:defRPr sz="5400" b="1">
                <a:solidFill>
                  <a:srgbClr val="2A71EC"/>
                </a:solidFill>
              </a:defRPr>
            </a:lvl1pPr>
          </a:lstStyle>
          <a:p>
            <a:pPr lvl="0"/>
            <a:r>
              <a:rPr kumimoji="1" lang="en-US" altLang="zh-CN" dirty="0"/>
              <a:t>03</a:t>
            </a:r>
            <a:endParaRPr kumimoji="1" lang="zh-CN" altLang="en-US" dirty="0"/>
          </a:p>
        </p:txBody>
      </p:sp>
      <p:sp>
        <p:nvSpPr>
          <p:cNvPr id="22" name="文本占位符 21"/>
          <p:cNvSpPr>
            <a:spLocks noGrp="1"/>
          </p:cNvSpPr>
          <p:nvPr>
            <p:ph type="body" sz="quarter" idx="15" hasCustomPrompt="1"/>
          </p:nvPr>
        </p:nvSpPr>
        <p:spPr>
          <a:xfrm>
            <a:off x="1637847" y="1688799"/>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23" name="文本占位符 21"/>
          <p:cNvSpPr>
            <a:spLocks noGrp="1"/>
          </p:cNvSpPr>
          <p:nvPr>
            <p:ph type="body" sz="quarter" idx="16" hasCustomPrompt="1"/>
          </p:nvPr>
        </p:nvSpPr>
        <p:spPr>
          <a:xfrm>
            <a:off x="1637847" y="2142501"/>
            <a:ext cx="6602906" cy="285116"/>
          </a:xfrm>
          <a:prstGeom prst="rect">
            <a:avLst/>
          </a:prstGeom>
        </p:spPr>
        <p:txBody>
          <a:bodyPr>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1-1. </a:t>
            </a:r>
            <a:r>
              <a:rPr kumimoji="1" lang="zh-CN" altLang="en-US" dirty="0"/>
              <a:t>此段标题可替换</a:t>
            </a:r>
            <a:r>
              <a:rPr lang="zh-CN" altLang="en-US" dirty="0"/>
              <a:t>｜ </a:t>
            </a:r>
            <a:r>
              <a:rPr lang="en-US" altLang="zh-CN" dirty="0"/>
              <a:t>1-2.</a:t>
            </a:r>
            <a:r>
              <a:rPr kumimoji="1" lang="zh-CN" altLang="en-US" dirty="0"/>
              <a:t>此段标题可替换</a:t>
            </a:r>
            <a:r>
              <a:rPr lang="zh-CN" altLang="en-US" dirty="0"/>
              <a:t>｜ </a:t>
            </a:r>
            <a:r>
              <a:rPr lang="en-US" altLang="zh-CN" dirty="0"/>
              <a:t>1-3.</a:t>
            </a:r>
            <a:r>
              <a:rPr lang="zh-CN" altLang="en-US" dirty="0"/>
              <a:t> </a:t>
            </a:r>
            <a:r>
              <a:rPr kumimoji="1" lang="zh-CN" altLang="en-US" dirty="0"/>
              <a:t>此段标题可替换</a:t>
            </a:r>
            <a:endParaRPr lang="en-US" dirty="0"/>
          </a:p>
        </p:txBody>
      </p:sp>
      <p:sp>
        <p:nvSpPr>
          <p:cNvPr id="25" name="文本占位符 21"/>
          <p:cNvSpPr>
            <a:spLocks noGrp="1"/>
          </p:cNvSpPr>
          <p:nvPr>
            <p:ph type="body" sz="quarter" idx="18" hasCustomPrompt="1"/>
          </p:nvPr>
        </p:nvSpPr>
        <p:spPr>
          <a:xfrm>
            <a:off x="1637847" y="3209303"/>
            <a:ext cx="6602906" cy="285116"/>
          </a:xfrm>
          <a:prstGeom prst="rect">
            <a:avLst/>
          </a:prstGeom>
        </p:spPr>
        <p:txBody>
          <a:bodyPr>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2-1. </a:t>
            </a:r>
            <a:r>
              <a:rPr kumimoji="1" lang="zh-CN" altLang="en-US" dirty="0"/>
              <a:t>此段标题可替换</a:t>
            </a:r>
            <a:r>
              <a:rPr lang="zh-CN" altLang="en-US" dirty="0"/>
              <a:t>｜ </a:t>
            </a:r>
            <a:r>
              <a:rPr lang="en-US" altLang="zh-CN" dirty="0"/>
              <a:t>2-2.</a:t>
            </a:r>
            <a:r>
              <a:rPr kumimoji="1" lang="zh-CN" altLang="en-US" dirty="0"/>
              <a:t>此段标题可替换</a:t>
            </a:r>
            <a:r>
              <a:rPr lang="zh-CN" altLang="en-US" dirty="0"/>
              <a:t>｜ </a:t>
            </a:r>
            <a:r>
              <a:rPr lang="en-US" altLang="zh-CN" dirty="0"/>
              <a:t>2-3.</a:t>
            </a:r>
            <a:r>
              <a:rPr lang="zh-CN" altLang="en-US" dirty="0"/>
              <a:t> </a:t>
            </a:r>
            <a:r>
              <a:rPr kumimoji="1" lang="zh-CN" altLang="en-US" dirty="0"/>
              <a:t>此段标题可替换</a:t>
            </a:r>
            <a:endParaRPr lang="en-US" dirty="0"/>
          </a:p>
        </p:txBody>
      </p:sp>
      <p:sp>
        <p:nvSpPr>
          <p:cNvPr id="27" name="文本占位符 21"/>
          <p:cNvSpPr>
            <a:spLocks noGrp="1"/>
          </p:cNvSpPr>
          <p:nvPr>
            <p:ph type="body" sz="quarter" idx="20" hasCustomPrompt="1"/>
          </p:nvPr>
        </p:nvSpPr>
        <p:spPr>
          <a:xfrm>
            <a:off x="1637847" y="4278565"/>
            <a:ext cx="6602906" cy="285116"/>
          </a:xfrm>
          <a:prstGeom prst="rect">
            <a:avLst/>
          </a:prstGeom>
        </p:spPr>
        <p:txBody>
          <a:bodyPr>
            <a:noAutofit/>
          </a:bodyPr>
          <a:lstStyle>
            <a:lvl1pPr marL="0" indent="0" algn="l">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3-1. </a:t>
            </a:r>
            <a:r>
              <a:rPr kumimoji="1" lang="zh-CN" altLang="en-US" dirty="0"/>
              <a:t>此段标题可替换</a:t>
            </a:r>
            <a:r>
              <a:rPr lang="zh-CN" altLang="en-US" dirty="0"/>
              <a:t>｜ </a:t>
            </a:r>
            <a:r>
              <a:rPr lang="en-US" altLang="zh-CN" dirty="0"/>
              <a:t>3-2.</a:t>
            </a:r>
            <a:r>
              <a:rPr kumimoji="1" lang="zh-CN" altLang="en-US" dirty="0"/>
              <a:t>此段标题可替换</a:t>
            </a:r>
            <a:r>
              <a:rPr lang="zh-CN" altLang="en-US" dirty="0"/>
              <a:t>｜ </a:t>
            </a:r>
            <a:r>
              <a:rPr lang="en-US" altLang="zh-CN" dirty="0"/>
              <a:t>3-3.</a:t>
            </a:r>
            <a:r>
              <a:rPr lang="zh-CN" altLang="en-US" dirty="0"/>
              <a:t> </a:t>
            </a:r>
            <a:r>
              <a:rPr kumimoji="1" lang="zh-CN" altLang="en-US" dirty="0"/>
              <a:t>此段标题可替换</a:t>
            </a:r>
            <a:endParaRPr lang="en-US" dirty="0"/>
          </a:p>
        </p:txBody>
      </p:sp>
      <p:sp>
        <p:nvSpPr>
          <p:cNvPr id="28" name="文本占位符 18"/>
          <p:cNvSpPr>
            <a:spLocks noGrp="1"/>
          </p:cNvSpPr>
          <p:nvPr>
            <p:ph type="body" sz="quarter" idx="21" hasCustomPrompt="1"/>
          </p:nvPr>
        </p:nvSpPr>
        <p:spPr>
          <a:xfrm>
            <a:off x="408475" y="4957146"/>
            <a:ext cx="1052336" cy="673771"/>
          </a:xfrm>
          <a:prstGeom prst="rect">
            <a:avLst/>
          </a:prstGeom>
        </p:spPr>
        <p:txBody>
          <a:bodyPr>
            <a:noAutofit/>
          </a:bodyPr>
          <a:lstStyle>
            <a:lvl1pPr marL="0" indent="0">
              <a:buNone/>
              <a:defRPr sz="5400" b="1">
                <a:solidFill>
                  <a:srgbClr val="2A71EC"/>
                </a:solidFill>
              </a:defRPr>
            </a:lvl1pPr>
          </a:lstStyle>
          <a:p>
            <a:pPr lvl="0"/>
            <a:r>
              <a:rPr kumimoji="1" lang="en-US" altLang="zh-CN" dirty="0"/>
              <a:t>04</a:t>
            </a:r>
            <a:endParaRPr kumimoji="1" lang="zh-CN" altLang="en-US" dirty="0"/>
          </a:p>
        </p:txBody>
      </p:sp>
      <p:sp>
        <p:nvSpPr>
          <p:cNvPr id="30" name="文本占位符 21"/>
          <p:cNvSpPr>
            <a:spLocks noGrp="1"/>
          </p:cNvSpPr>
          <p:nvPr>
            <p:ph type="body" sz="quarter" idx="23" hasCustomPrompt="1"/>
          </p:nvPr>
        </p:nvSpPr>
        <p:spPr>
          <a:xfrm>
            <a:off x="1637847" y="5345802"/>
            <a:ext cx="6602906" cy="285116"/>
          </a:xfrm>
          <a:prstGeom prst="rect">
            <a:avLst/>
          </a:prstGeom>
        </p:spPr>
        <p:txBody>
          <a:bodyPr>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4-1. </a:t>
            </a:r>
            <a:r>
              <a:rPr kumimoji="1" lang="zh-CN" altLang="en-US" dirty="0"/>
              <a:t>此段标题可替换</a:t>
            </a:r>
            <a:r>
              <a:rPr lang="zh-CN" altLang="en-US" dirty="0"/>
              <a:t>｜ </a:t>
            </a:r>
            <a:r>
              <a:rPr lang="en-US" altLang="zh-CN" dirty="0"/>
              <a:t>4-2.</a:t>
            </a:r>
            <a:r>
              <a:rPr kumimoji="1" lang="zh-CN" altLang="en-US" dirty="0"/>
              <a:t>此段标题可替换</a:t>
            </a:r>
            <a:r>
              <a:rPr lang="zh-CN" altLang="en-US" dirty="0"/>
              <a:t>｜ </a:t>
            </a:r>
            <a:r>
              <a:rPr lang="en-US" altLang="zh-CN" dirty="0"/>
              <a:t>4-3.</a:t>
            </a:r>
            <a:r>
              <a:rPr lang="zh-CN" altLang="en-US" dirty="0"/>
              <a:t> </a:t>
            </a:r>
            <a:r>
              <a:rPr kumimoji="1" lang="zh-CN" altLang="en-US" dirty="0"/>
              <a:t>此段标题可替换</a:t>
            </a:r>
            <a:endParaRPr lang="en-US" dirty="0"/>
          </a:p>
        </p:txBody>
      </p:sp>
      <p:sp>
        <p:nvSpPr>
          <p:cNvPr id="31" name="文本占位符 21"/>
          <p:cNvSpPr>
            <a:spLocks noGrp="1"/>
          </p:cNvSpPr>
          <p:nvPr>
            <p:ph type="body" sz="quarter" idx="24" hasCustomPrompt="1"/>
          </p:nvPr>
        </p:nvSpPr>
        <p:spPr>
          <a:xfrm>
            <a:off x="10065781" y="1737455"/>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01</a:t>
            </a:r>
            <a:endParaRPr kumimoji="1" lang="zh-CN" altLang="en-US" dirty="0"/>
          </a:p>
        </p:txBody>
      </p:sp>
      <p:sp>
        <p:nvSpPr>
          <p:cNvPr id="32" name="文本占位符 21"/>
          <p:cNvSpPr>
            <a:spLocks noGrp="1"/>
          </p:cNvSpPr>
          <p:nvPr>
            <p:ph type="body" sz="quarter" idx="25" hasCustomPrompt="1"/>
          </p:nvPr>
        </p:nvSpPr>
        <p:spPr>
          <a:xfrm>
            <a:off x="10065782" y="2816557"/>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02</a:t>
            </a:r>
            <a:endParaRPr kumimoji="1" lang="zh-CN" altLang="en-US" dirty="0"/>
          </a:p>
        </p:txBody>
      </p:sp>
      <p:sp>
        <p:nvSpPr>
          <p:cNvPr id="33" name="文本占位符 21"/>
          <p:cNvSpPr>
            <a:spLocks noGrp="1"/>
          </p:cNvSpPr>
          <p:nvPr>
            <p:ph type="body" sz="quarter" idx="26" hasCustomPrompt="1"/>
          </p:nvPr>
        </p:nvSpPr>
        <p:spPr>
          <a:xfrm>
            <a:off x="10065782" y="3896705"/>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03</a:t>
            </a:r>
            <a:endParaRPr kumimoji="1" lang="zh-CN" altLang="en-US" dirty="0"/>
          </a:p>
        </p:txBody>
      </p:sp>
      <p:sp>
        <p:nvSpPr>
          <p:cNvPr id="34" name="文本占位符 21"/>
          <p:cNvSpPr>
            <a:spLocks noGrp="1"/>
          </p:cNvSpPr>
          <p:nvPr>
            <p:ph type="body" sz="quarter" idx="27" hasCustomPrompt="1"/>
          </p:nvPr>
        </p:nvSpPr>
        <p:spPr>
          <a:xfrm>
            <a:off x="10065782" y="4974828"/>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04</a:t>
            </a:r>
            <a:endParaRPr kumimoji="1" lang="zh-CN" altLang="en-US" dirty="0"/>
          </a:p>
        </p:txBody>
      </p:sp>
      <p:sp>
        <p:nvSpPr>
          <p:cNvPr id="35" name="Text Box 2"/>
          <p:cNvSpPr txBox="1"/>
          <p:nvPr userDrawn="1"/>
        </p:nvSpPr>
        <p:spPr>
          <a:xfrm>
            <a:off x="10174753" y="6416764"/>
            <a:ext cx="1213281" cy="173511"/>
          </a:xfrm>
          <a:prstGeom prst="rect">
            <a:avLst/>
          </a:prstGeom>
          <a:ln w="12700">
            <a:miter lim="400000"/>
          </a:ln>
        </p:spPr>
        <p:txBody>
          <a:bodyPr wrap="square" lIns="8891" tIns="8891" rIns="8891" bIns="8891" anchor="ctr">
            <a:noAutofit/>
          </a:bodyPr>
          <a:lstStyle>
            <a:defPPr>
              <a:defRPr lang="zh-CN"/>
            </a:defPPr>
            <a:lvl1pPr algn="r">
              <a:lnSpc>
                <a:spcPts val="1335"/>
              </a:lnSpc>
              <a:defRPr sz="935">
                <a:solidFill>
                  <a:schemeClr val="bg1">
                    <a:lumMod val="50000"/>
                  </a:schemeClr>
                </a:solidFill>
                <a:latin typeface="微软雅黑" panose="020B0503020204020204" charset="-122"/>
                <a:ea typeface="微软雅黑" panose="020B0503020204020204" charset="-122"/>
                <a:cs typeface="微软雅黑" panose="020B0503020204020204" charset="-122"/>
              </a:defRPr>
            </a:lvl1pPr>
          </a:lstStyle>
          <a:p>
            <a:pPr marL="0" marR="0" lvl="0" indent="0" algn="l" defTabSz="914400" rtl="0" eaLnBrk="1" fontAlgn="auto" latinLnBrk="0" hangingPunct="1">
              <a:lnSpc>
                <a:spcPts val="1335"/>
              </a:lnSpc>
              <a:spcBef>
                <a:spcPts val="0"/>
              </a:spcBef>
              <a:spcAft>
                <a:spcPts val="0"/>
              </a:spcAft>
              <a:buClrTx/>
              <a:buSzTx/>
              <a:buFontTx/>
              <a:buNone/>
              <a:defRPr/>
            </a:pPr>
            <a:r>
              <a:rPr dirty="0"/>
              <a:t> </a:t>
            </a:r>
            <a:r>
              <a:rPr lang="zh-CN" altLang="en-US" sz="935" kern="1200" dirty="0">
                <a:solidFill>
                  <a:schemeClr val="bg1">
                    <a:lumMod val="50000"/>
                  </a:schemeClr>
                </a:solidFill>
                <a:latin typeface="微软雅黑" panose="020B0503020204020204" charset="-122"/>
                <a:ea typeface="微软雅黑" panose="020B0503020204020204" charset="-122"/>
              </a:rPr>
              <a:t>① 绝密信息 严禁泄露</a:t>
            </a:r>
          </a:p>
        </p:txBody>
      </p:sp>
      <p:sp>
        <p:nvSpPr>
          <p:cNvPr id="37" name="文本占位符 5"/>
          <p:cNvSpPr>
            <a:spLocks noGrp="1"/>
          </p:cNvSpPr>
          <p:nvPr>
            <p:ph type="body" sz="quarter" idx="28" hasCustomPrompt="1"/>
          </p:nvPr>
        </p:nvSpPr>
        <p:spPr>
          <a:xfrm>
            <a:off x="398094" y="682625"/>
            <a:ext cx="7793672" cy="285046"/>
          </a:xfrm>
          <a:prstGeom prst="rect">
            <a:avLst/>
          </a:prstGeom>
        </p:spPr>
        <p:txBody>
          <a:bodyPr>
            <a:noAutofit/>
          </a:bodyPr>
          <a:lstStyle>
            <a:lvl1pPr marL="0" indent="0">
              <a:buNone/>
              <a:defRPr sz="1600" b="0" i="0">
                <a:solidFill>
                  <a:schemeClr val="tx1">
                    <a:lumMod val="85000"/>
                    <a:lumOff val="15000"/>
                  </a:schemeClr>
                </a:solidFill>
                <a:latin typeface="微软雅黑" panose="020B0503020204020204" charset="-122"/>
                <a:ea typeface="微软雅黑" panose="020B050302020402020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charset="-122"/>
                <a:ea typeface="微软雅黑" panose="020B0503020204020204" charset="-122"/>
              </a:rPr>
              <a:t>副标题，微软雅黑常规</a:t>
            </a:r>
            <a:r>
              <a:rPr lang="en-US" altLang="zh-CN" sz="1600" dirty="0">
                <a:solidFill>
                  <a:schemeClr val="tx1">
                    <a:lumMod val="85000"/>
                    <a:lumOff val="15000"/>
                  </a:schemeClr>
                </a:solidFill>
                <a:latin typeface="微软雅黑" panose="020B0503020204020204" charset="-122"/>
                <a:ea typeface="微软雅黑" panose="020B0503020204020204" charset="-122"/>
              </a:rPr>
              <a:t>16</a:t>
            </a:r>
            <a:r>
              <a:rPr lang="zh-CN" altLang="en-US" sz="1600" dirty="0">
                <a:solidFill>
                  <a:schemeClr val="tx1">
                    <a:lumMod val="85000"/>
                    <a:lumOff val="15000"/>
                  </a:schemeClr>
                </a:solidFill>
                <a:latin typeface="微软雅黑" panose="020B0503020204020204" charset="-122"/>
                <a:ea typeface="微软雅黑" panose="020B0503020204020204" charset="-122"/>
              </a:rPr>
              <a:t>磅，标题无须标点符号结尾（可删除）</a:t>
            </a:r>
            <a:endParaRPr kumimoji="1" lang="zh-CN" altLang="en-US" dirty="0"/>
          </a:p>
        </p:txBody>
      </p:sp>
      <p:sp>
        <p:nvSpPr>
          <p:cNvPr id="36" name="文本占位符 21"/>
          <p:cNvSpPr>
            <a:spLocks noGrp="1"/>
          </p:cNvSpPr>
          <p:nvPr>
            <p:ph type="body" sz="quarter" idx="29" hasCustomPrompt="1"/>
          </p:nvPr>
        </p:nvSpPr>
        <p:spPr>
          <a:xfrm>
            <a:off x="1637847" y="2799142"/>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38" name="文本占位符 21"/>
          <p:cNvSpPr>
            <a:spLocks noGrp="1"/>
          </p:cNvSpPr>
          <p:nvPr>
            <p:ph type="body" sz="quarter" idx="30" hasCustomPrompt="1"/>
          </p:nvPr>
        </p:nvSpPr>
        <p:spPr>
          <a:xfrm>
            <a:off x="1637847" y="3876827"/>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39" name="文本占位符 21"/>
          <p:cNvSpPr>
            <a:spLocks noGrp="1"/>
          </p:cNvSpPr>
          <p:nvPr>
            <p:ph type="body" sz="quarter" idx="31" hasCustomPrompt="1"/>
          </p:nvPr>
        </p:nvSpPr>
        <p:spPr>
          <a:xfrm>
            <a:off x="1637847" y="4938184"/>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3" name="Title 2"/>
          <p:cNvSpPr>
            <a:spLocks noGrp="1"/>
          </p:cNvSpPr>
          <p:nvPr>
            <p:ph type="title" hasCustomPrompt="1"/>
          </p:nvPr>
        </p:nvSpPr>
        <p:spPr>
          <a:xfrm>
            <a:off x="398094" y="210672"/>
            <a:ext cx="9693760"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42" name="文本占位符 18"/>
          <p:cNvSpPr>
            <a:spLocks noGrp="1"/>
          </p:cNvSpPr>
          <p:nvPr>
            <p:ph type="body" sz="quarter" idx="32" hasCustomPrompt="1"/>
          </p:nvPr>
        </p:nvSpPr>
        <p:spPr>
          <a:xfrm>
            <a:off x="392146" y="1650434"/>
            <a:ext cx="1052336" cy="830674"/>
          </a:xfrm>
          <a:prstGeom prst="rect">
            <a:avLst/>
          </a:prstGeom>
        </p:spPr>
        <p:txBody>
          <a:bodyPr>
            <a:noAutofit/>
          </a:bodyPr>
          <a:lstStyle>
            <a:lvl1pPr marL="0" indent="0">
              <a:buNone/>
              <a:defRPr sz="5400" b="1">
                <a:solidFill>
                  <a:srgbClr val="2A71EC"/>
                </a:solidFill>
              </a:defRPr>
            </a:lvl1pPr>
          </a:lstStyle>
          <a:p>
            <a:pPr lvl="0"/>
            <a:r>
              <a:rPr kumimoji="1" lang="en-US" altLang="zh-CN" dirty="0"/>
              <a:t>01</a:t>
            </a:r>
            <a:endParaRPr kumimoji="1"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白色内页">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6"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rgbClr val="2A71EC"/>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rgbClr val="2A71EC"/>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10" name="Content Placeholder 5"/>
          <p:cNvSpPr>
            <a:spLocks noGrp="1"/>
          </p:cNvSpPr>
          <p:nvPr>
            <p:ph sz="quarter" idx="12" hasCustomPrompt="1"/>
          </p:nvPr>
        </p:nvSpPr>
        <p:spPr>
          <a:xfrm>
            <a:off x="397213" y="1374180"/>
            <a:ext cx="11206475" cy="4890199"/>
          </a:xfrm>
          <a:prstGeom prst="rect">
            <a:avLst/>
          </a:prstGeom>
        </p:spPr>
        <p:txBody>
          <a:bodyPr lIns="90000">
            <a:noAutofit/>
          </a:bodyPr>
          <a:lstStyle>
            <a:lvl1pPr marL="0" indent="0">
              <a:lnSpc>
                <a:spcPct val="130000"/>
              </a:lnSpc>
              <a:spcBef>
                <a:spcPts val="0"/>
              </a:spcBef>
              <a:buNone/>
              <a:defRPr sz="1800" baseline="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zh-CN" altLang="en-US" dirty="0"/>
              <a:t>单击此处编辑文本样式，内文行距</a:t>
            </a:r>
            <a:r>
              <a:rPr lang="en-US" altLang="zh-CN" dirty="0"/>
              <a:t>1.3</a:t>
            </a:r>
          </a:p>
          <a:p>
            <a:pPr lvl="0"/>
            <a:endParaRPr lang="en-US" altLang="zh-CN" dirty="0"/>
          </a:p>
          <a:p>
            <a:pPr lvl="0"/>
            <a:endParaRPr lang="zh-CN" altLang="en-US" dirty="0"/>
          </a:p>
        </p:txBody>
      </p:sp>
      <p:sp>
        <p:nvSpPr>
          <p:cNvPr id="8" name="文本占位符 5"/>
          <p:cNvSpPr>
            <a:spLocks noGrp="1"/>
          </p:cNvSpPr>
          <p:nvPr>
            <p:ph type="body" sz="quarter" idx="28" hasCustomPrompt="1"/>
          </p:nvPr>
        </p:nvSpPr>
        <p:spPr>
          <a:xfrm>
            <a:off x="398094" y="682625"/>
            <a:ext cx="7793672" cy="285046"/>
          </a:xfrm>
          <a:prstGeom prst="rect">
            <a:avLst/>
          </a:prstGeom>
        </p:spPr>
        <p:txBody>
          <a:bodyPr>
            <a:noAutofit/>
          </a:bodyPr>
          <a:lstStyle>
            <a:lvl1pPr marL="0" indent="0">
              <a:buNone/>
              <a:defRPr sz="1600" b="0" i="0">
                <a:solidFill>
                  <a:schemeClr val="tx1">
                    <a:lumMod val="85000"/>
                    <a:lumOff val="15000"/>
                  </a:schemeClr>
                </a:solidFill>
                <a:latin typeface="微软雅黑" panose="020B0503020204020204" charset="-122"/>
                <a:ea typeface="微软雅黑" panose="020B050302020402020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charset="-122"/>
                <a:ea typeface="微软雅黑" panose="020B0503020204020204" charset="-122"/>
              </a:rPr>
              <a:t>副标题，微软雅黑常规</a:t>
            </a:r>
            <a:r>
              <a:rPr lang="en-US" altLang="zh-CN" sz="1600" dirty="0">
                <a:solidFill>
                  <a:schemeClr val="tx1">
                    <a:lumMod val="85000"/>
                    <a:lumOff val="15000"/>
                  </a:schemeClr>
                </a:solidFill>
                <a:latin typeface="微软雅黑" panose="020B0503020204020204" charset="-122"/>
                <a:ea typeface="微软雅黑" panose="020B0503020204020204" charset="-122"/>
              </a:rPr>
              <a:t>16</a:t>
            </a:r>
            <a:r>
              <a:rPr lang="zh-CN" altLang="en-US" sz="1600" dirty="0">
                <a:solidFill>
                  <a:schemeClr val="tx1">
                    <a:lumMod val="85000"/>
                    <a:lumOff val="15000"/>
                  </a:schemeClr>
                </a:solidFill>
                <a:latin typeface="微软雅黑" panose="020B0503020204020204" charset="-122"/>
                <a:ea typeface="微软雅黑" panose="020B0503020204020204" charset="-122"/>
              </a:rPr>
              <a:t>磅，标题无须标点符号结尾（可删除）</a:t>
            </a:r>
            <a:endParaRPr kumimoji="1" lang="zh-CN" altLang="en-US" dirty="0"/>
          </a:p>
        </p:txBody>
      </p:sp>
      <p:sp>
        <p:nvSpPr>
          <p:cNvPr id="9" name="Title 2"/>
          <p:cNvSpPr>
            <a:spLocks noGrp="1"/>
          </p:cNvSpPr>
          <p:nvPr>
            <p:ph type="title" hasCustomPrompt="1"/>
          </p:nvPr>
        </p:nvSpPr>
        <p:spPr>
          <a:xfrm>
            <a:off x="398094" y="210672"/>
            <a:ext cx="9693760"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11" name="Text Box 2"/>
          <p:cNvSpPr txBox="1"/>
          <p:nvPr userDrawn="1"/>
        </p:nvSpPr>
        <p:spPr>
          <a:xfrm>
            <a:off x="10174753" y="6416764"/>
            <a:ext cx="1213281" cy="173511"/>
          </a:xfrm>
          <a:prstGeom prst="rect">
            <a:avLst/>
          </a:prstGeom>
          <a:ln w="12700">
            <a:miter lim="400000"/>
          </a:ln>
        </p:spPr>
        <p:txBody>
          <a:bodyPr wrap="square" lIns="8891" tIns="8891" rIns="8891" bIns="8891" anchor="ctr">
            <a:noAutofit/>
          </a:bodyPr>
          <a:lstStyle>
            <a:defPPr>
              <a:defRPr lang="zh-CN"/>
            </a:defPPr>
            <a:lvl1pPr algn="r">
              <a:lnSpc>
                <a:spcPts val="1335"/>
              </a:lnSpc>
              <a:defRPr sz="935">
                <a:solidFill>
                  <a:schemeClr val="bg1">
                    <a:lumMod val="50000"/>
                  </a:schemeClr>
                </a:solidFill>
                <a:latin typeface="微软雅黑" panose="020B0503020204020204" charset="-122"/>
                <a:ea typeface="微软雅黑" panose="020B0503020204020204" charset="-122"/>
                <a:cs typeface="微软雅黑" panose="020B0503020204020204" charset="-122"/>
              </a:defRPr>
            </a:lvl1pPr>
          </a:lstStyle>
          <a:p>
            <a:pPr marL="0" marR="0" lvl="0" indent="0" algn="l" defTabSz="914400" rtl="0" eaLnBrk="1" fontAlgn="auto" latinLnBrk="0" hangingPunct="1">
              <a:lnSpc>
                <a:spcPts val="1335"/>
              </a:lnSpc>
              <a:spcBef>
                <a:spcPts val="0"/>
              </a:spcBef>
              <a:spcAft>
                <a:spcPts val="0"/>
              </a:spcAft>
              <a:buClrTx/>
              <a:buSzTx/>
              <a:buFontTx/>
              <a:buNone/>
              <a:defRPr/>
            </a:pPr>
            <a:r>
              <a:rPr dirty="0"/>
              <a:t> </a:t>
            </a:r>
            <a:r>
              <a:rPr lang="zh-CN" altLang="en-US" sz="935" kern="1200" dirty="0">
                <a:solidFill>
                  <a:schemeClr val="bg1">
                    <a:lumMod val="50000"/>
                  </a:schemeClr>
                </a:solidFill>
                <a:latin typeface="微软雅黑" panose="020B0503020204020204" charset="-122"/>
                <a:ea typeface="微软雅黑" panose="020B0503020204020204" charset="-122"/>
              </a:rPr>
              <a:t>① 绝密信息 严禁泄露</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蓝色内页">
    <p:spTree>
      <p:nvGrpSpPr>
        <p:cNvPr id="1" name=""/>
        <p:cNvGrpSpPr/>
        <p:nvPr/>
      </p:nvGrpSpPr>
      <p:grpSpPr>
        <a:xfrm>
          <a:off x="0" y="0"/>
          <a:ext cx="0" cy="0"/>
          <a:chOff x="0" y="0"/>
          <a:chExt cx="0" cy="0"/>
        </a:xfrm>
      </p:grpSpPr>
      <p:sp>
        <p:nvSpPr>
          <p:cNvPr id="4" name="矩形"/>
          <p:cNvSpPr/>
          <p:nvPr userDrawn="1"/>
        </p:nvSpPr>
        <p:spPr>
          <a:xfrm>
            <a:off x="0" y="0"/>
            <a:ext cx="12193588" cy="6858000"/>
          </a:xfrm>
          <a:prstGeom prst="rect">
            <a:avLst/>
          </a:prstGeom>
          <a:solidFill>
            <a:srgbClr val="2A71EC"/>
          </a:solidFill>
          <a:ln w="3175">
            <a:miter lim="400000"/>
          </a:ln>
        </p:spPr>
        <p:txBody>
          <a:bodyPr lIns="0" tIns="0" rIns="0" bIns="0" anchor="ctr"/>
          <a:lstStyle/>
          <a:p>
            <a:pPr>
              <a:defRPr sz="3800" b="0">
                <a:solidFill>
                  <a:srgbClr val="FFFFFF"/>
                </a:solidFill>
                <a:latin typeface="+mn-lt"/>
                <a:ea typeface="+mn-ea"/>
                <a:cs typeface="+mn-cs"/>
                <a:sym typeface="Helvetica Neue Medium"/>
              </a:defRPr>
            </a:pPr>
            <a:endParaRPr sz="1520" b="0" i="0" dirty="0">
              <a:solidFill>
                <a:srgbClr val="FFC000"/>
              </a:solidFill>
              <a:latin typeface="微软雅黑" panose="020B0503020204020204" charset="-122"/>
            </a:endParaRPr>
          </a:p>
        </p:txBody>
      </p:sp>
      <p:pic>
        <p:nvPicPr>
          <p:cNvPr id="5" name="图片 4"/>
          <p:cNvPicPr>
            <a:picLocks noChangeAspect="1"/>
          </p:cNvPicPr>
          <p:nvPr userDrawn="1"/>
        </p:nvPicPr>
        <p:blipFill>
          <a:blip r:embed="rId2"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7"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11" name="Content Placeholder 5"/>
          <p:cNvSpPr>
            <a:spLocks noGrp="1"/>
          </p:cNvSpPr>
          <p:nvPr>
            <p:ph sz="quarter" idx="12" hasCustomPrompt="1"/>
          </p:nvPr>
        </p:nvSpPr>
        <p:spPr>
          <a:xfrm>
            <a:off x="397213" y="1374180"/>
            <a:ext cx="11206475" cy="4890199"/>
          </a:xfrm>
          <a:prstGeom prst="rect">
            <a:avLst/>
          </a:prstGeom>
        </p:spPr>
        <p:txBody>
          <a:bodyPr lIns="90000">
            <a:noAutofit/>
          </a:bodyPr>
          <a:lstStyle>
            <a:lvl1pPr marL="0" indent="0">
              <a:lnSpc>
                <a:spcPct val="130000"/>
              </a:lnSpc>
              <a:spcBef>
                <a:spcPts val="0"/>
              </a:spcBef>
              <a:buNone/>
              <a:defRPr sz="1800"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zh-CN" altLang="en-US" dirty="0"/>
              <a:t>单击此处编辑文本样式，内文行距</a:t>
            </a:r>
            <a:r>
              <a:rPr lang="en-US" altLang="zh-CN" dirty="0"/>
              <a:t>1.3</a:t>
            </a:r>
          </a:p>
        </p:txBody>
      </p:sp>
      <p:sp>
        <p:nvSpPr>
          <p:cNvPr id="10" name="文本占位符 5"/>
          <p:cNvSpPr>
            <a:spLocks noGrp="1"/>
          </p:cNvSpPr>
          <p:nvPr>
            <p:ph type="body" sz="quarter" idx="28" hasCustomPrompt="1"/>
          </p:nvPr>
        </p:nvSpPr>
        <p:spPr>
          <a:xfrm>
            <a:off x="398094" y="682625"/>
            <a:ext cx="7793672" cy="285046"/>
          </a:xfrm>
          <a:prstGeom prst="rect">
            <a:avLst/>
          </a:prstGeom>
        </p:spPr>
        <p:txBody>
          <a:bodyPr>
            <a:noAutofit/>
          </a:bodyPr>
          <a:lstStyle>
            <a:lvl1pPr marL="0" indent="0">
              <a:buNone/>
              <a:defRPr sz="1600" b="0" i="0">
                <a:solidFill>
                  <a:schemeClr val="bg1"/>
                </a:solidFill>
                <a:latin typeface="微软雅黑" panose="020B0503020204020204" charset="-122"/>
                <a:ea typeface="微软雅黑" panose="020B050302020402020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charset="-122"/>
                <a:ea typeface="微软雅黑" panose="020B0503020204020204" charset="-122"/>
              </a:rPr>
              <a:t>副标题，微软雅黑粗体</a:t>
            </a:r>
            <a:r>
              <a:rPr lang="en-US" altLang="zh-CN" sz="1600" dirty="0">
                <a:solidFill>
                  <a:schemeClr val="tx1">
                    <a:lumMod val="85000"/>
                    <a:lumOff val="15000"/>
                  </a:schemeClr>
                </a:solidFill>
                <a:latin typeface="微软雅黑" panose="020B0503020204020204" charset="-122"/>
                <a:ea typeface="微软雅黑" panose="020B0503020204020204" charset="-122"/>
              </a:rPr>
              <a:t>16</a:t>
            </a:r>
            <a:r>
              <a:rPr lang="zh-CN" altLang="en-US" sz="1600" dirty="0">
                <a:solidFill>
                  <a:schemeClr val="tx1">
                    <a:lumMod val="85000"/>
                    <a:lumOff val="15000"/>
                  </a:schemeClr>
                </a:solidFill>
                <a:latin typeface="微软雅黑" panose="020B0503020204020204" charset="-122"/>
                <a:ea typeface="微软雅黑" panose="020B0503020204020204" charset="-122"/>
              </a:rPr>
              <a:t>磅，标题无须标点符号结尾（可删除）</a:t>
            </a:r>
            <a:endParaRPr kumimoji="1" lang="zh-CN" altLang="en-US" dirty="0"/>
          </a:p>
        </p:txBody>
      </p:sp>
      <p:sp>
        <p:nvSpPr>
          <p:cNvPr id="12" name="Title 2"/>
          <p:cNvSpPr>
            <a:spLocks noGrp="1"/>
          </p:cNvSpPr>
          <p:nvPr>
            <p:ph type="title" hasCustomPrompt="1"/>
          </p:nvPr>
        </p:nvSpPr>
        <p:spPr>
          <a:xfrm>
            <a:off x="398094" y="210672"/>
            <a:ext cx="9693760" cy="469413"/>
          </a:xfrm>
          <a:prstGeom prst="rect">
            <a:avLst/>
          </a:prstGeom>
        </p:spPr>
        <p:txBody>
          <a:bodyPr>
            <a:noAutofit/>
          </a:bodyPr>
          <a:lstStyle>
            <a:lvl1pPr>
              <a:lnSpc>
                <a:spcPct val="100000"/>
              </a:lnSpc>
              <a:defRPr sz="2400" b="1">
                <a:solidFill>
                  <a:schemeClr val="bg1"/>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13" name="Text Box 2"/>
          <p:cNvSpPr txBox="1"/>
          <p:nvPr userDrawn="1"/>
        </p:nvSpPr>
        <p:spPr>
          <a:xfrm>
            <a:off x="10174753" y="6416764"/>
            <a:ext cx="1213281" cy="173511"/>
          </a:xfrm>
          <a:prstGeom prst="rect">
            <a:avLst/>
          </a:prstGeom>
          <a:ln w="12700">
            <a:miter lim="400000"/>
          </a:ln>
        </p:spPr>
        <p:txBody>
          <a:bodyPr wrap="square" lIns="8891" tIns="8891" rIns="8891" bIns="8891" anchor="ctr">
            <a:noAutofit/>
          </a:bodyPr>
          <a:lstStyle>
            <a:defPPr>
              <a:defRPr lang="zh-CN"/>
            </a:defPPr>
            <a:lvl1pPr algn="r">
              <a:lnSpc>
                <a:spcPts val="1335"/>
              </a:lnSpc>
              <a:defRPr sz="935">
                <a:solidFill>
                  <a:schemeClr val="bg1">
                    <a:lumMod val="50000"/>
                  </a:schemeClr>
                </a:solidFill>
                <a:latin typeface="微软雅黑" panose="020B0503020204020204" charset="-122"/>
                <a:ea typeface="微软雅黑" panose="020B0503020204020204" charset="-122"/>
                <a:cs typeface="微软雅黑" panose="020B0503020204020204" charset="-122"/>
              </a:defRPr>
            </a:lvl1pPr>
          </a:lstStyle>
          <a:p>
            <a:pPr marL="0" marR="0" lvl="0" indent="0" algn="l" defTabSz="914400" rtl="0" eaLnBrk="1" fontAlgn="auto" latinLnBrk="0" hangingPunct="1">
              <a:lnSpc>
                <a:spcPts val="1335"/>
              </a:lnSpc>
              <a:spcBef>
                <a:spcPts val="0"/>
              </a:spcBef>
              <a:spcAft>
                <a:spcPts val="0"/>
              </a:spcAft>
              <a:buClrTx/>
              <a:buSzTx/>
              <a:buFontTx/>
              <a:buNone/>
              <a:defRPr/>
            </a:pPr>
            <a:r>
              <a:rPr dirty="0">
                <a:solidFill>
                  <a:schemeClr val="bg1"/>
                </a:solidFill>
              </a:rPr>
              <a:t> </a:t>
            </a:r>
            <a:r>
              <a:rPr lang="zh-CN" altLang="en-US" sz="935" kern="1200" dirty="0">
                <a:solidFill>
                  <a:schemeClr val="bg1"/>
                </a:solidFill>
                <a:latin typeface="微软雅黑" panose="020B0503020204020204" charset="-122"/>
                <a:ea typeface="微软雅黑" panose="020B0503020204020204" charset="-122"/>
              </a:rPr>
              <a:t>① 绝密信息 严禁泄露</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章节页01">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72784"/>
          </a:xfrm>
          <a:prstGeom prst="rect">
            <a:avLst/>
          </a:prstGeom>
        </p:spPr>
      </p:pic>
      <p:sp>
        <p:nvSpPr>
          <p:cNvPr id="4" name="文本框 3"/>
          <p:cNvSpPr txBox="1"/>
          <p:nvPr userDrawn="1"/>
        </p:nvSpPr>
        <p:spPr>
          <a:xfrm>
            <a:off x="368287" y="259692"/>
            <a:ext cx="2162772" cy="2015936"/>
          </a:xfrm>
          <a:prstGeom prst="rect">
            <a:avLst/>
          </a:prstGeom>
          <a:noFill/>
        </p:spPr>
        <p:txBody>
          <a:bodyPr wrap="none" rtlCol="0">
            <a:spAutoFit/>
          </a:bodyPr>
          <a:lstStyle/>
          <a:p>
            <a:r>
              <a:rPr kumimoji="1" lang="en-US" altLang="zh-CN" sz="12500" b="1" dirty="0">
                <a:solidFill>
                  <a:srgbClr val="46CCFE"/>
                </a:solidFill>
                <a:latin typeface="微软雅黑" panose="020B0503020204020204" charset="-122"/>
                <a:ea typeface="微软雅黑" panose="020B0503020204020204" charset="-122"/>
              </a:rPr>
              <a:t>01</a:t>
            </a:r>
            <a:endParaRPr kumimoji="1" lang="zh-CN" altLang="en-US" sz="12500" b="1" dirty="0">
              <a:solidFill>
                <a:srgbClr val="46CCFE"/>
              </a:solidFill>
              <a:latin typeface="微软雅黑" panose="020B0503020204020204" charset="-122"/>
              <a:ea typeface="微软雅黑" panose="020B0503020204020204" charset="-122"/>
            </a:endParaRPr>
          </a:p>
        </p:txBody>
      </p:sp>
      <p:pic>
        <p:nvPicPr>
          <p:cNvPr id="7" name="图片 6"/>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6"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8" name="标题占位符 1"/>
          <p:cNvSpPr>
            <a:spLocks noGrp="1"/>
          </p:cNvSpPr>
          <p:nvPr>
            <p:ph type="title" hasCustomPrompt="1"/>
          </p:nvPr>
        </p:nvSpPr>
        <p:spPr>
          <a:xfrm>
            <a:off x="472055" y="2715567"/>
            <a:ext cx="9939958"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磅，已备好</a:t>
            </a:r>
            <a:r>
              <a:rPr kumimoji="1" lang="en-US" altLang="zh-CN" dirty="0"/>
              <a:t>7</a:t>
            </a:r>
            <a:r>
              <a:rPr kumimoji="1" lang="zh-CN" altLang="en-US" dirty="0"/>
              <a:t>个章节的模版供选择</a:t>
            </a:r>
          </a:p>
        </p:txBody>
      </p:sp>
      <p:sp>
        <p:nvSpPr>
          <p:cNvPr id="9" name="文本占位符 8"/>
          <p:cNvSpPr>
            <a:spLocks noGrp="1"/>
          </p:cNvSpPr>
          <p:nvPr>
            <p:ph type="body" sz="quarter" idx="17"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20204" pitchFamily="34" charset="0"/>
              <a:buNone/>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1-1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1-2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1-3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endParaRPr kumimoji="1" lang="en-US" altLang="zh-CN" dirty="0"/>
          </a:p>
        </p:txBody>
      </p:sp>
      <p:sp>
        <p:nvSpPr>
          <p:cNvPr id="10" name="矩形 9"/>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微软雅黑" panose="020B0503020204020204" charset="-122"/>
              <a:ea typeface="微软雅黑" panose="020B0503020204020204"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章节页02">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7839"/>
            <a:ext cx="12192000" cy="6872784"/>
          </a:xfrm>
          <a:prstGeom prst="rect">
            <a:avLst/>
          </a:prstGeom>
        </p:spPr>
      </p:pic>
      <p:sp>
        <p:nvSpPr>
          <p:cNvPr id="4" name="文本框 3"/>
          <p:cNvSpPr txBox="1"/>
          <p:nvPr userDrawn="1"/>
        </p:nvSpPr>
        <p:spPr>
          <a:xfrm>
            <a:off x="368287" y="259692"/>
            <a:ext cx="2162772" cy="2015936"/>
          </a:xfrm>
          <a:prstGeom prst="rect">
            <a:avLst/>
          </a:prstGeom>
          <a:noFill/>
        </p:spPr>
        <p:txBody>
          <a:bodyPr wrap="none" rtlCol="0">
            <a:spAutoFit/>
          </a:bodyPr>
          <a:lstStyle/>
          <a:p>
            <a:r>
              <a:rPr kumimoji="1" lang="en-US" altLang="zh-CN" sz="12500" b="1" i="0" dirty="0">
                <a:solidFill>
                  <a:srgbClr val="46CCFE"/>
                </a:solidFill>
                <a:latin typeface="微软雅黑" panose="020B0503020204020204" charset="-122"/>
                <a:ea typeface="微软雅黑" panose="020B0503020204020204" charset="-122"/>
              </a:rPr>
              <a:t>02</a:t>
            </a:r>
            <a:endParaRPr kumimoji="1" lang="zh-CN" altLang="en-US" sz="12500" b="1" i="0" dirty="0">
              <a:solidFill>
                <a:srgbClr val="46CCFE"/>
              </a:solidFill>
              <a:latin typeface="微软雅黑" panose="020B0503020204020204" charset="-122"/>
              <a:ea typeface="微软雅黑" panose="020B0503020204020204" charset="-122"/>
            </a:endParaRPr>
          </a:p>
        </p:txBody>
      </p:sp>
      <p:pic>
        <p:nvPicPr>
          <p:cNvPr id="5" name="图片 4"/>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6"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7" name="标题占位符 1"/>
          <p:cNvSpPr>
            <a:spLocks noGrp="1"/>
          </p:cNvSpPr>
          <p:nvPr>
            <p:ph type="title" hasCustomPrompt="1"/>
          </p:nvPr>
        </p:nvSpPr>
        <p:spPr>
          <a:xfrm>
            <a:off x="472055" y="2715567"/>
            <a:ext cx="7267878"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1" name="文本占位符 8"/>
          <p:cNvSpPr>
            <a:spLocks noGrp="1"/>
          </p:cNvSpPr>
          <p:nvPr>
            <p:ph type="body" sz="quarter" idx="18"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20204" pitchFamily="34" charset="0"/>
              <a:buNone/>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2-1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2-2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2-3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endParaRPr kumimoji="1" lang="en-US" altLang="zh-CN" dirty="0"/>
          </a:p>
        </p:txBody>
      </p:sp>
      <p:sp>
        <p:nvSpPr>
          <p:cNvPr id="9" name="矩形 8"/>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微软雅黑" panose="020B0503020204020204" charset="-122"/>
              <a:ea typeface="微软雅黑" panose="020B0503020204020204"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章节页03">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70" y="0"/>
            <a:ext cx="12190730" cy="6872068"/>
          </a:xfrm>
          <a:prstGeom prst="rect">
            <a:avLst/>
          </a:prstGeom>
        </p:spPr>
      </p:pic>
      <p:sp>
        <p:nvSpPr>
          <p:cNvPr id="6" name="文本框 5"/>
          <p:cNvSpPr txBox="1"/>
          <p:nvPr userDrawn="1"/>
        </p:nvSpPr>
        <p:spPr>
          <a:xfrm>
            <a:off x="368287" y="259692"/>
            <a:ext cx="2162772" cy="2015936"/>
          </a:xfrm>
          <a:prstGeom prst="rect">
            <a:avLst/>
          </a:prstGeom>
          <a:noFill/>
        </p:spPr>
        <p:txBody>
          <a:bodyPr wrap="none" rtlCol="0">
            <a:spAutoFit/>
          </a:bodyPr>
          <a:lstStyle/>
          <a:p>
            <a:r>
              <a:rPr kumimoji="1" lang="en-US" altLang="zh-CN" sz="12500" b="1" dirty="0">
                <a:solidFill>
                  <a:srgbClr val="46CCFE"/>
                </a:solidFill>
                <a:latin typeface="微软雅黑" panose="020B0503020204020204" charset="-122"/>
                <a:ea typeface="微软雅黑" panose="020B0503020204020204" charset="-122"/>
              </a:rPr>
              <a:t>03</a:t>
            </a:r>
            <a:endParaRPr kumimoji="1" lang="zh-CN" altLang="en-US" sz="12500" b="1" dirty="0">
              <a:solidFill>
                <a:srgbClr val="46CCFE"/>
              </a:solidFill>
              <a:latin typeface="微软雅黑" panose="020B0503020204020204" charset="-122"/>
              <a:ea typeface="微软雅黑" panose="020B0503020204020204" charset="-122"/>
            </a:endParaRPr>
          </a:p>
        </p:txBody>
      </p:sp>
      <p:pic>
        <p:nvPicPr>
          <p:cNvPr id="7" name="图片 6"/>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5"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10" name="标题占位符 1"/>
          <p:cNvSpPr>
            <a:spLocks noGrp="1"/>
          </p:cNvSpPr>
          <p:nvPr>
            <p:ph type="title" hasCustomPrompt="1"/>
          </p:nvPr>
        </p:nvSpPr>
        <p:spPr>
          <a:xfrm>
            <a:off x="472055" y="2715567"/>
            <a:ext cx="9228536"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2" name="文本占位符 8"/>
          <p:cNvSpPr>
            <a:spLocks noGrp="1"/>
          </p:cNvSpPr>
          <p:nvPr>
            <p:ph type="body" sz="quarter" idx="18"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20204" pitchFamily="34" charset="0"/>
              <a:buNone/>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3-1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3-2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3-3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endParaRPr kumimoji="1" lang="en-US" altLang="zh-CN" dirty="0"/>
          </a:p>
        </p:txBody>
      </p:sp>
      <p:sp>
        <p:nvSpPr>
          <p:cNvPr id="9" name="矩形 8"/>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微软雅黑" panose="020B0503020204020204" charset="-122"/>
              <a:ea typeface="微软雅黑" panose="020B0503020204020204"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章节页04">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72784"/>
          </a:xfrm>
          <a:prstGeom prst="rect">
            <a:avLst/>
          </a:prstGeom>
        </p:spPr>
      </p:pic>
      <p:sp>
        <p:nvSpPr>
          <p:cNvPr id="4" name="文本框 3"/>
          <p:cNvSpPr txBox="1"/>
          <p:nvPr userDrawn="1"/>
        </p:nvSpPr>
        <p:spPr>
          <a:xfrm>
            <a:off x="368287" y="259692"/>
            <a:ext cx="2162772" cy="2015936"/>
          </a:xfrm>
          <a:prstGeom prst="rect">
            <a:avLst/>
          </a:prstGeom>
          <a:noFill/>
        </p:spPr>
        <p:txBody>
          <a:bodyPr wrap="none" rtlCol="0">
            <a:spAutoFit/>
          </a:bodyPr>
          <a:lstStyle/>
          <a:p>
            <a:r>
              <a:rPr kumimoji="1" lang="en-US" altLang="zh-CN" sz="12500" b="1" dirty="0">
                <a:solidFill>
                  <a:srgbClr val="46CCFE"/>
                </a:solidFill>
                <a:latin typeface="微软雅黑" panose="020B0503020204020204" charset="-122"/>
                <a:ea typeface="微软雅黑" panose="020B0503020204020204" charset="-122"/>
              </a:rPr>
              <a:t>04</a:t>
            </a:r>
            <a:endParaRPr kumimoji="1" lang="zh-CN" altLang="en-US" sz="12500" b="1" dirty="0">
              <a:solidFill>
                <a:srgbClr val="46CCFE"/>
              </a:solidFill>
              <a:latin typeface="微软雅黑" panose="020B0503020204020204" charset="-122"/>
              <a:ea typeface="微软雅黑" panose="020B0503020204020204" charset="-122"/>
            </a:endParaRPr>
          </a:p>
        </p:txBody>
      </p:sp>
      <p:sp>
        <p:nvSpPr>
          <p:cNvPr id="5"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pic>
        <p:nvPicPr>
          <p:cNvPr id="6" name="图片 5"/>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9" name="标题占位符 1"/>
          <p:cNvSpPr>
            <a:spLocks noGrp="1"/>
          </p:cNvSpPr>
          <p:nvPr>
            <p:ph type="title" hasCustomPrompt="1"/>
          </p:nvPr>
        </p:nvSpPr>
        <p:spPr>
          <a:xfrm>
            <a:off x="472055" y="2715567"/>
            <a:ext cx="7267878"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1" name="文本占位符 8"/>
          <p:cNvSpPr>
            <a:spLocks noGrp="1"/>
          </p:cNvSpPr>
          <p:nvPr>
            <p:ph type="body" sz="quarter" idx="18"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20204" pitchFamily="34" charset="0"/>
              <a:buNone/>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4-1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4-2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4-3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endParaRPr kumimoji="1" lang="en-US" altLang="zh-CN" dirty="0"/>
          </a:p>
        </p:txBody>
      </p:sp>
      <p:sp>
        <p:nvSpPr>
          <p:cNvPr id="12" name="矩形 11"/>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微软雅黑" panose="020B0503020204020204" charset="-122"/>
              <a:ea typeface="微软雅黑" panose="020B0503020204020204" charset="-122"/>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章节页05">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7839"/>
            <a:ext cx="12192000" cy="6872784"/>
          </a:xfrm>
          <a:prstGeom prst="rect">
            <a:avLst/>
          </a:prstGeom>
        </p:spPr>
      </p:pic>
      <p:sp>
        <p:nvSpPr>
          <p:cNvPr id="4" name="文本框 3"/>
          <p:cNvSpPr txBox="1"/>
          <p:nvPr userDrawn="1"/>
        </p:nvSpPr>
        <p:spPr>
          <a:xfrm>
            <a:off x="368287" y="259692"/>
            <a:ext cx="2162772" cy="2015936"/>
          </a:xfrm>
          <a:prstGeom prst="rect">
            <a:avLst/>
          </a:prstGeom>
          <a:noFill/>
        </p:spPr>
        <p:txBody>
          <a:bodyPr wrap="none" rtlCol="0">
            <a:spAutoFit/>
          </a:bodyPr>
          <a:lstStyle/>
          <a:p>
            <a:r>
              <a:rPr kumimoji="1" lang="en-US" altLang="zh-CN" sz="12500" b="1" i="0" dirty="0">
                <a:solidFill>
                  <a:srgbClr val="46CCFE"/>
                </a:solidFill>
                <a:latin typeface="微软雅黑" panose="020B0503020204020204" charset="-122"/>
                <a:ea typeface="微软雅黑" panose="020B0503020204020204" charset="-122"/>
              </a:rPr>
              <a:t>05</a:t>
            </a:r>
            <a:endParaRPr kumimoji="1" lang="zh-CN" altLang="en-US" sz="12500" b="1" i="0" dirty="0">
              <a:solidFill>
                <a:srgbClr val="46CCFE"/>
              </a:solidFill>
              <a:latin typeface="微软雅黑" panose="020B0503020204020204" charset="-122"/>
              <a:ea typeface="微软雅黑" panose="020B0503020204020204" charset="-122"/>
            </a:endParaRPr>
          </a:p>
        </p:txBody>
      </p:sp>
      <p:pic>
        <p:nvPicPr>
          <p:cNvPr id="5" name="图片 4"/>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6"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11" name="标题占位符 1"/>
          <p:cNvSpPr>
            <a:spLocks noGrp="1"/>
          </p:cNvSpPr>
          <p:nvPr>
            <p:ph type="title" hasCustomPrompt="1"/>
          </p:nvPr>
        </p:nvSpPr>
        <p:spPr>
          <a:xfrm>
            <a:off x="472055" y="2715567"/>
            <a:ext cx="7267878"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3" name="文本占位符 8"/>
          <p:cNvSpPr>
            <a:spLocks noGrp="1"/>
          </p:cNvSpPr>
          <p:nvPr>
            <p:ph type="body" sz="quarter" idx="18"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20204" pitchFamily="34" charset="0"/>
              <a:buNone/>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5-1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5-2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5-3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endParaRPr kumimoji="1" lang="en-US" altLang="zh-CN" dirty="0"/>
          </a:p>
        </p:txBody>
      </p:sp>
      <p:sp>
        <p:nvSpPr>
          <p:cNvPr id="9" name="矩形 8"/>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微软雅黑" panose="020B0503020204020204" charset="-122"/>
              <a:ea typeface="微软雅黑" panose="020B0503020204020204"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章节页06">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70" y="0"/>
            <a:ext cx="12190730" cy="6872068"/>
          </a:xfrm>
          <a:prstGeom prst="rect">
            <a:avLst/>
          </a:prstGeom>
        </p:spPr>
      </p:pic>
      <p:sp>
        <p:nvSpPr>
          <p:cNvPr id="6" name="文本框 5"/>
          <p:cNvSpPr txBox="1"/>
          <p:nvPr userDrawn="1"/>
        </p:nvSpPr>
        <p:spPr>
          <a:xfrm>
            <a:off x="368287" y="259692"/>
            <a:ext cx="2162772" cy="2015936"/>
          </a:xfrm>
          <a:prstGeom prst="rect">
            <a:avLst/>
          </a:prstGeom>
          <a:noFill/>
        </p:spPr>
        <p:txBody>
          <a:bodyPr wrap="none" rtlCol="0">
            <a:spAutoFit/>
          </a:bodyPr>
          <a:lstStyle/>
          <a:p>
            <a:r>
              <a:rPr kumimoji="1" lang="en-US" altLang="zh-CN" sz="12500" b="1" dirty="0">
                <a:solidFill>
                  <a:srgbClr val="46CCFE"/>
                </a:solidFill>
                <a:latin typeface="微软雅黑" panose="020B0503020204020204" charset="-122"/>
                <a:ea typeface="微软雅黑" panose="020B0503020204020204" charset="-122"/>
              </a:rPr>
              <a:t>06</a:t>
            </a:r>
            <a:endParaRPr kumimoji="1" lang="zh-CN" altLang="en-US" sz="12500" b="1" dirty="0">
              <a:solidFill>
                <a:srgbClr val="46CCFE"/>
              </a:solidFill>
              <a:latin typeface="微软雅黑" panose="020B0503020204020204" charset="-122"/>
              <a:ea typeface="微软雅黑" panose="020B0503020204020204" charset="-122"/>
            </a:endParaRPr>
          </a:p>
        </p:txBody>
      </p:sp>
      <p:pic>
        <p:nvPicPr>
          <p:cNvPr id="7" name="图片 6"/>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5"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10" name="标题占位符 1"/>
          <p:cNvSpPr>
            <a:spLocks noGrp="1"/>
          </p:cNvSpPr>
          <p:nvPr>
            <p:ph type="title" hasCustomPrompt="1"/>
          </p:nvPr>
        </p:nvSpPr>
        <p:spPr>
          <a:xfrm>
            <a:off x="472055" y="2715567"/>
            <a:ext cx="7267878"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2" name="文本占位符 8"/>
          <p:cNvSpPr>
            <a:spLocks noGrp="1"/>
          </p:cNvSpPr>
          <p:nvPr>
            <p:ph type="body" sz="quarter" idx="18"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20204" pitchFamily="34" charset="0"/>
              <a:buNone/>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6-1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6-2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6-3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endParaRPr kumimoji="1" lang="en-US" altLang="zh-CN" dirty="0"/>
          </a:p>
        </p:txBody>
      </p:sp>
      <p:sp>
        <p:nvSpPr>
          <p:cNvPr id="9" name="矩形 8"/>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微软雅黑" panose="020B0503020204020204" charset="-122"/>
              <a:ea typeface="微软雅黑" panose="020B0503020204020204" charset="-122"/>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章节页07">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72784"/>
          </a:xfrm>
          <a:prstGeom prst="rect">
            <a:avLst/>
          </a:prstGeom>
        </p:spPr>
      </p:pic>
      <p:sp>
        <p:nvSpPr>
          <p:cNvPr id="4" name="文本框 3"/>
          <p:cNvSpPr txBox="1"/>
          <p:nvPr userDrawn="1"/>
        </p:nvSpPr>
        <p:spPr>
          <a:xfrm>
            <a:off x="368287" y="259692"/>
            <a:ext cx="2162772" cy="2015936"/>
          </a:xfrm>
          <a:prstGeom prst="rect">
            <a:avLst/>
          </a:prstGeom>
          <a:noFill/>
        </p:spPr>
        <p:txBody>
          <a:bodyPr wrap="none" rtlCol="0">
            <a:spAutoFit/>
          </a:bodyPr>
          <a:lstStyle/>
          <a:p>
            <a:r>
              <a:rPr kumimoji="1" lang="en-US" altLang="zh-CN" sz="12500" b="1" dirty="0">
                <a:solidFill>
                  <a:srgbClr val="46CCFE"/>
                </a:solidFill>
                <a:latin typeface="微软雅黑" panose="020B0503020204020204" charset="-122"/>
                <a:ea typeface="微软雅黑" panose="020B0503020204020204" charset="-122"/>
              </a:rPr>
              <a:t>07</a:t>
            </a:r>
            <a:endParaRPr kumimoji="1" lang="zh-CN" altLang="en-US" sz="12500" b="1" dirty="0">
              <a:solidFill>
                <a:srgbClr val="46CCFE"/>
              </a:solidFill>
              <a:latin typeface="微软雅黑" panose="020B0503020204020204" charset="-122"/>
              <a:ea typeface="微软雅黑" panose="020B0503020204020204" charset="-122"/>
            </a:endParaRPr>
          </a:p>
        </p:txBody>
      </p:sp>
      <p:pic>
        <p:nvPicPr>
          <p:cNvPr id="7" name="图片 6"/>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5"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9" name="标题占位符 1"/>
          <p:cNvSpPr>
            <a:spLocks noGrp="1"/>
          </p:cNvSpPr>
          <p:nvPr>
            <p:ph type="title" hasCustomPrompt="1"/>
          </p:nvPr>
        </p:nvSpPr>
        <p:spPr>
          <a:xfrm>
            <a:off x="472055" y="2715567"/>
            <a:ext cx="7267878"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1" name="文本占位符 8"/>
          <p:cNvSpPr>
            <a:spLocks noGrp="1"/>
          </p:cNvSpPr>
          <p:nvPr>
            <p:ph type="body" sz="quarter" idx="18"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20204" pitchFamily="34" charset="0"/>
              <a:buNone/>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7-1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7-2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7-3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endParaRPr kumimoji="1" lang="en-US" altLang="zh-CN" dirty="0"/>
          </a:p>
        </p:txBody>
      </p:sp>
      <p:sp>
        <p:nvSpPr>
          <p:cNvPr id="12" name="矩形 11"/>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微软雅黑" panose="020B0503020204020204" charset="-122"/>
              <a:ea typeface="微软雅黑" panose="020B0503020204020204"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行业章节">
    <p:spTree>
      <p:nvGrpSpPr>
        <p:cNvPr id="1" name=""/>
        <p:cNvGrpSpPr/>
        <p:nvPr/>
      </p:nvGrpSpPr>
      <p:grpSpPr>
        <a:xfrm>
          <a:off x="0" y="0"/>
          <a:ext cx="0" cy="0"/>
          <a:chOff x="0" y="0"/>
          <a:chExt cx="0" cy="0"/>
        </a:xfrm>
      </p:grpSpPr>
      <p:sp>
        <p:nvSpPr>
          <p:cNvPr id="19" name="矩形"/>
          <p:cNvSpPr/>
          <p:nvPr userDrawn="1"/>
        </p:nvSpPr>
        <p:spPr>
          <a:xfrm>
            <a:off x="0" y="0"/>
            <a:ext cx="12193588" cy="6858000"/>
          </a:xfrm>
          <a:prstGeom prst="rect">
            <a:avLst/>
          </a:prstGeom>
          <a:solidFill>
            <a:srgbClr val="2A71EC"/>
          </a:solidFill>
          <a:ln w="3175">
            <a:miter lim="400000"/>
          </a:ln>
        </p:spPr>
        <p:txBody>
          <a:bodyPr lIns="0" tIns="0" rIns="0" bIns="0" anchor="ctr"/>
          <a:lstStyle/>
          <a:p>
            <a:pPr>
              <a:defRPr sz="3800" b="0">
                <a:solidFill>
                  <a:srgbClr val="FFFFFF"/>
                </a:solidFill>
                <a:latin typeface="+mn-lt"/>
                <a:ea typeface="+mn-ea"/>
                <a:cs typeface="+mn-cs"/>
                <a:sym typeface="Helvetica Neue Medium"/>
              </a:defRPr>
            </a:pPr>
            <a:endParaRPr sz="1520" b="0" i="0" dirty="0">
              <a:latin typeface="微软雅黑" panose="020B0503020204020204" charset="-122"/>
            </a:endParaRPr>
          </a:p>
        </p:txBody>
      </p:sp>
      <p:pic>
        <p:nvPicPr>
          <p:cNvPr id="20" name="图片 19"/>
          <p:cNvPicPr>
            <a:picLocks noChangeAspect="1"/>
          </p:cNvPicPr>
          <p:nvPr userDrawn="1"/>
        </p:nvPicPr>
        <p:blipFill>
          <a:blip r:embed="rId2">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21"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i="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i="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22" name="图片占位符 7"/>
          <p:cNvSpPr>
            <a:spLocks noGrp="1"/>
          </p:cNvSpPr>
          <p:nvPr>
            <p:ph type="pic" sz="quarter" idx="10" hasCustomPrompt="1"/>
          </p:nvPr>
        </p:nvSpPr>
        <p:spPr>
          <a:xfrm>
            <a:off x="4368258" y="0"/>
            <a:ext cx="7817394" cy="6858000"/>
          </a:xfrm>
          <a:prstGeom prst="rect">
            <a:avLst/>
          </a:prstGeom>
        </p:spPr>
        <p:txBody>
          <a:bodyPr/>
          <a:lstStyle>
            <a:lvl1pPr>
              <a:defRPr>
                <a:solidFill>
                  <a:schemeClr val="bg1"/>
                </a:solidFill>
              </a:defRPr>
            </a:lvl1pPr>
          </a:lstStyle>
          <a:p>
            <a:r>
              <a:rPr kumimoji="1" lang="zh-CN" altLang="en-US" dirty="0"/>
              <a:t>拖拽到此处，插入图片</a:t>
            </a:r>
          </a:p>
        </p:txBody>
      </p:sp>
      <p:sp>
        <p:nvSpPr>
          <p:cNvPr id="23" name="标题 31"/>
          <p:cNvSpPr>
            <a:spLocks noGrp="1"/>
          </p:cNvSpPr>
          <p:nvPr>
            <p:ph type="title" hasCustomPrompt="1"/>
          </p:nvPr>
        </p:nvSpPr>
        <p:spPr>
          <a:xfrm>
            <a:off x="507774" y="419862"/>
            <a:ext cx="2366055" cy="604263"/>
          </a:xfrm>
          <a:prstGeom prst="rect">
            <a:avLst/>
          </a:prstGeom>
        </p:spPr>
        <p:txBody>
          <a:bodyPr/>
          <a:lstStyle>
            <a:lvl1pPr>
              <a:defRPr sz="3600" b="1">
                <a:solidFill>
                  <a:schemeClr val="bg1"/>
                </a:solidFill>
              </a:defRPr>
            </a:lvl1pPr>
          </a:lstStyle>
          <a:p>
            <a:r>
              <a:rPr kumimoji="1" lang="zh-CN" altLang="en-US" dirty="0"/>
              <a:t>行业标题</a:t>
            </a:r>
          </a:p>
        </p:txBody>
      </p:sp>
      <p:sp>
        <p:nvSpPr>
          <p:cNvPr id="24" name="文本占位符 33"/>
          <p:cNvSpPr>
            <a:spLocks noGrp="1"/>
          </p:cNvSpPr>
          <p:nvPr>
            <p:ph type="body" sz="quarter" idx="14" hasCustomPrompt="1"/>
          </p:nvPr>
        </p:nvSpPr>
        <p:spPr>
          <a:xfrm>
            <a:off x="507774" y="1046203"/>
            <a:ext cx="2366055" cy="285115"/>
          </a:xfrm>
          <a:prstGeom prst="rect">
            <a:avLst/>
          </a:prstGeom>
        </p:spPr>
        <p:txBody>
          <a:bodyPr/>
          <a:lstStyle>
            <a:lvl1pPr marL="0" indent="0">
              <a:buNone/>
              <a:defRPr sz="1600">
                <a:solidFill>
                  <a:schemeClr val="bg1"/>
                </a:solidFill>
              </a:defRPr>
            </a:lvl1pPr>
          </a:lstStyle>
          <a:p>
            <a:pPr lvl="0"/>
            <a:r>
              <a:rPr kumimoji="1" lang="zh-CN" altLang="en-US" dirty="0"/>
              <a:t>副标题 </a:t>
            </a:r>
            <a:r>
              <a:rPr kumimoji="1" lang="en-US" altLang="zh-CN" dirty="0"/>
              <a:t>|</a:t>
            </a:r>
            <a:r>
              <a:rPr kumimoji="1" lang="zh-CN" altLang="en-US" dirty="0"/>
              <a:t> 副标题 </a:t>
            </a:r>
            <a:r>
              <a:rPr kumimoji="1" lang="en-US" altLang="zh-CN" dirty="0"/>
              <a:t>|</a:t>
            </a:r>
            <a:r>
              <a:rPr kumimoji="1" lang="zh-CN" altLang="en-US" dirty="0"/>
              <a:t> 副标题 </a:t>
            </a:r>
          </a:p>
        </p:txBody>
      </p:sp>
      <p:sp>
        <p:nvSpPr>
          <p:cNvPr id="25" name="文本占位符 17"/>
          <p:cNvSpPr>
            <a:spLocks noGrp="1"/>
          </p:cNvSpPr>
          <p:nvPr>
            <p:ph type="body" sz="quarter" idx="15" hasCustomPrompt="1"/>
          </p:nvPr>
        </p:nvSpPr>
        <p:spPr>
          <a:xfrm>
            <a:off x="507774" y="2055868"/>
            <a:ext cx="2525713" cy="2301587"/>
          </a:xfrm>
          <a:prstGeom prst="rect">
            <a:avLst/>
          </a:prstGeom>
        </p:spPr>
        <p:txBody>
          <a:bodyPr/>
          <a:lstStyle>
            <a:lvl1pPr marL="228600" marR="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sz="1200">
                <a:solidFill>
                  <a:schemeClr val="bg1"/>
                </a:solidFill>
              </a:defRPr>
            </a:lvl1pPr>
            <a:lvl2pPr>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pPr lvl="0"/>
            <a:r>
              <a:rPr kumimoji="1" lang="zh-CN" altLang="en-US" dirty="0"/>
              <a:t>此段文字旨在显示正确的字号和段落的位置，例文可替换</a:t>
            </a:r>
            <a:endParaRPr kumimoji="1" lang="en-US" altLang="zh-CN" dirty="0"/>
          </a:p>
          <a:p>
            <a:pPr marL="228600" marR="0" lvl="0" indent="-228600" algn="l" defTabSz="914400" rtl="0" eaLnBrk="1" fontAlgn="auto" latinLnBrk="0" hangingPunct="1">
              <a:lnSpc>
                <a:spcPct val="150000"/>
              </a:lnSpc>
              <a:spcBef>
                <a:spcPts val="1000"/>
              </a:spcBef>
              <a:spcAft>
                <a:spcPts val="0"/>
              </a:spcAft>
              <a:buClrTx/>
              <a:buSzTx/>
              <a:buFont typeface="Arial" panose="020B0604020202020204" pitchFamily="34" charset="0"/>
              <a:buChar char="•"/>
              <a:defRPr/>
            </a:pPr>
            <a:r>
              <a:rPr kumimoji="1" lang="zh-CN" altLang="en-US" dirty="0"/>
              <a:t>此段文字旨在显示正确的字号和段落的位置，例文可替换</a:t>
            </a:r>
          </a:p>
          <a:p>
            <a:pPr lvl="0"/>
            <a:endParaRPr kumimoji="1"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声明页">
    <p:bg>
      <p:bgPr>
        <a:solidFill>
          <a:srgbClr val="1771EB"/>
        </a:solidFill>
        <a:effectLst/>
      </p:bgPr>
    </p:bg>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6" name="标题 2"/>
          <p:cNvSpPr txBox="1"/>
          <p:nvPr userDrawn="1"/>
        </p:nvSpPr>
        <p:spPr>
          <a:xfrm>
            <a:off x="504031" y="223837"/>
            <a:ext cx="11196638" cy="70008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lang="zh-CN" altLang="en-US" sz="2700" b="1" dirty="0">
                <a:solidFill>
                  <a:srgbClr val="FFC000"/>
                </a:solidFill>
                <a:latin typeface="微软雅黑" panose="020B0503020204020204" charset="-122"/>
                <a:ea typeface="微软雅黑" panose="020B0503020204020204" charset="-122"/>
              </a:rPr>
              <a:t>特别声明 </a:t>
            </a:r>
            <a:r>
              <a:rPr lang="en-US" altLang="zh-CN" sz="2700" b="1" dirty="0">
                <a:solidFill>
                  <a:srgbClr val="FFC000"/>
                </a:solidFill>
                <a:latin typeface="微软雅黑" panose="020B0503020204020204" charset="-122"/>
                <a:ea typeface="微软雅黑" panose="020B0503020204020204" charset="-122"/>
              </a:rPr>
              <a:t>Claim</a:t>
            </a:r>
            <a:r>
              <a:rPr lang="zh-CN" altLang="en-US" sz="2700" b="1" dirty="0">
                <a:solidFill>
                  <a:srgbClr val="FFC000"/>
                </a:solidFill>
                <a:latin typeface="微软雅黑" panose="020B0503020204020204" charset="-122"/>
                <a:ea typeface="微软雅黑" panose="020B0503020204020204" charset="-122"/>
              </a:rPr>
              <a:t> </a:t>
            </a:r>
            <a:r>
              <a:rPr lang="en-US" altLang="zh-CN" sz="2700" b="1" dirty="0">
                <a:solidFill>
                  <a:srgbClr val="FFC000"/>
                </a:solidFill>
                <a:latin typeface="微软雅黑" panose="020B0503020204020204" charset="-122"/>
                <a:ea typeface="微软雅黑" panose="020B0503020204020204" charset="-122"/>
              </a:rPr>
              <a:t>of</a:t>
            </a:r>
            <a:r>
              <a:rPr lang="zh-CN" altLang="en-US" sz="2700" b="1" dirty="0">
                <a:solidFill>
                  <a:srgbClr val="FFC000"/>
                </a:solidFill>
                <a:latin typeface="微软雅黑" panose="020B0503020204020204" charset="-122"/>
                <a:ea typeface="微软雅黑" panose="020B0503020204020204" charset="-122"/>
              </a:rPr>
              <a:t> </a:t>
            </a:r>
            <a:r>
              <a:rPr lang="en-US" altLang="zh-CN" sz="2700" b="1" dirty="0">
                <a:solidFill>
                  <a:srgbClr val="FFC000"/>
                </a:solidFill>
                <a:latin typeface="微软雅黑" panose="020B0503020204020204" charset="-122"/>
                <a:ea typeface="微软雅黑" panose="020B0503020204020204" charset="-122"/>
              </a:rPr>
              <a:t>Confidential</a:t>
            </a:r>
            <a:endParaRPr kumimoji="1" lang="zh-CN" altLang="en-US" sz="2700" b="1" dirty="0">
              <a:latin typeface="微软雅黑" panose="020B0503020204020204" charset="-122"/>
              <a:ea typeface="微软雅黑" panose="020B0503020204020204" charset="-122"/>
            </a:endParaRPr>
          </a:p>
        </p:txBody>
      </p:sp>
      <p:sp>
        <p:nvSpPr>
          <p:cNvPr id="8" name="内容占位符 1"/>
          <p:cNvSpPr txBox="1"/>
          <p:nvPr userDrawn="1"/>
        </p:nvSpPr>
        <p:spPr>
          <a:xfrm>
            <a:off x="492918" y="923924"/>
            <a:ext cx="9038708" cy="169084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120000"/>
              </a:lnSpc>
              <a:buFont typeface="Wingdings" panose="05000000000000000000" pitchFamily="2" charset="2"/>
              <a:buChar char="ü"/>
            </a:pPr>
            <a:r>
              <a:rPr lang="zh-CN" altLang="en-US" sz="1800" b="0" i="0" dirty="0">
                <a:solidFill>
                  <a:schemeClr val="bg1"/>
                </a:solidFill>
                <a:latin typeface="微软雅黑" panose="020B0503020204020204" charset="-122"/>
                <a:ea typeface="微软雅黑" panose="020B0503020204020204" charset="-122"/>
              </a:rPr>
              <a:t>本文件内容为 </a:t>
            </a:r>
            <a:r>
              <a:rPr lang="zh-CN" altLang="zh-CN" sz="1800" b="1" i="0" dirty="0">
                <a:solidFill>
                  <a:srgbClr val="FFC000"/>
                </a:solidFill>
                <a:latin typeface="微软雅黑" panose="020B0503020204020204" charset="-122"/>
                <a:ea typeface="微软雅黑" panose="020B0503020204020204" charset="-122"/>
              </a:rPr>
              <a:t>①</a:t>
            </a:r>
            <a:r>
              <a:rPr lang="zh-CN" altLang="en-US" sz="1800" b="1" i="0" dirty="0">
                <a:solidFill>
                  <a:srgbClr val="FFC000"/>
                </a:solidFill>
                <a:latin typeface="微软雅黑" panose="020B0503020204020204" charset="-122"/>
                <a:ea typeface="微软雅黑" panose="020B0503020204020204" charset="-122"/>
              </a:rPr>
              <a:t> </a:t>
            </a:r>
            <a:r>
              <a:rPr lang="zh-CN" altLang="zh-CN" sz="1800" b="1" i="0" dirty="0">
                <a:solidFill>
                  <a:srgbClr val="FFC000"/>
                </a:solidFill>
                <a:latin typeface="微软雅黑" panose="020B0503020204020204" charset="-122"/>
                <a:ea typeface="微软雅黑" panose="020B0503020204020204" charset="-122"/>
              </a:rPr>
              <a:t>绝密信息 严禁泄露</a:t>
            </a:r>
            <a:r>
              <a:rPr lang="zh-CN" altLang="en-US" sz="1800" b="1" i="0" dirty="0">
                <a:solidFill>
                  <a:srgbClr val="FFC000"/>
                </a:solidFill>
                <a:latin typeface="微软雅黑" panose="020B0503020204020204" charset="-122"/>
                <a:ea typeface="微软雅黑" panose="020B0503020204020204" charset="-122"/>
              </a:rPr>
              <a:t> </a:t>
            </a:r>
            <a:r>
              <a:rPr lang="zh-CN" altLang="en-US" sz="1800" b="0" i="0" dirty="0">
                <a:solidFill>
                  <a:schemeClr val="bg1"/>
                </a:solidFill>
                <a:latin typeface="微软雅黑" panose="020B0503020204020204" charset="-122"/>
                <a:ea typeface="微软雅黑" panose="020B0503020204020204" charset="-122"/>
              </a:rPr>
              <a:t>：禁止未授权的内部、第三方人员使用与访问</a:t>
            </a:r>
            <a:endParaRPr lang="en-US" altLang="zh-CN" sz="1800" b="0" i="0" dirty="0">
              <a:solidFill>
                <a:schemeClr val="bg1"/>
              </a:solidFill>
              <a:latin typeface="微软雅黑" panose="020B0503020204020204" charset="-122"/>
              <a:ea typeface="微软雅黑" panose="020B0503020204020204" charset="-122"/>
            </a:endParaRPr>
          </a:p>
          <a:p>
            <a:pPr marL="285750" indent="-285750">
              <a:lnSpc>
                <a:spcPct val="120000"/>
              </a:lnSpc>
              <a:buFont typeface="Wingdings" panose="05000000000000000000" pitchFamily="2" charset="2"/>
              <a:buChar char="ü"/>
            </a:pPr>
            <a:r>
              <a:rPr lang="zh-CN" altLang="en-US" sz="1800" b="0" i="0" dirty="0">
                <a:solidFill>
                  <a:schemeClr val="bg1"/>
                </a:solidFill>
                <a:latin typeface="微软雅黑" panose="020B0503020204020204" charset="-122"/>
                <a:ea typeface="微软雅黑" panose="020B0503020204020204" charset="-122"/>
              </a:rPr>
              <a:t>非专项必要的业务与项目负责人，收到此内容请立即删除</a:t>
            </a:r>
            <a:endParaRPr lang="en-US" altLang="zh-CN" sz="1800" b="0" i="0" dirty="0">
              <a:solidFill>
                <a:schemeClr val="bg1"/>
              </a:solidFill>
              <a:latin typeface="微软雅黑" panose="020B0503020204020204" charset="-122"/>
              <a:ea typeface="微软雅黑" panose="020B0503020204020204" charset="-122"/>
            </a:endParaRPr>
          </a:p>
          <a:p>
            <a:pPr marL="285750" indent="-285750">
              <a:lnSpc>
                <a:spcPct val="120000"/>
              </a:lnSpc>
              <a:buFont typeface="Wingdings" panose="05000000000000000000" pitchFamily="2" charset="2"/>
              <a:buChar char="ü"/>
            </a:pPr>
            <a:r>
              <a:rPr lang="zh-CN" altLang="en-US" sz="1800" b="0" i="0" dirty="0">
                <a:solidFill>
                  <a:schemeClr val="bg1"/>
                </a:solidFill>
                <a:latin typeface="微软雅黑" panose="020B0503020204020204" charset="-122"/>
                <a:ea typeface="微软雅黑" panose="020B0503020204020204" charset="-122"/>
              </a:rPr>
              <a:t>严禁在未经过主管领导审批，发送给无关业务团队与人员</a:t>
            </a:r>
            <a:endParaRPr lang="en-US" altLang="zh-CN" sz="1800" b="0" i="0" dirty="0">
              <a:solidFill>
                <a:schemeClr val="bg1"/>
              </a:solidFill>
              <a:latin typeface="微软雅黑" panose="020B0503020204020204" charset="-122"/>
              <a:ea typeface="微软雅黑" panose="020B0503020204020204" charset="-122"/>
            </a:endParaRPr>
          </a:p>
        </p:txBody>
      </p:sp>
      <p:sp>
        <p:nvSpPr>
          <p:cNvPr id="9" name="标题 2"/>
          <p:cNvSpPr txBox="1"/>
          <p:nvPr userDrawn="1"/>
        </p:nvSpPr>
        <p:spPr>
          <a:xfrm>
            <a:off x="504031" y="223837"/>
            <a:ext cx="11196638" cy="70008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700" b="0" i="0" dirty="0">
                <a:solidFill>
                  <a:srgbClr val="FFC000"/>
                </a:solidFill>
                <a:latin typeface="微软雅黑" panose="020B0503020204020204" charset="-122"/>
                <a:ea typeface="微软雅黑" panose="020B0503020204020204" charset="-122"/>
              </a:rPr>
              <a:t>特别声明 </a:t>
            </a:r>
            <a:r>
              <a:rPr lang="en-US" altLang="zh-CN" sz="2700" b="1" dirty="0">
                <a:solidFill>
                  <a:srgbClr val="FFC000"/>
                </a:solidFill>
                <a:latin typeface="微软雅黑" panose="020B0503020204020204" charset="-122"/>
                <a:ea typeface="微软雅黑" panose="020B0503020204020204" charset="-122"/>
              </a:rPr>
              <a:t>Claim</a:t>
            </a:r>
            <a:r>
              <a:rPr lang="zh-CN" altLang="en-US" sz="2700" b="1" dirty="0">
                <a:solidFill>
                  <a:srgbClr val="FFC000"/>
                </a:solidFill>
                <a:latin typeface="微软雅黑" panose="020B0503020204020204" charset="-122"/>
                <a:ea typeface="微软雅黑" panose="020B0503020204020204" charset="-122"/>
              </a:rPr>
              <a:t> </a:t>
            </a:r>
            <a:r>
              <a:rPr lang="en-US" altLang="zh-CN" sz="2700" b="1" dirty="0">
                <a:solidFill>
                  <a:srgbClr val="FFC000"/>
                </a:solidFill>
                <a:latin typeface="微软雅黑" panose="020B0503020204020204" charset="-122"/>
                <a:ea typeface="微软雅黑" panose="020B0503020204020204" charset="-122"/>
              </a:rPr>
              <a:t>of</a:t>
            </a:r>
            <a:r>
              <a:rPr lang="zh-CN" altLang="en-US" sz="2700" b="1" dirty="0">
                <a:solidFill>
                  <a:srgbClr val="FFC000"/>
                </a:solidFill>
                <a:latin typeface="微软雅黑" panose="020B0503020204020204" charset="-122"/>
                <a:ea typeface="微软雅黑" panose="020B0503020204020204" charset="-122"/>
              </a:rPr>
              <a:t> </a:t>
            </a:r>
            <a:r>
              <a:rPr lang="en-US" altLang="zh-CN" sz="2700" b="1" dirty="0">
                <a:solidFill>
                  <a:srgbClr val="FFC000"/>
                </a:solidFill>
                <a:latin typeface="微软雅黑" panose="020B0503020204020204" charset="-122"/>
                <a:ea typeface="微软雅黑" panose="020B0503020204020204" charset="-122"/>
              </a:rPr>
              <a:t>Confidential</a:t>
            </a:r>
            <a:endParaRPr kumimoji="1" lang="zh-CN" altLang="en-US" sz="2700" b="0" i="0" dirty="0">
              <a:latin typeface="微软雅黑" panose="020B0503020204020204" charset="-122"/>
              <a:ea typeface="微软雅黑" panose="020B0503020204020204" charset="-122"/>
            </a:endParaRPr>
          </a:p>
        </p:txBody>
      </p:sp>
      <p:sp>
        <p:nvSpPr>
          <p:cNvPr id="10" name="内容占位符 1"/>
          <p:cNvSpPr txBox="1"/>
          <p:nvPr userDrawn="1"/>
        </p:nvSpPr>
        <p:spPr>
          <a:xfrm>
            <a:off x="590549" y="3332017"/>
            <a:ext cx="11006655" cy="3432199"/>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spcBef>
                <a:spcPts val="0"/>
              </a:spcBef>
            </a:pP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版权所有</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©1993-2022 </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金蝶国际软件集团有限公司。保留一切权利。</a:t>
            </a:r>
          </a:p>
          <a:p>
            <a:pPr algn="just">
              <a:lnSpc>
                <a:spcPct val="150000"/>
              </a:lnSpc>
              <a:spcBef>
                <a:spcPts val="0"/>
              </a:spcBef>
            </a:pP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未经金蝶国际软件集团有限公司的书面许可，任何单位或个人不得以任何形式或为任何目的复制或传播本文档的任何内容。本文档中包含的信息如有更改，恕不另行通知。</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 </a:t>
            </a:r>
            <a:endPar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endParaRPr>
          </a:p>
          <a:p>
            <a:pPr algn="just">
              <a:lnSpc>
                <a:spcPct val="150000"/>
              </a:lnSpc>
              <a:spcBef>
                <a:spcPts val="0"/>
              </a:spcBef>
            </a:pP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本文档提到的金蝶</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、金蝶云</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、金蝶云</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EBC®</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、金蝶云苍穹</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、金蝶云星瀚</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、金蝶云星空</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、金蝶云星辰</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、金蝶</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KIS®</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K/3®</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、金蝶</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EAS®</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、友商网</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a:t>
            </a:r>
            <a:r>
              <a:rPr lang="en-US" altLang="zh-CN" sz="1400" b="0" i="0" kern="1200" dirty="0" err="1">
                <a:solidFill>
                  <a:schemeClr val="bg1">
                    <a:alpha val="50000"/>
                  </a:schemeClr>
                </a:solidFill>
                <a:effectLst/>
                <a:latin typeface="微软雅黑" panose="020B0503020204020204" charset="-122"/>
                <a:ea typeface="微软雅黑" panose="020B0503020204020204" charset="-122"/>
                <a:cs typeface="+mn-cs"/>
              </a:rPr>
              <a:t>Apusic</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和其它金蝶产品和服务以及它们各自的徽标均为金蝶软件（中国）有限公司或其关联公司在中国和其他国家或地区的商标或注册商标。本文档提到的所有其它产品和服务名称分别为它们各自公司的商标。</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 </a:t>
            </a:r>
            <a:endPar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endParaRPr>
          </a:p>
          <a:p>
            <a:pPr algn="just">
              <a:lnSpc>
                <a:spcPct val="150000"/>
              </a:lnSpc>
              <a:spcBef>
                <a:spcPts val="0"/>
              </a:spcBef>
            </a:pP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本文档所用数据均为虚构的模拟数据，不代表任何一家企业的真实情况，如有权利人认为文档中的任何内容存在侵权情况，请反馈给金蝶官方邮箱（</a:t>
            </a:r>
            <a:r>
              <a:rPr lang="en-US" altLang="zh-CN" sz="1400" b="0" i="0" kern="1200" dirty="0" err="1">
                <a:solidFill>
                  <a:schemeClr val="bg1">
                    <a:alpha val="50000"/>
                  </a:schemeClr>
                </a:solidFill>
                <a:effectLst/>
                <a:latin typeface="微软雅黑" panose="020B0503020204020204" charset="-122"/>
                <a:ea typeface="微软雅黑" panose="020B0503020204020204" charset="-122"/>
                <a:cs typeface="+mn-cs"/>
              </a:rPr>
              <a:t>DataSubjectRequest@kingdee.com</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），我们将在</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15</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个工作日内处理。</a:t>
            </a:r>
            <a:endPar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endParaRPr>
          </a:p>
          <a:p>
            <a:pPr marL="228600" marR="0" lvl="0" indent="-228600" algn="just"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lang="zh-CN" altLang="en-US" sz="1400" b="0" i="0" dirty="0">
                <a:solidFill>
                  <a:schemeClr val="bg1">
                    <a:alpha val="50000"/>
                  </a:schemeClr>
                </a:solidFill>
                <a:latin typeface="微软雅黑" panose="020B0503020204020204" charset="-122"/>
                <a:ea typeface="微软雅黑" panose="020B0503020204020204" charset="-122"/>
              </a:rPr>
              <a:t>注：</a:t>
            </a:r>
            <a:r>
              <a:rPr lang="zh-CN" altLang="zh-CN" sz="1400" b="0" i="0" dirty="0">
                <a:solidFill>
                  <a:schemeClr val="bg1">
                    <a:alpha val="50000"/>
                  </a:schemeClr>
                </a:solidFill>
                <a:latin typeface="微软雅黑" panose="020B0503020204020204" charset="-122"/>
                <a:ea typeface="微软雅黑" panose="020B0503020204020204" charset="-122"/>
              </a:rPr>
              <a:t>①绝密信息 严禁泄露</a:t>
            </a:r>
            <a:r>
              <a:rPr lang="zh-CN" altLang="en-US" sz="1400" b="0" i="0" dirty="0">
                <a:solidFill>
                  <a:schemeClr val="bg1">
                    <a:alpha val="50000"/>
                  </a:schemeClr>
                </a:solidFill>
                <a:latin typeface="微软雅黑" panose="020B0503020204020204" charset="-122"/>
                <a:ea typeface="微软雅黑" panose="020B0503020204020204" charset="-122"/>
              </a:rPr>
              <a:t>  </a:t>
            </a:r>
            <a:r>
              <a:rPr lang="zh-CN" altLang="zh-CN" sz="1400" b="0" i="0" dirty="0">
                <a:solidFill>
                  <a:schemeClr val="bg1">
                    <a:alpha val="50000"/>
                  </a:schemeClr>
                </a:solidFill>
                <a:latin typeface="微软雅黑" panose="020B0503020204020204" charset="-122"/>
                <a:ea typeface="微软雅黑" panose="020B0503020204020204" charset="-122"/>
              </a:rPr>
              <a:t>②机密信息 严禁泄露</a:t>
            </a:r>
            <a:r>
              <a:rPr lang="zh-CN" altLang="en-US" sz="1400" b="0" i="0" dirty="0">
                <a:solidFill>
                  <a:schemeClr val="bg1">
                    <a:alpha val="50000"/>
                  </a:schemeClr>
                </a:solidFill>
                <a:latin typeface="微软雅黑" panose="020B0503020204020204" charset="-122"/>
                <a:ea typeface="微软雅黑" panose="020B0503020204020204" charset="-122"/>
              </a:rPr>
              <a:t>   </a:t>
            </a:r>
            <a:r>
              <a:rPr lang="zh-CN" altLang="zh-CN" sz="1400" b="0" i="0" dirty="0">
                <a:solidFill>
                  <a:schemeClr val="bg1">
                    <a:alpha val="50000"/>
                  </a:schemeClr>
                </a:solidFill>
                <a:latin typeface="微软雅黑" panose="020B0503020204020204" charset="-122"/>
                <a:ea typeface="微软雅黑" panose="020B0503020204020204" charset="-122"/>
              </a:rPr>
              <a:t>③秘密信息 严禁泄露 </a:t>
            </a:r>
            <a:r>
              <a:rPr lang="zh-CN" altLang="en-US" sz="1400" b="0" i="0" dirty="0">
                <a:solidFill>
                  <a:schemeClr val="bg1">
                    <a:alpha val="50000"/>
                  </a:schemeClr>
                </a:solidFill>
                <a:latin typeface="微软雅黑" panose="020B0503020204020204" charset="-122"/>
                <a:ea typeface="微软雅黑" panose="020B0503020204020204" charset="-122"/>
              </a:rPr>
              <a:t> </a:t>
            </a:r>
            <a:r>
              <a:rPr lang="zh-CN" altLang="zh-CN" sz="1400" b="0" i="0" dirty="0">
                <a:solidFill>
                  <a:schemeClr val="bg1">
                    <a:alpha val="50000"/>
                  </a:schemeClr>
                </a:solidFill>
                <a:latin typeface="微软雅黑" panose="020B0503020204020204" charset="-122"/>
                <a:ea typeface="微软雅黑" panose="020B0503020204020204" charset="-122"/>
              </a:rPr>
              <a:t>④内部公开 请勿外传 </a:t>
            </a:r>
          </a:p>
          <a:p>
            <a:pPr algn="just">
              <a:lnSpc>
                <a:spcPct val="150000"/>
              </a:lnSpc>
              <a:spcBef>
                <a:spcPts val="0"/>
              </a:spcBef>
            </a:pPr>
            <a:endPar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endParaRPr>
          </a:p>
          <a:p>
            <a:pPr algn="just">
              <a:lnSpc>
                <a:spcPct val="150000"/>
              </a:lnSpc>
              <a:spcBef>
                <a:spcPts val="0"/>
              </a:spcBef>
            </a:pPr>
            <a:endParaRPr kumimoji="1" lang="zh-CN" altLang="en-US" sz="1400" b="0" i="0" dirty="0">
              <a:solidFill>
                <a:schemeClr val="bg1">
                  <a:alpha val="50000"/>
                </a:schemeClr>
              </a:solidFill>
              <a:latin typeface="微软雅黑" panose="020B0503020204020204" charset="-122"/>
              <a:ea typeface="微软雅黑" panose="020B0503020204020204" charset="-12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封底">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60" y="-8055"/>
            <a:ext cx="12202160" cy="6866055"/>
          </a:xfrm>
          <a:prstGeom prst="rect">
            <a:avLst/>
          </a:prstGeom>
        </p:spPr>
      </p:pic>
      <p:pic>
        <p:nvPicPr>
          <p:cNvPr id="3" name="图片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15146" y="2021376"/>
            <a:ext cx="6012403" cy="3202537"/>
          </a:xfrm>
          <a:prstGeom prst="rect">
            <a:avLst/>
          </a:prstGeom>
        </p:spPr>
      </p:pic>
      <p:sp>
        <p:nvSpPr>
          <p:cNvPr id="4" name="Rectangle 37"/>
          <p:cNvSpPr/>
          <p:nvPr userDrawn="1"/>
        </p:nvSpPr>
        <p:spPr bwMode="auto">
          <a:xfrm>
            <a:off x="1001663" y="6364968"/>
            <a:ext cx="2711022" cy="171459"/>
          </a:xfrm>
          <a:prstGeom prst="rect">
            <a:avLst/>
          </a:prstGeom>
          <a:noFill/>
          <a:ln>
            <a:noFill/>
          </a:ln>
        </p:spPr>
        <p:txBody>
          <a:bodyPr lIns="0" tIns="0" rIns="0" bIns="0" anchor="ctr"/>
          <a:lstStyle/>
          <a:p>
            <a:pPr marL="0" marR="0" lvl="0" indent="0" algn="l" defTabSz="228600" rtl="0" eaLnBrk="1" fontAlgn="auto" latinLnBrk="0" hangingPunct="1">
              <a:lnSpc>
                <a:spcPct val="100000"/>
              </a:lnSpc>
              <a:spcBef>
                <a:spcPts val="0"/>
              </a:spcBef>
              <a:spcAft>
                <a:spcPts val="0"/>
              </a:spcAft>
              <a:buClrTx/>
              <a:buSzTx/>
              <a:buFontTx/>
              <a:buNone/>
              <a:defRPr/>
            </a:pPr>
            <a:r>
              <a:rPr lang="zh-CN" altLang="en-US" sz="900" b="0" i="0" spc="0" baseline="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Microsoft YaHei Bold" charset="0"/>
              </a:rPr>
              <a:t>版权所有</a:t>
            </a:r>
            <a:r>
              <a:rPr lang="en-US" altLang="zh-CN" sz="900" b="0" i="0" spc="0" baseline="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Helvetica Neue" charset="0"/>
              </a:rPr>
              <a:t>©1993-2022</a:t>
            </a:r>
            <a:r>
              <a:rPr lang="zh-CN" altLang="en-US" sz="900" b="0" i="0" spc="0" baseline="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Helvetica Neue" charset="0"/>
              </a:rPr>
              <a:t> </a:t>
            </a:r>
            <a:r>
              <a:rPr lang="zh-CN" altLang="en-US" sz="900" b="0" i="0" spc="0" baseline="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Microsoft YaHei Bold" charset="0"/>
              </a:rPr>
              <a:t>金蝶国际软件集团有限公司</a:t>
            </a:r>
            <a:endParaRPr lang="zh-CN" altLang="en-US" sz="900" b="0" i="0" kern="1200" spc="0" baseline="0" dirty="0">
              <a:solidFill>
                <a:schemeClr val="bg1">
                  <a:alpha val="50000"/>
                </a:schemeClr>
              </a:solidFill>
              <a:latin typeface="微软雅黑" panose="020B0503020204020204" charset="-122"/>
              <a:ea typeface="微软雅黑" panose="020B0503020204020204" charset="-122"/>
              <a:cs typeface="微软雅黑" panose="020B0503020204020204" charset="-122"/>
            </a:endParaRPr>
          </a:p>
          <a:p>
            <a:pPr algn="l"/>
            <a:endParaRPr lang="zh-CN" altLang="en-US" sz="900" b="0" i="0" spc="0" baseline="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Microsoft YaHei Bold" charset="0"/>
            </a:endParaRPr>
          </a:p>
        </p:txBody>
      </p:sp>
      <p:pic>
        <p:nvPicPr>
          <p:cNvPr id="5" name="图片 4"/>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9305" y="85356"/>
            <a:ext cx="2319274" cy="1304422"/>
          </a:xfrm>
          <a:prstGeom prst="rect">
            <a:avLst/>
          </a:prstGeom>
        </p:spPr>
      </p:pic>
      <p:sp>
        <p:nvSpPr>
          <p:cNvPr id="6" name="Text Box 2"/>
          <p:cNvSpPr txBox="1"/>
          <p:nvPr userDrawn="1"/>
        </p:nvSpPr>
        <p:spPr>
          <a:xfrm>
            <a:off x="4786041" y="6290346"/>
            <a:ext cx="1252234" cy="171459"/>
          </a:xfrm>
          <a:prstGeom prst="rect">
            <a:avLst/>
          </a:prstGeom>
          <a:ln w="12700">
            <a:miter lim="400000"/>
          </a:ln>
        </p:spPr>
        <p:txBody>
          <a:bodyPr wrap="square" lIns="8891" tIns="8891" rIns="8891" bIns="8891" anchor="ctr">
            <a:spAutoFit/>
          </a:bodyPr>
          <a:lstStyle/>
          <a:p>
            <a:pPr algn="r">
              <a:lnSpc>
                <a:spcPts val="1335"/>
              </a:lnSpc>
              <a:defRPr sz="700">
                <a:solidFill>
                  <a:srgbClr val="FFFFFF">
                    <a:alpha val="5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935" dirty="0">
              <a:solidFill>
                <a:schemeClr val="tx1">
                  <a:lumMod val="85000"/>
                  <a:lumOff val="15000"/>
                </a:schemeClr>
              </a:solidFill>
            </a:endParaRPr>
          </a:p>
        </p:txBody>
      </p:sp>
      <p:sp>
        <p:nvSpPr>
          <p:cNvPr id="9" name="Text Box 2"/>
          <p:cNvSpPr txBox="1"/>
          <p:nvPr userDrawn="1"/>
        </p:nvSpPr>
        <p:spPr>
          <a:xfrm>
            <a:off x="3323925" y="6290346"/>
            <a:ext cx="1462116" cy="173511"/>
          </a:xfrm>
          <a:prstGeom prst="rect">
            <a:avLst/>
          </a:prstGeom>
          <a:ln w="12700">
            <a:miter lim="400000"/>
          </a:ln>
        </p:spPr>
        <p:txBody>
          <a:bodyPr wrap="square" lIns="8891" tIns="8891" rIns="8891" bIns="8891" anchor="ctr">
            <a:spAutoFit/>
          </a:bodyPr>
          <a:lstStyle>
            <a:defPPr>
              <a:defRPr lang="zh-CN"/>
            </a:defPPr>
            <a:lvl1pPr algn="r">
              <a:lnSpc>
                <a:spcPts val="1335"/>
              </a:lnSpc>
              <a:defRPr sz="935">
                <a:solidFill>
                  <a:schemeClr val="bg1">
                    <a:lumMod val="50000"/>
                  </a:schemeClr>
                </a:solidFill>
                <a:latin typeface="微软雅黑" panose="020B0503020204020204" charset="-122"/>
                <a:ea typeface="微软雅黑" panose="020B0503020204020204" charset="-122"/>
                <a:cs typeface="微软雅黑" panose="020B0503020204020204" charset="-122"/>
              </a:defRPr>
            </a:lvl1pPr>
          </a:lstStyle>
          <a:p>
            <a:pPr lvl="0"/>
            <a:r>
              <a:rPr dirty="0"/>
              <a:t> </a:t>
            </a:r>
            <a:r>
              <a:rPr lang="zh-CN" altLang="en-US" sz="900" b="0" i="0" kern="1200" spc="0" baseline="0" dirty="0">
                <a:solidFill>
                  <a:schemeClr val="bg1">
                    <a:alpha val="50000"/>
                  </a:schemeClr>
                </a:solidFill>
                <a:latin typeface="微软雅黑" panose="020B0503020204020204" charset="-122"/>
                <a:ea typeface="微软雅黑" panose="020B0503020204020204" charset="-122"/>
              </a:rPr>
              <a:t>④ 内部公开 请勿外传</a:t>
            </a:r>
            <a:endParaRPr sz="900" b="0" i="0" kern="1200" spc="0" baseline="0" dirty="0">
              <a:solidFill>
                <a:schemeClr val="bg1">
                  <a:alpha val="50000"/>
                </a:schemeClr>
              </a:solidFill>
              <a:latin typeface="微软雅黑" panose="020B0503020204020204" charset="-122"/>
              <a:ea typeface="微软雅黑" panose="020B0503020204020204"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75000"/>
                  </a:schemeClr>
                </a:solidFill>
                <a:latin typeface="微软雅黑" panose="020B0503020204020204" charset="-122"/>
                <a:ea typeface="微软雅黑" panose="020B0503020204020204" charset="-122"/>
              </a:defRPr>
            </a:lvl1pPr>
          </a:lstStyle>
          <a:p>
            <a:endParaRPr kumimoji="1" lang="zh-CN" altLang="en-US" dirty="0"/>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tint val="75000"/>
                  </a:schemeClr>
                </a:solidFill>
                <a:latin typeface="微软雅黑" panose="020B0503020204020204" charset="-122"/>
                <a:ea typeface="微软雅黑" panose="020B0503020204020204" charset="-122"/>
              </a:defRPr>
            </a:lvl1pPr>
          </a:lstStyle>
          <a:p>
            <a:r>
              <a:rPr kumimoji="1" lang="en-US" altLang="zh-CN" dirty="0"/>
              <a:t>1</a:t>
            </a:r>
            <a:endParaRPr kumimoji="1" lang="zh-CN" altLang="en-US" dirty="0"/>
          </a:p>
        </p:txBody>
      </p:sp>
      <p:sp>
        <p:nvSpPr>
          <p:cNvPr id="5" name="圆形"/>
          <p:cNvSpPr/>
          <p:nvPr userDrawn="1"/>
        </p:nvSpPr>
        <p:spPr>
          <a:xfrm>
            <a:off x="-806775" y="3292324"/>
            <a:ext cx="412720" cy="412720"/>
          </a:xfrm>
          <a:prstGeom prst="ellipse">
            <a:avLst/>
          </a:prstGeom>
          <a:solidFill>
            <a:srgbClr val="2971EB"/>
          </a:solidFill>
          <a:ln w="3175">
            <a:miter lim="400000"/>
          </a:ln>
        </p:spPr>
        <p:txBody>
          <a:bodyPr lIns="38489" tIns="38489" rIns="38489" bIns="38489" anchor="ctr"/>
          <a:lstStyle/>
          <a:p>
            <a:pPr defTabSz="602615">
              <a:defRPr sz="5800" b="0">
                <a:solidFill>
                  <a:srgbClr val="FFFFFF"/>
                </a:solidFill>
                <a:latin typeface="Helvetica Light"/>
                <a:ea typeface="Helvetica Light"/>
                <a:cs typeface="Helvetica Light"/>
                <a:sym typeface="Helvetica Light"/>
              </a:defRPr>
            </a:pPr>
            <a:endParaRPr sz="2320" b="0" i="0" dirty="0">
              <a:solidFill>
                <a:srgbClr val="2386EE"/>
              </a:solidFill>
              <a:latin typeface="微软雅黑" panose="020B0503020204020204" charset="-122"/>
              <a:ea typeface="微软雅黑" panose="020B0503020204020204" charset="-122"/>
            </a:endParaRPr>
          </a:p>
        </p:txBody>
      </p:sp>
      <p:sp>
        <p:nvSpPr>
          <p:cNvPr id="7" name="圆形"/>
          <p:cNvSpPr/>
          <p:nvPr userDrawn="1"/>
        </p:nvSpPr>
        <p:spPr>
          <a:xfrm>
            <a:off x="-804772" y="4806477"/>
            <a:ext cx="412721" cy="412720"/>
          </a:xfrm>
          <a:prstGeom prst="ellipse">
            <a:avLst/>
          </a:prstGeom>
          <a:solidFill>
            <a:srgbClr val="00CCFE"/>
          </a:solidFill>
          <a:ln w="3175">
            <a:miter lim="400000"/>
          </a:ln>
        </p:spPr>
        <p:txBody>
          <a:bodyPr lIns="38489" tIns="38489" rIns="38489" bIns="38489" anchor="ctr"/>
          <a:lstStyle/>
          <a:p>
            <a:pPr defTabSz="602615">
              <a:defRPr sz="5800" b="0">
                <a:solidFill>
                  <a:srgbClr val="FFFFFF"/>
                </a:solidFill>
                <a:latin typeface="Helvetica Light"/>
                <a:ea typeface="Helvetica Light"/>
                <a:cs typeface="Helvetica Light"/>
                <a:sym typeface="Helvetica Light"/>
              </a:defRPr>
            </a:pPr>
            <a:endParaRPr sz="2320" b="0" i="0" dirty="0">
              <a:solidFill>
                <a:srgbClr val="05C8C8"/>
              </a:solidFill>
              <a:latin typeface="微软雅黑" panose="020B0503020204020204" charset="-122"/>
              <a:ea typeface="微软雅黑" panose="020B0503020204020204" charset="-122"/>
            </a:endParaRPr>
          </a:p>
        </p:txBody>
      </p:sp>
      <p:sp>
        <p:nvSpPr>
          <p:cNvPr id="8" name="圆形"/>
          <p:cNvSpPr/>
          <p:nvPr userDrawn="1"/>
        </p:nvSpPr>
        <p:spPr>
          <a:xfrm>
            <a:off x="-1348384" y="4790261"/>
            <a:ext cx="412721" cy="412720"/>
          </a:xfrm>
          <a:prstGeom prst="ellipse">
            <a:avLst/>
          </a:prstGeom>
          <a:solidFill>
            <a:schemeClr val="bg2">
              <a:lumMod val="25000"/>
            </a:schemeClr>
          </a:solidFill>
          <a:ln w="3175">
            <a:miter lim="400000"/>
          </a:ln>
        </p:spPr>
        <p:txBody>
          <a:bodyPr lIns="38489" tIns="38489" rIns="38489" bIns="38489" anchor="ctr"/>
          <a:lstStyle/>
          <a:p>
            <a:pPr defTabSz="602615">
              <a:defRPr sz="5800" b="0">
                <a:solidFill>
                  <a:srgbClr val="FFFFFF"/>
                </a:solidFill>
                <a:latin typeface="Helvetica Light"/>
                <a:ea typeface="Helvetica Light"/>
                <a:cs typeface="Helvetica Light"/>
                <a:sym typeface="Helvetica Light"/>
              </a:defRPr>
            </a:pPr>
            <a:endParaRPr sz="2320" b="0" i="0" dirty="0">
              <a:solidFill>
                <a:schemeClr val="tx1">
                  <a:lumMod val="75000"/>
                  <a:lumOff val="25000"/>
                </a:schemeClr>
              </a:solidFill>
              <a:latin typeface="微软雅黑" panose="020B0503020204020204" charset="-122"/>
              <a:ea typeface="微软雅黑" panose="020B0503020204020204" charset="-122"/>
            </a:endParaRPr>
          </a:p>
        </p:txBody>
      </p:sp>
      <p:sp>
        <p:nvSpPr>
          <p:cNvPr id="9" name="圆形"/>
          <p:cNvSpPr/>
          <p:nvPr userDrawn="1"/>
        </p:nvSpPr>
        <p:spPr>
          <a:xfrm>
            <a:off x="-1348384" y="5304965"/>
            <a:ext cx="412721" cy="412720"/>
          </a:xfrm>
          <a:prstGeom prst="ellipse">
            <a:avLst/>
          </a:prstGeom>
          <a:solidFill>
            <a:schemeClr val="bg1">
              <a:lumMod val="75000"/>
            </a:schemeClr>
          </a:solidFill>
          <a:ln w="3175">
            <a:miter lim="400000"/>
          </a:ln>
        </p:spPr>
        <p:txBody>
          <a:bodyPr lIns="38489" tIns="38489" rIns="38489" bIns="38489" anchor="ctr"/>
          <a:lstStyle/>
          <a:p>
            <a:pPr defTabSz="602615">
              <a:defRPr sz="5800" b="0">
                <a:solidFill>
                  <a:srgbClr val="FFFFFF"/>
                </a:solidFill>
                <a:latin typeface="Helvetica Light"/>
                <a:ea typeface="Helvetica Light"/>
                <a:cs typeface="Helvetica Light"/>
                <a:sym typeface="Helvetica Light"/>
              </a:defRPr>
            </a:pPr>
            <a:endParaRPr sz="2320" b="0" i="0" dirty="0">
              <a:latin typeface="微软雅黑" panose="020B0503020204020204" charset="-122"/>
              <a:ea typeface="微软雅黑" panose="020B0503020204020204" charset="-122"/>
            </a:endParaRPr>
          </a:p>
        </p:txBody>
      </p:sp>
      <p:sp>
        <p:nvSpPr>
          <p:cNvPr id="10" name="圆形"/>
          <p:cNvSpPr/>
          <p:nvPr userDrawn="1"/>
        </p:nvSpPr>
        <p:spPr>
          <a:xfrm>
            <a:off x="-804772" y="5872245"/>
            <a:ext cx="412721" cy="412720"/>
          </a:xfrm>
          <a:prstGeom prst="ellipse">
            <a:avLst/>
          </a:prstGeom>
          <a:solidFill>
            <a:srgbClr val="A06EFF"/>
          </a:solidFill>
          <a:ln w="3175">
            <a:miter lim="400000"/>
          </a:ln>
        </p:spPr>
        <p:txBody>
          <a:bodyPr lIns="38489" tIns="38489" rIns="38489" bIns="38489" anchor="ctr"/>
          <a:lstStyle/>
          <a:p>
            <a:pPr defTabSz="602615">
              <a:defRPr sz="5800" b="0">
                <a:solidFill>
                  <a:srgbClr val="FFFFFF"/>
                </a:solidFill>
                <a:latin typeface="Helvetica Light"/>
                <a:ea typeface="Helvetica Light"/>
                <a:cs typeface="Helvetica Light"/>
                <a:sym typeface="Helvetica Light"/>
              </a:defRPr>
            </a:pPr>
            <a:endParaRPr sz="2320" b="0" i="0" dirty="0">
              <a:solidFill>
                <a:srgbClr val="A06EFF"/>
              </a:solidFill>
              <a:latin typeface="微软雅黑" panose="020B0503020204020204" charset="-122"/>
              <a:ea typeface="微软雅黑" panose="020B0503020204020204" charset="-122"/>
            </a:endParaRPr>
          </a:p>
        </p:txBody>
      </p:sp>
      <p:sp>
        <p:nvSpPr>
          <p:cNvPr id="11" name="圆形"/>
          <p:cNvSpPr/>
          <p:nvPr userDrawn="1"/>
        </p:nvSpPr>
        <p:spPr>
          <a:xfrm>
            <a:off x="-804772" y="5345152"/>
            <a:ext cx="412721" cy="412720"/>
          </a:xfrm>
          <a:prstGeom prst="ellipse">
            <a:avLst/>
          </a:prstGeom>
          <a:solidFill>
            <a:srgbClr val="05C8C8"/>
          </a:solidFill>
          <a:ln w="3175">
            <a:miter lim="400000"/>
          </a:ln>
        </p:spPr>
        <p:txBody>
          <a:bodyPr lIns="38489" tIns="38489" rIns="38489" bIns="38489" anchor="ctr"/>
          <a:lstStyle/>
          <a:p>
            <a:pPr defTabSz="602615">
              <a:defRPr sz="5800" b="0">
                <a:solidFill>
                  <a:srgbClr val="FFFFFF"/>
                </a:solidFill>
                <a:latin typeface="Helvetica Light"/>
                <a:ea typeface="Helvetica Light"/>
                <a:cs typeface="Helvetica Light"/>
                <a:sym typeface="Helvetica Light"/>
              </a:defRPr>
            </a:pPr>
            <a:endParaRPr sz="2320" b="0" i="0" dirty="0">
              <a:solidFill>
                <a:srgbClr val="05C8C8"/>
              </a:solidFill>
              <a:latin typeface="微软雅黑" panose="020B0503020204020204" charset="-122"/>
              <a:ea typeface="微软雅黑" panose="020B0503020204020204" charset="-122"/>
            </a:endParaRPr>
          </a:p>
        </p:txBody>
      </p:sp>
      <p:sp>
        <p:nvSpPr>
          <p:cNvPr id="12" name="圆形"/>
          <p:cNvSpPr/>
          <p:nvPr userDrawn="1"/>
        </p:nvSpPr>
        <p:spPr>
          <a:xfrm>
            <a:off x="-1337419" y="3282897"/>
            <a:ext cx="412720" cy="412720"/>
          </a:xfrm>
          <a:prstGeom prst="ellipse">
            <a:avLst/>
          </a:prstGeom>
          <a:gradFill flip="none" rotWithShape="1">
            <a:gsLst>
              <a:gs pos="50000">
                <a:srgbClr val="238EF7"/>
              </a:gs>
              <a:gs pos="0">
                <a:srgbClr val="2372EF"/>
              </a:gs>
              <a:gs pos="100000">
                <a:srgbClr val="22AAFE"/>
              </a:gs>
            </a:gsLst>
            <a:lin ang="0" scaled="0"/>
            <a:tileRect/>
          </a:gradFill>
          <a:ln w="3175">
            <a:miter lim="400000"/>
          </a:ln>
        </p:spPr>
        <p:txBody>
          <a:bodyPr lIns="38489" tIns="38489" rIns="38489" bIns="38489" anchor="ctr"/>
          <a:lstStyle/>
          <a:p>
            <a:pPr defTabSz="602615">
              <a:defRPr sz="5800" b="0">
                <a:solidFill>
                  <a:srgbClr val="FFFFFF"/>
                </a:solidFill>
                <a:latin typeface="Helvetica Light"/>
                <a:ea typeface="Helvetica Light"/>
                <a:cs typeface="Helvetica Light"/>
                <a:sym typeface="Helvetica Light"/>
              </a:defRPr>
            </a:pPr>
            <a:endParaRPr sz="2320" b="0" i="0" dirty="0">
              <a:solidFill>
                <a:srgbClr val="2386EE"/>
              </a:solidFill>
              <a:latin typeface="微软雅黑" panose="020B0503020204020204" charset="-122"/>
              <a:ea typeface="微软雅黑" panose="020B0503020204020204" charset="-122"/>
            </a:endParaRPr>
          </a:p>
        </p:txBody>
      </p:sp>
      <p:sp>
        <p:nvSpPr>
          <p:cNvPr id="13" name="圆形"/>
          <p:cNvSpPr/>
          <p:nvPr userDrawn="1"/>
        </p:nvSpPr>
        <p:spPr>
          <a:xfrm>
            <a:off x="-813916" y="6408704"/>
            <a:ext cx="412721" cy="412720"/>
          </a:xfrm>
          <a:prstGeom prst="ellipse">
            <a:avLst/>
          </a:prstGeom>
          <a:solidFill>
            <a:srgbClr val="FFB61A"/>
          </a:solidFill>
          <a:ln w="3175">
            <a:miter lim="400000"/>
          </a:ln>
        </p:spPr>
        <p:txBody>
          <a:bodyPr lIns="38489" tIns="38489" rIns="38489" bIns="38489" anchor="ctr"/>
          <a:lstStyle/>
          <a:p>
            <a:pPr defTabSz="602615">
              <a:defRPr sz="5800" b="0">
                <a:solidFill>
                  <a:srgbClr val="FFFFFF"/>
                </a:solidFill>
                <a:latin typeface="Helvetica Light"/>
                <a:ea typeface="Helvetica Light"/>
                <a:cs typeface="Helvetica Light"/>
                <a:sym typeface="Helvetica Light"/>
              </a:defRPr>
            </a:pPr>
            <a:endParaRPr sz="2320" b="0" i="0" dirty="0">
              <a:latin typeface="微软雅黑" panose="020B0503020204020204" charset="-122"/>
              <a:ea typeface="微软雅黑" panose="020B0503020204020204" charset="-122"/>
            </a:endParaRPr>
          </a:p>
        </p:txBody>
      </p:sp>
      <p:sp>
        <p:nvSpPr>
          <p:cNvPr id="14" name="圆形"/>
          <p:cNvSpPr/>
          <p:nvPr userDrawn="1"/>
        </p:nvSpPr>
        <p:spPr>
          <a:xfrm>
            <a:off x="-1348384" y="5806412"/>
            <a:ext cx="412721" cy="412720"/>
          </a:xfrm>
          <a:prstGeom prst="ellipse">
            <a:avLst/>
          </a:prstGeom>
          <a:solidFill>
            <a:srgbClr val="E7F1FF"/>
          </a:solidFill>
          <a:ln w="3175">
            <a:solidFill>
              <a:schemeClr val="bg1">
                <a:lumMod val="85000"/>
              </a:schemeClr>
            </a:solidFill>
            <a:miter lim="400000"/>
          </a:ln>
        </p:spPr>
        <p:txBody>
          <a:bodyPr lIns="38489" tIns="38489" rIns="38489" bIns="38489" anchor="ctr"/>
          <a:lstStyle/>
          <a:p>
            <a:pPr defTabSz="602615">
              <a:defRPr sz="5800" b="0">
                <a:solidFill>
                  <a:srgbClr val="FFFFFF"/>
                </a:solidFill>
                <a:latin typeface="Helvetica Light"/>
                <a:ea typeface="Helvetica Light"/>
                <a:cs typeface="Helvetica Light"/>
                <a:sym typeface="Helvetica Light"/>
              </a:defRPr>
            </a:pPr>
            <a:endParaRPr sz="2320" b="0" i="0" dirty="0">
              <a:latin typeface="微软雅黑" panose="020B0503020204020204" charset="-122"/>
              <a:ea typeface="微软雅黑" panose="020B0503020204020204" charset="-122"/>
            </a:endParaRPr>
          </a:p>
        </p:txBody>
      </p:sp>
      <p:sp>
        <p:nvSpPr>
          <p:cNvPr id="15" name="圆形"/>
          <p:cNvSpPr/>
          <p:nvPr userDrawn="1"/>
        </p:nvSpPr>
        <p:spPr>
          <a:xfrm>
            <a:off x="-804772" y="4251104"/>
            <a:ext cx="412721" cy="412720"/>
          </a:xfrm>
          <a:prstGeom prst="ellipse">
            <a:avLst/>
          </a:prstGeom>
          <a:solidFill>
            <a:srgbClr val="22AAFE"/>
          </a:solidFill>
          <a:ln w="3175">
            <a:miter lim="400000"/>
          </a:ln>
        </p:spPr>
        <p:txBody>
          <a:bodyPr lIns="38489" tIns="38489" rIns="38489" bIns="38489" anchor="ctr"/>
          <a:lstStyle/>
          <a:p>
            <a:pPr defTabSz="602615">
              <a:defRPr sz="5800" b="0">
                <a:solidFill>
                  <a:srgbClr val="FFFFFF"/>
                </a:solidFill>
                <a:latin typeface="Helvetica Light"/>
                <a:ea typeface="Helvetica Light"/>
                <a:cs typeface="Helvetica Light"/>
                <a:sym typeface="Helvetica Light"/>
              </a:defRPr>
            </a:pPr>
            <a:endParaRPr sz="2320" b="0" i="0" dirty="0">
              <a:solidFill>
                <a:srgbClr val="2386EE"/>
              </a:solidFill>
              <a:latin typeface="微软雅黑" panose="020B0503020204020204" charset="-122"/>
              <a:ea typeface="微软雅黑" panose="020B0503020204020204" charset="-122"/>
            </a:endParaRPr>
          </a:p>
        </p:txBody>
      </p:sp>
      <p:sp>
        <p:nvSpPr>
          <p:cNvPr id="16" name="圆形"/>
          <p:cNvSpPr/>
          <p:nvPr userDrawn="1"/>
        </p:nvSpPr>
        <p:spPr>
          <a:xfrm>
            <a:off x="-1348384" y="4279866"/>
            <a:ext cx="412721" cy="412720"/>
          </a:xfrm>
          <a:prstGeom prst="ellipse">
            <a:avLst/>
          </a:prstGeom>
          <a:solidFill>
            <a:srgbClr val="28235F"/>
          </a:solidFill>
          <a:ln w="3175">
            <a:miter lim="400000"/>
          </a:ln>
        </p:spPr>
        <p:txBody>
          <a:bodyPr lIns="38489" tIns="38489" rIns="38489" bIns="38489" anchor="ctr"/>
          <a:lstStyle/>
          <a:p>
            <a:pPr defTabSz="602615">
              <a:defRPr sz="5800" b="0">
                <a:solidFill>
                  <a:srgbClr val="FFFFFF"/>
                </a:solidFill>
                <a:latin typeface="Helvetica Light"/>
                <a:ea typeface="Helvetica Light"/>
                <a:cs typeface="Helvetica Light"/>
                <a:sym typeface="Helvetica Light"/>
              </a:defRPr>
            </a:pPr>
            <a:endParaRPr sz="2320" b="0" i="0" dirty="0">
              <a:solidFill>
                <a:schemeClr val="tx1">
                  <a:lumMod val="75000"/>
                  <a:lumOff val="25000"/>
                </a:schemeClr>
              </a:solidFill>
              <a:latin typeface="微软雅黑" panose="020B0503020204020204" charset="-122"/>
              <a:ea typeface="微软雅黑" panose="020B0503020204020204" charset="-122"/>
            </a:endParaRPr>
          </a:p>
        </p:txBody>
      </p:sp>
      <p:sp>
        <p:nvSpPr>
          <p:cNvPr id="17" name="文本框 16"/>
          <p:cNvSpPr txBox="1"/>
          <p:nvPr userDrawn="1"/>
        </p:nvSpPr>
        <p:spPr>
          <a:xfrm>
            <a:off x="-1395167" y="2953343"/>
            <a:ext cx="744717" cy="276999"/>
          </a:xfrm>
          <a:prstGeom prst="rect">
            <a:avLst/>
          </a:prstGeom>
          <a:noFill/>
        </p:spPr>
        <p:txBody>
          <a:bodyPr wrap="square" rtlCol="0">
            <a:spAutoFit/>
          </a:bodyPr>
          <a:lstStyle/>
          <a:p>
            <a:r>
              <a:rPr kumimoji="1" lang="zh-CN" altLang="en-US" sz="1200" b="0" i="0" dirty="0">
                <a:latin typeface="微软雅黑 Light" panose="020B0502040204020203" pitchFamily="34" charset="-122"/>
                <a:ea typeface="微软雅黑 Light" panose="020B0502040204020203" pitchFamily="34" charset="-122"/>
              </a:rPr>
              <a:t>主色</a:t>
            </a:r>
          </a:p>
        </p:txBody>
      </p:sp>
      <p:sp>
        <p:nvSpPr>
          <p:cNvPr id="18" name="文本框 17"/>
          <p:cNvSpPr txBox="1"/>
          <p:nvPr userDrawn="1"/>
        </p:nvSpPr>
        <p:spPr>
          <a:xfrm>
            <a:off x="-1395167" y="3959257"/>
            <a:ext cx="650449" cy="276999"/>
          </a:xfrm>
          <a:prstGeom prst="rect">
            <a:avLst/>
          </a:prstGeom>
          <a:noFill/>
        </p:spPr>
        <p:txBody>
          <a:bodyPr wrap="square" rtlCol="0">
            <a:spAutoFit/>
          </a:bodyPr>
          <a:lstStyle/>
          <a:p>
            <a:r>
              <a:rPr kumimoji="1" lang="zh-CN" altLang="en-US" sz="1200" b="0" i="0" dirty="0">
                <a:latin typeface="微软雅黑 Light" panose="020B0502040204020203" pitchFamily="34" charset="-122"/>
                <a:ea typeface="微软雅黑 Light" panose="020B0502040204020203" pitchFamily="34" charset="-122"/>
              </a:rPr>
              <a:t>辅助色</a:t>
            </a:r>
          </a:p>
        </p:txBody>
      </p:sp>
      <p:sp>
        <p:nvSpPr>
          <p:cNvPr id="19" name="文本框 18"/>
          <p:cNvSpPr txBox="1"/>
          <p:nvPr userDrawn="1"/>
        </p:nvSpPr>
        <p:spPr>
          <a:xfrm>
            <a:off x="-1395167" y="2125202"/>
            <a:ext cx="744717" cy="276999"/>
          </a:xfrm>
          <a:prstGeom prst="rect">
            <a:avLst/>
          </a:prstGeom>
          <a:noFill/>
        </p:spPr>
        <p:txBody>
          <a:bodyPr wrap="square" rtlCol="0">
            <a:spAutoFit/>
          </a:bodyPr>
          <a:lstStyle/>
          <a:p>
            <a:r>
              <a:rPr kumimoji="1" lang="zh-CN" altLang="en-US" sz="1200" b="0" i="0" dirty="0">
                <a:latin typeface="微软雅黑 Light" panose="020B0502040204020203" pitchFamily="34" charset="-122"/>
                <a:ea typeface="微软雅黑 Light" panose="020B0502040204020203" pitchFamily="34" charset="-122"/>
              </a:rPr>
              <a:t>字体</a:t>
            </a:r>
          </a:p>
        </p:txBody>
      </p:sp>
      <p:sp>
        <p:nvSpPr>
          <p:cNvPr id="20" name="文本框 19"/>
          <p:cNvSpPr txBox="1"/>
          <p:nvPr userDrawn="1"/>
        </p:nvSpPr>
        <p:spPr>
          <a:xfrm>
            <a:off x="-1395167" y="2384599"/>
            <a:ext cx="1338606" cy="338554"/>
          </a:xfrm>
          <a:prstGeom prst="rect">
            <a:avLst/>
          </a:prstGeom>
          <a:noFill/>
        </p:spPr>
        <p:txBody>
          <a:bodyPr wrap="square" rtlCol="0">
            <a:spAutoFit/>
          </a:bodyPr>
          <a:lstStyle/>
          <a:p>
            <a:r>
              <a:rPr kumimoji="1" lang="zh-CN" altLang="en-US" sz="1600" b="0" i="0" dirty="0">
                <a:latin typeface="微软雅黑" panose="020B0503020204020204" charset="-122"/>
                <a:ea typeface="微软雅黑" panose="020B0503020204020204" charset="-122"/>
              </a:rPr>
              <a:t>微软雅黑</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hdr="0" ftr="0" dt="0"/>
  <p:txStyles>
    <p:titleStyle>
      <a:lvl1pPr algn="l" defTabSz="914400" rtl="0" eaLnBrk="1" latinLnBrk="0" hangingPunct="1">
        <a:lnSpc>
          <a:spcPct val="90000"/>
        </a:lnSpc>
        <a:spcBef>
          <a:spcPct val="0"/>
        </a:spcBef>
        <a:buNone/>
        <a:defRPr sz="4400" b="0" i="0" kern="1200">
          <a:solidFill>
            <a:schemeClr val="tx1"/>
          </a:solidFill>
          <a:latin typeface="微软雅黑" panose="020B0503020204020204" charset="-122"/>
          <a:ea typeface="微软雅黑" panose="020B050302020402020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3" Type="http://schemas.openxmlformats.org/officeDocument/2006/relationships/tags" Target="../tags/tag14.xml"/><Relationship Id="rId18" Type="http://schemas.openxmlformats.org/officeDocument/2006/relationships/tags" Target="../tags/tag19.xml"/><Relationship Id="rId26" Type="http://schemas.openxmlformats.org/officeDocument/2006/relationships/tags" Target="../tags/tag27.xml"/><Relationship Id="rId39" Type="http://schemas.openxmlformats.org/officeDocument/2006/relationships/slideLayout" Target="../slideLayouts/slideLayout3.xml"/><Relationship Id="rId21" Type="http://schemas.openxmlformats.org/officeDocument/2006/relationships/tags" Target="../tags/tag22.xml"/><Relationship Id="rId34" Type="http://schemas.openxmlformats.org/officeDocument/2006/relationships/tags" Target="../tags/tag35.xml"/><Relationship Id="rId7" Type="http://schemas.openxmlformats.org/officeDocument/2006/relationships/tags" Target="../tags/tag8.xml"/><Relationship Id="rId12" Type="http://schemas.openxmlformats.org/officeDocument/2006/relationships/tags" Target="../tags/tag13.xml"/><Relationship Id="rId17" Type="http://schemas.openxmlformats.org/officeDocument/2006/relationships/tags" Target="../tags/tag18.xml"/><Relationship Id="rId25" Type="http://schemas.openxmlformats.org/officeDocument/2006/relationships/tags" Target="../tags/tag26.xml"/><Relationship Id="rId33" Type="http://schemas.openxmlformats.org/officeDocument/2006/relationships/tags" Target="../tags/tag34.xml"/><Relationship Id="rId38" Type="http://schemas.openxmlformats.org/officeDocument/2006/relationships/tags" Target="../tags/tag39.xml"/><Relationship Id="rId2" Type="http://schemas.openxmlformats.org/officeDocument/2006/relationships/tags" Target="../tags/tag3.xml"/><Relationship Id="rId16" Type="http://schemas.openxmlformats.org/officeDocument/2006/relationships/tags" Target="../tags/tag17.xml"/><Relationship Id="rId20" Type="http://schemas.openxmlformats.org/officeDocument/2006/relationships/tags" Target="../tags/tag21.xml"/><Relationship Id="rId29" Type="http://schemas.openxmlformats.org/officeDocument/2006/relationships/tags" Target="../tags/tag30.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24" Type="http://schemas.openxmlformats.org/officeDocument/2006/relationships/tags" Target="../tags/tag25.xml"/><Relationship Id="rId32" Type="http://schemas.openxmlformats.org/officeDocument/2006/relationships/tags" Target="../tags/tag33.xml"/><Relationship Id="rId37" Type="http://schemas.openxmlformats.org/officeDocument/2006/relationships/tags" Target="../tags/tag38.xml"/><Relationship Id="rId5" Type="http://schemas.openxmlformats.org/officeDocument/2006/relationships/tags" Target="../tags/tag6.xml"/><Relationship Id="rId15" Type="http://schemas.openxmlformats.org/officeDocument/2006/relationships/tags" Target="../tags/tag16.xml"/><Relationship Id="rId23" Type="http://schemas.openxmlformats.org/officeDocument/2006/relationships/tags" Target="../tags/tag24.xml"/><Relationship Id="rId28" Type="http://schemas.openxmlformats.org/officeDocument/2006/relationships/tags" Target="../tags/tag29.xml"/><Relationship Id="rId36" Type="http://schemas.openxmlformats.org/officeDocument/2006/relationships/tags" Target="../tags/tag37.xml"/><Relationship Id="rId10" Type="http://schemas.openxmlformats.org/officeDocument/2006/relationships/tags" Target="../tags/tag11.xml"/><Relationship Id="rId19" Type="http://schemas.openxmlformats.org/officeDocument/2006/relationships/tags" Target="../tags/tag20.xml"/><Relationship Id="rId31" Type="http://schemas.openxmlformats.org/officeDocument/2006/relationships/tags" Target="../tags/tag32.xml"/><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tags" Target="../tags/tag15.xml"/><Relationship Id="rId22" Type="http://schemas.openxmlformats.org/officeDocument/2006/relationships/tags" Target="../tags/tag23.xml"/><Relationship Id="rId27" Type="http://schemas.openxmlformats.org/officeDocument/2006/relationships/tags" Target="../tags/tag28.xml"/><Relationship Id="rId30" Type="http://schemas.openxmlformats.org/officeDocument/2006/relationships/tags" Target="../tags/tag31.xml"/><Relationship Id="rId35" Type="http://schemas.openxmlformats.org/officeDocument/2006/relationships/tags" Target="../tags/tag36.xml"/><Relationship Id="rId8" Type="http://schemas.openxmlformats.org/officeDocument/2006/relationships/tags" Target="../tags/tag9.xml"/><Relationship Id="rId3" Type="http://schemas.openxmlformats.org/officeDocument/2006/relationships/tags" Target="../tags/tag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40.xml"/></Relationships>
</file>

<file path=ppt/slides/_rels/slide7.xml.rels><?xml version="1.0" encoding="UTF-8" standalone="yes"?>
<Relationships xmlns="http://schemas.openxmlformats.org/package/2006/relationships"><Relationship Id="rId8" Type="http://schemas.openxmlformats.org/officeDocument/2006/relationships/tags" Target="../tags/tag48.xml"/><Relationship Id="rId3" Type="http://schemas.openxmlformats.org/officeDocument/2006/relationships/tags" Target="../tags/tag43.xml"/><Relationship Id="rId7" Type="http://schemas.openxmlformats.org/officeDocument/2006/relationships/tags" Target="../tags/tag47.xml"/><Relationship Id="rId2" Type="http://schemas.openxmlformats.org/officeDocument/2006/relationships/tags" Target="../tags/tag42.xml"/><Relationship Id="rId1" Type="http://schemas.openxmlformats.org/officeDocument/2006/relationships/tags" Target="../tags/tag41.xml"/><Relationship Id="rId6" Type="http://schemas.openxmlformats.org/officeDocument/2006/relationships/tags" Target="../tags/tag46.xml"/><Relationship Id="rId5" Type="http://schemas.openxmlformats.org/officeDocument/2006/relationships/tags" Target="../tags/tag45.xml"/><Relationship Id="rId10" Type="http://schemas.openxmlformats.org/officeDocument/2006/relationships/slideLayout" Target="../slideLayouts/slideLayout3.xml"/><Relationship Id="rId4" Type="http://schemas.openxmlformats.org/officeDocument/2006/relationships/tags" Target="../tags/tag44.xml"/><Relationship Id="rId9" Type="http://schemas.openxmlformats.org/officeDocument/2006/relationships/tags" Target="../tags/tag4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5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5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XX</a:t>
            </a:r>
            <a:r>
              <a:rPr kumimoji="1" lang="zh-CN" altLang="en-US" dirty="0"/>
              <a:t>项目调研汇报</a:t>
            </a:r>
          </a:p>
        </p:txBody>
      </p:sp>
      <p:sp>
        <p:nvSpPr>
          <p:cNvPr id="3" name="内容占位符 2"/>
          <p:cNvSpPr>
            <a:spLocks noGrp="1"/>
          </p:cNvSpPr>
          <p:nvPr>
            <p:ph sz="quarter" idx="12"/>
          </p:nvPr>
        </p:nvSpPr>
        <p:spPr/>
        <p:txBody>
          <a:bodyPr/>
          <a:lstStyle/>
          <a:p>
            <a:endParaRPr kumimoji="1" lang="zh-CN" altLang="en-US" dirty="0"/>
          </a:p>
        </p:txBody>
      </p:sp>
      <p:sp>
        <p:nvSpPr>
          <p:cNvPr id="4" name="内容占位符 3"/>
          <p:cNvSpPr>
            <a:spLocks noGrp="1"/>
          </p:cNvSpPr>
          <p:nvPr>
            <p:ph sz="quarter" idx="13"/>
          </p:nvPr>
        </p:nvSpPr>
        <p:spPr/>
        <p:txBody>
          <a:bodyPr/>
          <a:lstStyle/>
          <a:p>
            <a:endParaRPr kumimoji="1" lang="zh-CN" altLang="en-US" dirty="0"/>
          </a:p>
        </p:txBody>
      </p:sp>
      <p:sp>
        <p:nvSpPr>
          <p:cNvPr id="5" name="内容占位符 4"/>
          <p:cNvSpPr>
            <a:spLocks noGrp="1"/>
          </p:cNvSpPr>
          <p:nvPr>
            <p:ph sz="quarter" idx="14"/>
          </p:nvPr>
        </p:nvSpPr>
        <p:spPr/>
        <p:txBody>
          <a:bodyPr/>
          <a:lstStyle/>
          <a:p>
            <a:endParaRPr kumimoji="1"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kumimoji="1" lang="en-US" altLang="zh-CN" dirty="0"/>
              <a:t>02</a:t>
            </a:r>
            <a:endParaRPr kumimoji="1" lang="zh-CN" altLang="en-US" dirty="0"/>
          </a:p>
        </p:txBody>
      </p:sp>
      <p:sp>
        <p:nvSpPr>
          <p:cNvPr id="3" name="文本占位符 2"/>
          <p:cNvSpPr>
            <a:spLocks noGrp="1"/>
          </p:cNvSpPr>
          <p:nvPr>
            <p:ph type="body" sz="quarter" idx="14"/>
          </p:nvPr>
        </p:nvSpPr>
        <p:spPr/>
        <p:txBody>
          <a:bodyPr/>
          <a:lstStyle/>
          <a:p>
            <a:r>
              <a:rPr kumimoji="1" lang="en-US" altLang="zh-CN" dirty="0"/>
              <a:t>03</a:t>
            </a:r>
            <a:endParaRPr kumimoji="1" lang="zh-CN" altLang="en-US" dirty="0"/>
          </a:p>
        </p:txBody>
      </p:sp>
      <p:sp>
        <p:nvSpPr>
          <p:cNvPr id="4" name="文本占位符 3"/>
          <p:cNvSpPr>
            <a:spLocks noGrp="1"/>
          </p:cNvSpPr>
          <p:nvPr>
            <p:ph type="body" sz="quarter" idx="15"/>
          </p:nvPr>
        </p:nvSpPr>
        <p:spPr/>
        <p:txBody>
          <a:bodyPr/>
          <a:lstStyle/>
          <a:p>
            <a:r>
              <a:rPr kumimoji="1" lang="zh-CN" altLang="en-US"/>
              <a:t>调研过程回顾</a:t>
            </a:r>
          </a:p>
        </p:txBody>
      </p:sp>
      <p:sp>
        <p:nvSpPr>
          <p:cNvPr id="5" name="文本占位符 4"/>
          <p:cNvSpPr>
            <a:spLocks noGrp="1"/>
          </p:cNvSpPr>
          <p:nvPr>
            <p:ph type="body" sz="quarter" idx="16"/>
          </p:nvPr>
        </p:nvSpPr>
        <p:spPr/>
        <p:txBody>
          <a:bodyPr/>
          <a:lstStyle/>
          <a:p>
            <a:r>
              <a:rPr kumimoji="1" lang="en-US" altLang="zh-CN"/>
              <a:t>1-1. </a:t>
            </a:r>
            <a:r>
              <a:rPr kumimoji="1" lang="zh-CN" altLang="en-US"/>
              <a:t>项目整体进展</a:t>
            </a:r>
            <a:r>
              <a:rPr kumimoji="1" lang="en-US" altLang="zh-CN"/>
              <a:t> | 1-2. </a:t>
            </a:r>
            <a:r>
              <a:rPr kumimoji="1" lang="zh-CN" altLang="en-US"/>
              <a:t>调研成果</a:t>
            </a:r>
          </a:p>
        </p:txBody>
      </p:sp>
      <p:sp>
        <p:nvSpPr>
          <p:cNvPr id="6" name="文本占位符 5"/>
          <p:cNvSpPr>
            <a:spLocks noGrp="1"/>
          </p:cNvSpPr>
          <p:nvPr>
            <p:ph type="body" sz="quarter" idx="18"/>
          </p:nvPr>
        </p:nvSpPr>
        <p:spPr/>
        <p:txBody>
          <a:bodyPr/>
          <a:lstStyle/>
          <a:p>
            <a:r>
              <a:rPr kumimoji="1" lang="en-US" altLang="zh-CN"/>
              <a:t>2-1. </a:t>
            </a:r>
            <a:r>
              <a:rPr kumimoji="1" lang="zh-CN" altLang="en-US"/>
              <a:t>基本情况</a:t>
            </a:r>
            <a:r>
              <a:rPr kumimoji="1" lang="en-US" altLang="zh-CN"/>
              <a:t> | 2-2. </a:t>
            </a:r>
            <a:r>
              <a:rPr kumimoji="1" lang="zh-CN" altLang="en-US"/>
              <a:t>主要问题与痛点</a:t>
            </a:r>
            <a:r>
              <a:rPr kumimoji="1" lang="en-US" altLang="zh-CN"/>
              <a:t> | 2-3. </a:t>
            </a:r>
            <a:r>
              <a:rPr kumimoji="1" lang="zh-CN" altLang="en-US"/>
              <a:t>重点关注与期望</a:t>
            </a:r>
          </a:p>
        </p:txBody>
      </p:sp>
      <p:sp>
        <p:nvSpPr>
          <p:cNvPr id="7" name="文本占位符 6"/>
          <p:cNvSpPr>
            <a:spLocks noGrp="1"/>
          </p:cNvSpPr>
          <p:nvPr>
            <p:ph type="body" sz="quarter" idx="20"/>
          </p:nvPr>
        </p:nvSpPr>
        <p:spPr/>
        <p:txBody>
          <a:bodyPr/>
          <a:lstStyle/>
          <a:p>
            <a:r>
              <a:rPr kumimoji="1" lang="zh-CN" altLang="en-US"/>
              <a:t>可按不同业务板块划分二级目录</a:t>
            </a:r>
          </a:p>
        </p:txBody>
      </p:sp>
      <p:sp>
        <p:nvSpPr>
          <p:cNvPr id="8" name="文本占位符 7"/>
          <p:cNvSpPr>
            <a:spLocks noGrp="1"/>
          </p:cNvSpPr>
          <p:nvPr>
            <p:ph type="body" sz="quarter" idx="21"/>
          </p:nvPr>
        </p:nvSpPr>
        <p:spPr/>
        <p:txBody>
          <a:bodyPr/>
          <a:lstStyle/>
          <a:p>
            <a:r>
              <a:rPr kumimoji="1" lang="en-US" altLang="zh-CN" dirty="0"/>
              <a:t>04</a:t>
            </a:r>
            <a:endParaRPr kumimoji="1" lang="zh-CN" altLang="en-US" dirty="0"/>
          </a:p>
        </p:txBody>
      </p:sp>
      <p:sp>
        <p:nvSpPr>
          <p:cNvPr id="9" name="文本占位符 8"/>
          <p:cNvSpPr>
            <a:spLocks noGrp="1"/>
          </p:cNvSpPr>
          <p:nvPr>
            <p:ph type="body" sz="quarter" idx="23"/>
          </p:nvPr>
        </p:nvSpPr>
        <p:spPr/>
        <p:txBody>
          <a:bodyPr/>
          <a:lstStyle/>
          <a:p>
            <a:r>
              <a:rPr kumimoji="1" lang="en-US" altLang="zh-CN"/>
              <a:t>4-1. </a:t>
            </a:r>
            <a:r>
              <a:rPr kumimoji="1" lang="zh-CN" altLang="en-US"/>
              <a:t>待决策事项</a:t>
            </a:r>
            <a:r>
              <a:rPr kumimoji="1" lang="en-US" altLang="zh-CN"/>
              <a:t> | 4-2. </a:t>
            </a:r>
            <a:r>
              <a:rPr kumimoji="1" lang="zh-CN" altLang="en-US"/>
              <a:t>下一步工作安排</a:t>
            </a:r>
            <a:r>
              <a:rPr kumimoji="1" lang="en-US" altLang="zh-CN"/>
              <a:t> | 4-3. </a:t>
            </a:r>
            <a:r>
              <a:rPr kumimoji="1" lang="zh-CN" altLang="en-US"/>
              <a:t>调研总结</a:t>
            </a:r>
          </a:p>
        </p:txBody>
      </p:sp>
      <p:sp>
        <p:nvSpPr>
          <p:cNvPr id="10" name="文本占位符 9"/>
          <p:cNvSpPr>
            <a:spLocks noGrp="1"/>
          </p:cNvSpPr>
          <p:nvPr>
            <p:ph type="body" sz="quarter" idx="24"/>
          </p:nvPr>
        </p:nvSpPr>
        <p:spPr/>
        <p:txBody>
          <a:bodyPr/>
          <a:lstStyle/>
          <a:p>
            <a:r>
              <a:rPr kumimoji="1" lang="en-US" altLang="zh-CN"/>
              <a:t>P xx</a:t>
            </a:r>
          </a:p>
        </p:txBody>
      </p:sp>
      <p:sp>
        <p:nvSpPr>
          <p:cNvPr id="11" name="文本占位符 10"/>
          <p:cNvSpPr>
            <a:spLocks noGrp="1"/>
          </p:cNvSpPr>
          <p:nvPr>
            <p:ph type="body" sz="quarter" idx="25"/>
          </p:nvPr>
        </p:nvSpPr>
        <p:spPr/>
        <p:txBody>
          <a:bodyPr/>
          <a:lstStyle/>
          <a:p>
            <a:r>
              <a:rPr kumimoji="1" lang="en-US" altLang="zh-CN"/>
              <a:t>P xx</a:t>
            </a:r>
          </a:p>
        </p:txBody>
      </p:sp>
      <p:sp>
        <p:nvSpPr>
          <p:cNvPr id="12" name="文本占位符 11"/>
          <p:cNvSpPr>
            <a:spLocks noGrp="1"/>
          </p:cNvSpPr>
          <p:nvPr>
            <p:ph type="body" sz="quarter" idx="26"/>
          </p:nvPr>
        </p:nvSpPr>
        <p:spPr/>
        <p:txBody>
          <a:bodyPr/>
          <a:lstStyle/>
          <a:p>
            <a:r>
              <a:rPr kumimoji="1" lang="en-US" altLang="zh-CN"/>
              <a:t>P xx</a:t>
            </a:r>
          </a:p>
        </p:txBody>
      </p:sp>
      <p:sp>
        <p:nvSpPr>
          <p:cNvPr id="13" name="文本占位符 12"/>
          <p:cNvSpPr>
            <a:spLocks noGrp="1"/>
          </p:cNvSpPr>
          <p:nvPr>
            <p:ph type="body" sz="quarter" idx="27"/>
          </p:nvPr>
        </p:nvSpPr>
        <p:spPr/>
        <p:txBody>
          <a:bodyPr/>
          <a:lstStyle/>
          <a:p>
            <a:r>
              <a:rPr kumimoji="1" lang="en-US" altLang="zh-CN"/>
              <a:t>P xx</a:t>
            </a:r>
          </a:p>
        </p:txBody>
      </p:sp>
      <p:sp>
        <p:nvSpPr>
          <p:cNvPr id="14" name="文本占位符 13"/>
          <p:cNvSpPr>
            <a:spLocks noGrp="1"/>
          </p:cNvSpPr>
          <p:nvPr>
            <p:ph type="body" sz="quarter" idx="28"/>
          </p:nvPr>
        </p:nvSpPr>
        <p:spPr/>
        <p:txBody>
          <a:bodyPr/>
          <a:lstStyle/>
          <a:p>
            <a:r>
              <a:rPr kumimoji="1" lang="zh-CN" altLang="en-US" dirty="0"/>
              <a:t> </a:t>
            </a:r>
          </a:p>
        </p:txBody>
      </p:sp>
      <p:sp>
        <p:nvSpPr>
          <p:cNvPr id="15" name="文本占位符 14"/>
          <p:cNvSpPr>
            <a:spLocks noGrp="1"/>
          </p:cNvSpPr>
          <p:nvPr>
            <p:ph type="body" sz="quarter" idx="29"/>
          </p:nvPr>
        </p:nvSpPr>
        <p:spPr/>
        <p:txBody>
          <a:bodyPr/>
          <a:lstStyle/>
          <a:p>
            <a:r>
              <a:rPr kumimoji="1" lang="zh-CN" altLang="en-US"/>
              <a:t>现状分析</a:t>
            </a:r>
          </a:p>
        </p:txBody>
      </p:sp>
      <p:sp>
        <p:nvSpPr>
          <p:cNvPr id="16" name="文本占位符 15"/>
          <p:cNvSpPr>
            <a:spLocks noGrp="1"/>
          </p:cNvSpPr>
          <p:nvPr>
            <p:ph type="body" sz="quarter" idx="30"/>
          </p:nvPr>
        </p:nvSpPr>
        <p:spPr/>
        <p:txBody>
          <a:bodyPr/>
          <a:lstStyle/>
          <a:p>
            <a:r>
              <a:rPr kumimoji="1" lang="zh-CN" altLang="en-US"/>
              <a:t>需求分析与建议</a:t>
            </a:r>
          </a:p>
        </p:txBody>
      </p:sp>
      <p:sp>
        <p:nvSpPr>
          <p:cNvPr id="17" name="文本占位符 16"/>
          <p:cNvSpPr>
            <a:spLocks noGrp="1"/>
          </p:cNvSpPr>
          <p:nvPr>
            <p:ph type="body" sz="quarter" idx="31"/>
          </p:nvPr>
        </p:nvSpPr>
        <p:spPr>
          <a:xfrm>
            <a:off x="1630862" y="4954059"/>
            <a:ext cx="6602906" cy="410834"/>
          </a:xfrm>
        </p:spPr>
        <p:txBody>
          <a:bodyPr/>
          <a:lstStyle/>
          <a:p>
            <a:r>
              <a:rPr kumimoji="1" lang="zh-CN" altLang="en-US"/>
              <a:t>待决策事项与后续安排</a:t>
            </a:r>
          </a:p>
        </p:txBody>
      </p:sp>
      <p:sp>
        <p:nvSpPr>
          <p:cNvPr id="18" name="标题 17"/>
          <p:cNvSpPr>
            <a:spLocks noGrp="1"/>
          </p:cNvSpPr>
          <p:nvPr>
            <p:ph type="title"/>
          </p:nvPr>
        </p:nvSpPr>
        <p:spPr/>
        <p:txBody>
          <a:bodyPr/>
          <a:lstStyle/>
          <a:p>
            <a:r>
              <a:rPr kumimoji="1" lang="zh-CN" altLang="en-US" dirty="0"/>
              <a:t>目 录</a:t>
            </a:r>
          </a:p>
        </p:txBody>
      </p:sp>
      <p:sp>
        <p:nvSpPr>
          <p:cNvPr id="19" name="文本占位符 18"/>
          <p:cNvSpPr>
            <a:spLocks noGrp="1"/>
          </p:cNvSpPr>
          <p:nvPr>
            <p:ph type="body" sz="quarter" idx="32"/>
          </p:nvPr>
        </p:nvSpPr>
        <p:spPr/>
        <p:txBody>
          <a:bodyPr/>
          <a:lstStyle/>
          <a:p>
            <a:r>
              <a:rPr kumimoji="1" lang="en-US" altLang="zh-CN" dirty="0"/>
              <a:t>01</a:t>
            </a:r>
            <a:endParaRPr kumimoji="1"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054" y="2705628"/>
            <a:ext cx="9939958" cy="609812"/>
          </a:xfrm>
        </p:spPr>
        <p:txBody>
          <a:bodyPr/>
          <a:lstStyle/>
          <a:p>
            <a:r>
              <a:rPr lang="zh-CN" altLang="en-US" dirty="0"/>
              <a:t>调研过程回顾</a:t>
            </a:r>
          </a:p>
        </p:txBody>
      </p:sp>
      <p:sp>
        <p:nvSpPr>
          <p:cNvPr id="3" name="文本占位符 2"/>
          <p:cNvSpPr>
            <a:spLocks noGrp="1"/>
          </p:cNvSpPr>
          <p:nvPr>
            <p:ph type="body" sz="quarter" idx="17"/>
          </p:nvPr>
        </p:nvSpPr>
        <p:spPr>
          <a:xfrm>
            <a:off x="472054" y="3305280"/>
            <a:ext cx="4724718" cy="1276660"/>
          </a:xfrm>
        </p:spPr>
        <p:txBody>
          <a:bodyPr/>
          <a:lstStyle/>
          <a:p>
            <a:r>
              <a:rPr lang="en-US" altLang="zh-CN" dirty="0"/>
              <a:t>1-1. </a:t>
            </a:r>
            <a:r>
              <a:rPr lang="zh-CN" altLang="en-US" dirty="0"/>
              <a:t>项目整体进展</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项目整体进展</a:t>
            </a:r>
          </a:p>
        </p:txBody>
      </p:sp>
      <p:sp>
        <p:nvSpPr>
          <p:cNvPr id="28" name="Parallelogram 3"/>
          <p:cNvSpPr/>
          <p:nvPr>
            <p:custDataLst>
              <p:tags r:id="rId1"/>
            </p:custDataLst>
          </p:nvPr>
        </p:nvSpPr>
        <p:spPr>
          <a:xfrm>
            <a:off x="722630" y="3434572"/>
            <a:ext cx="1778000" cy="342900"/>
          </a:xfrm>
          <a:prstGeom prst="parallelogram">
            <a:avLst>
              <a:gd name="adj" fmla="val 50926"/>
            </a:avLst>
          </a:prstGeom>
          <a:solidFill>
            <a:srgbClr val="22AAFE"/>
          </a:solidFill>
          <a:ln>
            <a:noFill/>
          </a:ln>
        </p:spPr>
        <p:style>
          <a:lnRef idx="2">
            <a:srgbClr val="1F74AD">
              <a:shade val="50000"/>
            </a:srgbClr>
          </a:lnRef>
          <a:fillRef idx="1">
            <a:srgbClr val="1F74AD"/>
          </a:fillRef>
          <a:effectRef idx="0">
            <a:srgbClr val="1F74AD"/>
          </a:effectRef>
          <a:fontRef idx="minor">
            <a:sysClr val="window" lastClr="FFFFFF"/>
          </a:fontRef>
        </p:style>
        <p:txBody>
          <a:bodyPr rtlCol="0" anchor="ctr"/>
          <a:lstStyle/>
          <a:p>
            <a:pPr algn="ctr"/>
            <a:r>
              <a:rPr lang="en-US" altLang="zh-CN" sz="1400" dirty="0">
                <a:latin typeface="微软雅黑" panose="020B0503020204020204" charset="-122"/>
                <a:ea typeface="微软雅黑" panose="020B0503020204020204" charset="-122"/>
              </a:rPr>
              <a:t>XXX</a:t>
            </a:r>
            <a:endParaRPr lang="id-ID" sz="1400" dirty="0">
              <a:latin typeface="微软雅黑" panose="020B0503020204020204" charset="-122"/>
              <a:ea typeface="微软雅黑" panose="020B0503020204020204" charset="-122"/>
            </a:endParaRPr>
          </a:p>
        </p:txBody>
      </p:sp>
      <p:sp>
        <p:nvSpPr>
          <p:cNvPr id="29" name="Parallelogram 4"/>
          <p:cNvSpPr/>
          <p:nvPr>
            <p:custDataLst>
              <p:tags r:id="rId2"/>
            </p:custDataLst>
          </p:nvPr>
        </p:nvSpPr>
        <p:spPr>
          <a:xfrm>
            <a:off x="2500630" y="3434572"/>
            <a:ext cx="1778000" cy="342900"/>
          </a:xfrm>
          <a:prstGeom prst="parallelogram">
            <a:avLst>
              <a:gd name="adj" fmla="val 50926"/>
            </a:avLst>
          </a:prstGeom>
          <a:solidFill>
            <a:srgbClr val="00CCFE"/>
          </a:solidFill>
          <a:ln>
            <a:noFill/>
          </a:ln>
        </p:spPr>
        <p:style>
          <a:lnRef idx="2">
            <a:srgbClr val="1F74AD">
              <a:shade val="50000"/>
            </a:srgbClr>
          </a:lnRef>
          <a:fillRef idx="1">
            <a:srgbClr val="1F74AD"/>
          </a:fillRef>
          <a:effectRef idx="0">
            <a:srgbClr val="1F74AD"/>
          </a:effectRef>
          <a:fontRef idx="minor">
            <a:sysClr val="window" lastClr="FFFFFF"/>
          </a:fontRef>
        </p:style>
        <p:txBody>
          <a:bodyPr rtlCol="0" anchor="ctr"/>
          <a:lstStyle/>
          <a:p>
            <a:pPr algn="ctr"/>
            <a:r>
              <a:rPr lang="en-US" altLang="zh-CN" sz="1400" dirty="0">
                <a:latin typeface="微软雅黑" panose="020B0503020204020204" charset="-122"/>
                <a:ea typeface="微软雅黑" panose="020B0503020204020204" charset="-122"/>
              </a:rPr>
              <a:t>XXX</a:t>
            </a:r>
            <a:endParaRPr lang="id-ID" altLang="zh-CN" sz="1400" dirty="0">
              <a:latin typeface="微软雅黑" panose="020B0503020204020204" charset="-122"/>
              <a:ea typeface="微软雅黑" panose="020B0503020204020204" charset="-122"/>
            </a:endParaRPr>
          </a:p>
        </p:txBody>
      </p:sp>
      <p:sp>
        <p:nvSpPr>
          <p:cNvPr id="30" name="Parallelogram 5"/>
          <p:cNvSpPr/>
          <p:nvPr>
            <p:custDataLst>
              <p:tags r:id="rId3"/>
            </p:custDataLst>
          </p:nvPr>
        </p:nvSpPr>
        <p:spPr>
          <a:xfrm>
            <a:off x="4278630" y="3434572"/>
            <a:ext cx="1778000" cy="342900"/>
          </a:xfrm>
          <a:prstGeom prst="parallelogram">
            <a:avLst>
              <a:gd name="adj" fmla="val 50926"/>
            </a:avLst>
          </a:prstGeom>
          <a:solidFill>
            <a:srgbClr val="05C8C8"/>
          </a:solidFill>
          <a:ln>
            <a:noFill/>
          </a:ln>
        </p:spPr>
        <p:style>
          <a:lnRef idx="2">
            <a:srgbClr val="1F74AD">
              <a:shade val="50000"/>
            </a:srgbClr>
          </a:lnRef>
          <a:fillRef idx="1">
            <a:srgbClr val="1F74AD"/>
          </a:fillRef>
          <a:effectRef idx="0">
            <a:srgbClr val="1F74AD"/>
          </a:effectRef>
          <a:fontRef idx="minor">
            <a:sysClr val="window" lastClr="FFFFFF"/>
          </a:fontRef>
        </p:style>
        <p:txBody>
          <a:bodyPr rtlCol="0" anchor="ctr"/>
          <a:lstStyle/>
          <a:p>
            <a:pPr algn="ctr"/>
            <a:r>
              <a:rPr lang="en-US" altLang="zh-CN" sz="1400" dirty="0">
                <a:latin typeface="微软雅黑" panose="020B0503020204020204" charset="-122"/>
                <a:ea typeface="微软雅黑" panose="020B0503020204020204" charset="-122"/>
              </a:rPr>
              <a:t>XXX</a:t>
            </a:r>
            <a:endParaRPr lang="id-ID" altLang="zh-CN" sz="1400" dirty="0">
              <a:latin typeface="微软雅黑" panose="020B0503020204020204" charset="-122"/>
              <a:ea typeface="微软雅黑" panose="020B0503020204020204" charset="-122"/>
            </a:endParaRPr>
          </a:p>
        </p:txBody>
      </p:sp>
      <p:sp>
        <p:nvSpPr>
          <p:cNvPr id="31" name="Parallelogram 6"/>
          <p:cNvSpPr/>
          <p:nvPr>
            <p:custDataLst>
              <p:tags r:id="rId4"/>
            </p:custDataLst>
          </p:nvPr>
        </p:nvSpPr>
        <p:spPr>
          <a:xfrm>
            <a:off x="6056630" y="3434572"/>
            <a:ext cx="1778000" cy="342900"/>
          </a:xfrm>
          <a:prstGeom prst="parallelogram">
            <a:avLst>
              <a:gd name="adj" fmla="val 50926"/>
            </a:avLst>
          </a:prstGeom>
          <a:solidFill>
            <a:srgbClr val="22AAFE"/>
          </a:solidFill>
          <a:ln>
            <a:noFill/>
          </a:ln>
        </p:spPr>
        <p:style>
          <a:lnRef idx="2">
            <a:srgbClr val="1F74AD">
              <a:shade val="50000"/>
            </a:srgbClr>
          </a:lnRef>
          <a:fillRef idx="1">
            <a:srgbClr val="1F74AD"/>
          </a:fillRef>
          <a:effectRef idx="0">
            <a:srgbClr val="1F74AD"/>
          </a:effectRef>
          <a:fontRef idx="minor">
            <a:sysClr val="window" lastClr="FFFFFF"/>
          </a:fontRef>
        </p:style>
        <p:txBody>
          <a:bodyPr rtlCol="0" anchor="ctr"/>
          <a:lstStyle/>
          <a:p>
            <a:pPr algn="ctr"/>
            <a:r>
              <a:rPr lang="en-US" altLang="zh-CN" sz="1400" dirty="0">
                <a:latin typeface="微软雅黑" panose="020B0503020204020204" charset="-122"/>
                <a:ea typeface="微软雅黑" panose="020B0503020204020204" charset="-122"/>
              </a:rPr>
              <a:t>XXX</a:t>
            </a:r>
            <a:endParaRPr lang="id-ID" altLang="zh-CN" sz="1400" dirty="0">
              <a:latin typeface="微软雅黑" panose="020B0503020204020204" charset="-122"/>
              <a:ea typeface="微软雅黑" panose="020B0503020204020204" charset="-122"/>
            </a:endParaRPr>
          </a:p>
        </p:txBody>
      </p:sp>
      <p:sp>
        <p:nvSpPr>
          <p:cNvPr id="32" name="Parallelogram 7"/>
          <p:cNvSpPr/>
          <p:nvPr>
            <p:custDataLst>
              <p:tags r:id="rId5"/>
            </p:custDataLst>
          </p:nvPr>
        </p:nvSpPr>
        <p:spPr>
          <a:xfrm>
            <a:off x="7834630" y="3434572"/>
            <a:ext cx="1778000" cy="342900"/>
          </a:xfrm>
          <a:prstGeom prst="parallelogram">
            <a:avLst>
              <a:gd name="adj" fmla="val 50926"/>
            </a:avLst>
          </a:prstGeom>
          <a:solidFill>
            <a:srgbClr val="A06EFF"/>
          </a:solidFill>
          <a:ln>
            <a:noFill/>
          </a:ln>
        </p:spPr>
        <p:style>
          <a:lnRef idx="2">
            <a:srgbClr val="1F74AD">
              <a:shade val="50000"/>
            </a:srgbClr>
          </a:lnRef>
          <a:fillRef idx="1">
            <a:srgbClr val="1F74AD"/>
          </a:fillRef>
          <a:effectRef idx="0">
            <a:srgbClr val="1F74AD"/>
          </a:effectRef>
          <a:fontRef idx="minor">
            <a:sysClr val="window" lastClr="FFFFFF"/>
          </a:fontRef>
        </p:style>
        <p:txBody>
          <a:bodyPr rtlCol="0" anchor="ctr"/>
          <a:lstStyle/>
          <a:p>
            <a:pPr algn="ctr"/>
            <a:r>
              <a:rPr lang="en-US" altLang="zh-CN" sz="1400" dirty="0">
                <a:latin typeface="微软雅黑" panose="020B0503020204020204" charset="-122"/>
                <a:ea typeface="微软雅黑" panose="020B0503020204020204" charset="-122"/>
              </a:rPr>
              <a:t>XXX</a:t>
            </a:r>
            <a:endParaRPr lang="id-ID" altLang="zh-CN" sz="1400" dirty="0">
              <a:latin typeface="微软雅黑" panose="020B0503020204020204" charset="-122"/>
              <a:ea typeface="微软雅黑" panose="020B0503020204020204" charset="-122"/>
            </a:endParaRPr>
          </a:p>
        </p:txBody>
      </p:sp>
      <p:sp>
        <p:nvSpPr>
          <p:cNvPr id="33" name="Parallelogram 8"/>
          <p:cNvSpPr/>
          <p:nvPr>
            <p:custDataLst>
              <p:tags r:id="rId6"/>
            </p:custDataLst>
          </p:nvPr>
        </p:nvSpPr>
        <p:spPr>
          <a:xfrm>
            <a:off x="9612630" y="3434572"/>
            <a:ext cx="1778000" cy="342900"/>
          </a:xfrm>
          <a:prstGeom prst="parallelogram">
            <a:avLst>
              <a:gd name="adj" fmla="val 50926"/>
            </a:avLst>
          </a:prstGeom>
          <a:solidFill>
            <a:srgbClr val="FFB61A"/>
          </a:solidFill>
          <a:ln>
            <a:noFill/>
          </a:ln>
        </p:spPr>
        <p:style>
          <a:lnRef idx="2">
            <a:srgbClr val="1F74AD">
              <a:shade val="50000"/>
            </a:srgbClr>
          </a:lnRef>
          <a:fillRef idx="1">
            <a:srgbClr val="1F74AD"/>
          </a:fillRef>
          <a:effectRef idx="0">
            <a:srgbClr val="1F74AD"/>
          </a:effectRef>
          <a:fontRef idx="minor">
            <a:sysClr val="window" lastClr="FFFFFF"/>
          </a:fontRef>
        </p:style>
        <p:txBody>
          <a:bodyPr rtlCol="0" anchor="ctr"/>
          <a:lstStyle/>
          <a:p>
            <a:pPr algn="ctr"/>
            <a:r>
              <a:rPr lang="en-US" altLang="zh-CN" sz="1400" dirty="0">
                <a:latin typeface="微软雅黑" panose="020B0503020204020204" charset="-122"/>
                <a:ea typeface="微软雅黑" panose="020B0503020204020204" charset="-122"/>
              </a:rPr>
              <a:t>XXX</a:t>
            </a:r>
            <a:endParaRPr lang="id-ID" altLang="zh-CN" sz="1400" dirty="0">
              <a:latin typeface="微软雅黑" panose="020B0503020204020204" charset="-122"/>
              <a:ea typeface="微软雅黑" panose="020B0503020204020204" charset="-122"/>
            </a:endParaRPr>
          </a:p>
        </p:txBody>
      </p:sp>
      <p:cxnSp>
        <p:nvCxnSpPr>
          <p:cNvPr id="34" name="Straight Connector 9"/>
          <p:cNvCxnSpPr/>
          <p:nvPr>
            <p:custDataLst>
              <p:tags r:id="rId7"/>
            </p:custDataLst>
          </p:nvPr>
        </p:nvCxnSpPr>
        <p:spPr>
          <a:xfrm flipH="1">
            <a:off x="1607097" y="3777472"/>
            <a:ext cx="9067" cy="1448033"/>
          </a:xfrm>
          <a:prstGeom prst="line">
            <a:avLst/>
          </a:prstGeom>
          <a:ln w="12700">
            <a:solidFill>
              <a:sysClr val="window" lastClr="FFFFFF">
                <a:lumMod val="65000"/>
              </a:sysClr>
            </a:solidFill>
            <a:headEnd type="none"/>
            <a:tailEnd type="oval"/>
          </a:ln>
        </p:spPr>
        <p:style>
          <a:lnRef idx="1">
            <a:srgbClr val="1F74AD"/>
          </a:lnRef>
          <a:fillRef idx="0">
            <a:srgbClr val="1F74AD"/>
          </a:fillRef>
          <a:effectRef idx="0">
            <a:srgbClr val="1F74AD"/>
          </a:effectRef>
          <a:fontRef idx="minor">
            <a:srgbClr val="000000"/>
          </a:fontRef>
        </p:style>
      </p:cxnSp>
      <p:sp>
        <p:nvSpPr>
          <p:cNvPr id="35" name="TextBox 12"/>
          <p:cNvSpPr txBox="1"/>
          <p:nvPr>
            <p:custDataLst>
              <p:tags r:id="rId8"/>
            </p:custDataLst>
          </p:nvPr>
        </p:nvSpPr>
        <p:spPr>
          <a:xfrm>
            <a:off x="1682523" y="5122841"/>
            <a:ext cx="2431140" cy="646331"/>
          </a:xfrm>
          <a:prstGeom prst="rect">
            <a:avLst/>
          </a:prstGeom>
          <a:noFill/>
        </p:spPr>
        <p:txBody>
          <a:bodyPr wrap="square" tIns="0" rtlCol="0">
            <a:normAutofit/>
          </a:bodyPr>
          <a:lstStyle/>
          <a:p>
            <a:pPr>
              <a:lnSpc>
                <a:spcPct val="120000"/>
              </a:lnSpc>
            </a:pPr>
            <a:r>
              <a:rPr lang="zh-CN" altLang="en-US" sz="1200" spc="150">
                <a:solidFill>
                  <a:sysClr val="window" lastClr="FFFFFF">
                    <a:lumMod val="50000"/>
                  </a:sysClr>
                </a:solidFill>
                <a:latin typeface="微软雅黑" panose="020B0503020204020204" charset="-122"/>
                <a:ea typeface="微软雅黑" panose="020B0503020204020204" charset="-122"/>
              </a:rPr>
              <a:t>单击此处添加文本具体内容，简明扼要的阐述您的观点。</a:t>
            </a:r>
          </a:p>
        </p:txBody>
      </p:sp>
      <p:sp>
        <p:nvSpPr>
          <p:cNvPr id="36" name="TextBox 13"/>
          <p:cNvSpPr txBox="1"/>
          <p:nvPr>
            <p:custDataLst>
              <p:tags r:id="rId9"/>
            </p:custDataLst>
          </p:nvPr>
        </p:nvSpPr>
        <p:spPr>
          <a:xfrm>
            <a:off x="1682523" y="4721369"/>
            <a:ext cx="2431140" cy="401472"/>
          </a:xfrm>
          <a:prstGeom prst="rect">
            <a:avLst/>
          </a:prstGeom>
          <a:noFill/>
        </p:spPr>
        <p:txBody>
          <a:bodyPr wrap="square" bIns="0" rtlCol="0">
            <a:normAutofit/>
          </a:bodyPr>
          <a:lstStyle/>
          <a:p>
            <a:pPr>
              <a:lnSpc>
                <a:spcPct val="120000"/>
              </a:lnSpc>
            </a:pPr>
            <a:r>
              <a:rPr lang="zh-CN" altLang="en-US" b="1" spc="300">
                <a:solidFill>
                  <a:sysClr val="window" lastClr="FFFFFF">
                    <a:lumMod val="50000"/>
                  </a:sysClr>
                </a:solidFill>
                <a:latin typeface="微软雅黑" panose="020B0503020204020204" charset="-122"/>
                <a:ea typeface="微软雅黑" panose="020B0503020204020204" charset="-122"/>
              </a:rPr>
              <a:t>添加标题</a:t>
            </a:r>
          </a:p>
        </p:txBody>
      </p:sp>
      <p:cxnSp>
        <p:nvCxnSpPr>
          <p:cNvPr id="37" name="Straight Connector 14"/>
          <p:cNvCxnSpPr/>
          <p:nvPr>
            <p:custDataLst>
              <p:tags r:id="rId10"/>
            </p:custDataLst>
          </p:nvPr>
        </p:nvCxnSpPr>
        <p:spPr>
          <a:xfrm flipH="1" flipV="1">
            <a:off x="3372691" y="1986538"/>
            <a:ext cx="9067" cy="1448033"/>
          </a:xfrm>
          <a:prstGeom prst="line">
            <a:avLst/>
          </a:prstGeom>
          <a:ln w="12700">
            <a:solidFill>
              <a:sysClr val="window" lastClr="FFFFFF">
                <a:lumMod val="65000"/>
              </a:sysClr>
            </a:solidFill>
            <a:headEnd type="none"/>
            <a:tailEnd type="oval"/>
          </a:ln>
        </p:spPr>
        <p:style>
          <a:lnRef idx="1">
            <a:srgbClr val="1F74AD"/>
          </a:lnRef>
          <a:fillRef idx="0">
            <a:srgbClr val="1F74AD"/>
          </a:fillRef>
          <a:effectRef idx="0">
            <a:srgbClr val="1F74AD"/>
          </a:effectRef>
          <a:fontRef idx="minor">
            <a:srgbClr val="000000"/>
          </a:fontRef>
        </p:style>
      </p:cxnSp>
      <p:cxnSp>
        <p:nvCxnSpPr>
          <p:cNvPr id="38" name="Straight Connector 15"/>
          <p:cNvCxnSpPr/>
          <p:nvPr>
            <p:custDataLst>
              <p:tags r:id="rId11"/>
            </p:custDataLst>
          </p:nvPr>
        </p:nvCxnSpPr>
        <p:spPr>
          <a:xfrm flipH="1">
            <a:off x="5129188" y="3777471"/>
            <a:ext cx="9067" cy="1448033"/>
          </a:xfrm>
          <a:prstGeom prst="line">
            <a:avLst/>
          </a:prstGeom>
          <a:ln w="12700">
            <a:solidFill>
              <a:sysClr val="window" lastClr="FFFFFF">
                <a:lumMod val="65000"/>
              </a:sysClr>
            </a:solidFill>
            <a:headEnd type="none"/>
            <a:tailEnd type="oval"/>
          </a:ln>
        </p:spPr>
        <p:style>
          <a:lnRef idx="1">
            <a:srgbClr val="1F74AD"/>
          </a:lnRef>
          <a:fillRef idx="0">
            <a:srgbClr val="1F74AD"/>
          </a:fillRef>
          <a:effectRef idx="0">
            <a:srgbClr val="1F74AD"/>
          </a:effectRef>
          <a:fontRef idx="minor">
            <a:srgbClr val="000000"/>
          </a:fontRef>
        </p:style>
      </p:cxnSp>
      <p:cxnSp>
        <p:nvCxnSpPr>
          <p:cNvPr id="39" name="Straight Connector 16"/>
          <p:cNvCxnSpPr/>
          <p:nvPr>
            <p:custDataLst>
              <p:tags r:id="rId12"/>
            </p:custDataLst>
          </p:nvPr>
        </p:nvCxnSpPr>
        <p:spPr>
          <a:xfrm flipH="1" flipV="1">
            <a:off x="6894782" y="1986537"/>
            <a:ext cx="9067" cy="1448033"/>
          </a:xfrm>
          <a:prstGeom prst="line">
            <a:avLst/>
          </a:prstGeom>
          <a:ln w="12700">
            <a:solidFill>
              <a:sysClr val="window" lastClr="FFFFFF">
                <a:lumMod val="65000"/>
              </a:sysClr>
            </a:solidFill>
            <a:headEnd type="none"/>
            <a:tailEnd type="oval"/>
          </a:ln>
        </p:spPr>
        <p:style>
          <a:lnRef idx="1">
            <a:srgbClr val="1F74AD"/>
          </a:lnRef>
          <a:fillRef idx="0">
            <a:srgbClr val="1F74AD"/>
          </a:fillRef>
          <a:effectRef idx="0">
            <a:srgbClr val="1F74AD"/>
          </a:effectRef>
          <a:fontRef idx="minor">
            <a:srgbClr val="000000"/>
          </a:fontRef>
        </p:style>
      </p:cxnSp>
      <p:cxnSp>
        <p:nvCxnSpPr>
          <p:cNvPr id="40" name="Straight Connector 17"/>
          <p:cNvCxnSpPr/>
          <p:nvPr>
            <p:custDataLst>
              <p:tags r:id="rId13"/>
            </p:custDataLst>
          </p:nvPr>
        </p:nvCxnSpPr>
        <p:spPr>
          <a:xfrm flipH="1">
            <a:off x="8725821" y="3777471"/>
            <a:ext cx="9067" cy="1448033"/>
          </a:xfrm>
          <a:prstGeom prst="line">
            <a:avLst/>
          </a:prstGeom>
          <a:ln w="12700">
            <a:solidFill>
              <a:sysClr val="window" lastClr="FFFFFF">
                <a:lumMod val="65000"/>
              </a:sysClr>
            </a:solidFill>
            <a:headEnd type="none"/>
            <a:tailEnd type="oval"/>
          </a:ln>
        </p:spPr>
        <p:style>
          <a:lnRef idx="1">
            <a:srgbClr val="1F74AD"/>
          </a:lnRef>
          <a:fillRef idx="0">
            <a:srgbClr val="1F74AD"/>
          </a:fillRef>
          <a:effectRef idx="0">
            <a:srgbClr val="1F74AD"/>
          </a:effectRef>
          <a:fontRef idx="minor">
            <a:srgbClr val="000000"/>
          </a:fontRef>
        </p:style>
      </p:cxnSp>
      <p:sp>
        <p:nvSpPr>
          <p:cNvPr id="41" name="TextBox 19"/>
          <p:cNvSpPr txBox="1"/>
          <p:nvPr>
            <p:custDataLst>
              <p:tags r:id="rId14"/>
            </p:custDataLst>
          </p:nvPr>
        </p:nvSpPr>
        <p:spPr>
          <a:xfrm>
            <a:off x="3461820" y="2243907"/>
            <a:ext cx="2431140" cy="646331"/>
          </a:xfrm>
          <a:prstGeom prst="rect">
            <a:avLst/>
          </a:prstGeom>
          <a:noFill/>
        </p:spPr>
        <p:txBody>
          <a:bodyPr wrap="square" tIns="0" rtlCol="0">
            <a:normAutofit/>
          </a:bodyPr>
          <a:lstStyle/>
          <a:p>
            <a:pPr>
              <a:lnSpc>
                <a:spcPct val="120000"/>
              </a:lnSpc>
            </a:pPr>
            <a:r>
              <a:rPr lang="zh-CN" altLang="en-US" sz="1200" spc="150">
                <a:solidFill>
                  <a:sysClr val="window" lastClr="FFFFFF">
                    <a:lumMod val="50000"/>
                  </a:sysClr>
                </a:solidFill>
                <a:latin typeface="微软雅黑" panose="020B0503020204020204" charset="-122"/>
                <a:ea typeface="微软雅黑" panose="020B0503020204020204" charset="-122"/>
              </a:rPr>
              <a:t>单击此处添加文本具体内容，简明扼要的阐述您的观点。</a:t>
            </a:r>
          </a:p>
        </p:txBody>
      </p:sp>
      <p:sp>
        <p:nvSpPr>
          <p:cNvPr id="42" name="TextBox 20"/>
          <p:cNvSpPr txBox="1"/>
          <p:nvPr>
            <p:custDataLst>
              <p:tags r:id="rId15"/>
            </p:custDataLst>
          </p:nvPr>
        </p:nvSpPr>
        <p:spPr>
          <a:xfrm>
            <a:off x="3461820" y="1814286"/>
            <a:ext cx="2431140" cy="424732"/>
          </a:xfrm>
          <a:prstGeom prst="rect">
            <a:avLst/>
          </a:prstGeom>
          <a:noFill/>
        </p:spPr>
        <p:txBody>
          <a:bodyPr wrap="square" lIns="90000" tIns="46800" rIns="90000" bIns="0" rtlCol="0" anchor="b" anchorCtr="0">
            <a:normAutofit/>
          </a:bodyPr>
          <a:lstStyle/>
          <a:p>
            <a:pPr>
              <a:lnSpc>
                <a:spcPct val="120000"/>
              </a:lnSpc>
            </a:pPr>
            <a:r>
              <a:rPr lang="zh-CN" altLang="en-US" b="1" spc="300" dirty="0">
                <a:solidFill>
                  <a:sysClr val="window" lastClr="FFFFFF">
                    <a:lumMod val="50000"/>
                  </a:sysClr>
                </a:solidFill>
                <a:latin typeface="微软雅黑" panose="020B0503020204020204" charset="-122"/>
                <a:ea typeface="微软雅黑" panose="020B0503020204020204" charset="-122"/>
              </a:rPr>
              <a:t>添加标题</a:t>
            </a:r>
          </a:p>
        </p:txBody>
      </p:sp>
      <p:sp>
        <p:nvSpPr>
          <p:cNvPr id="43" name="TextBox 23"/>
          <p:cNvSpPr txBox="1"/>
          <p:nvPr>
            <p:custDataLst>
              <p:tags r:id="rId16"/>
            </p:custDataLst>
          </p:nvPr>
        </p:nvSpPr>
        <p:spPr>
          <a:xfrm>
            <a:off x="7015833" y="2243907"/>
            <a:ext cx="2431140" cy="646331"/>
          </a:xfrm>
          <a:prstGeom prst="rect">
            <a:avLst/>
          </a:prstGeom>
          <a:noFill/>
        </p:spPr>
        <p:txBody>
          <a:bodyPr wrap="square" tIns="0" rtlCol="0">
            <a:normAutofit/>
          </a:bodyPr>
          <a:lstStyle/>
          <a:p>
            <a:pPr>
              <a:lnSpc>
                <a:spcPct val="120000"/>
              </a:lnSpc>
            </a:pPr>
            <a:r>
              <a:rPr lang="zh-CN" altLang="en-US" sz="1200" spc="150">
                <a:solidFill>
                  <a:sysClr val="window" lastClr="FFFFFF">
                    <a:lumMod val="50000"/>
                  </a:sysClr>
                </a:solidFill>
                <a:latin typeface="微软雅黑" panose="020B0503020204020204" charset="-122"/>
                <a:ea typeface="微软雅黑" panose="020B0503020204020204" charset="-122"/>
              </a:rPr>
              <a:t>单击此处添加文本具体内容，简明扼要的阐述您的观点。</a:t>
            </a:r>
          </a:p>
        </p:txBody>
      </p:sp>
      <p:sp>
        <p:nvSpPr>
          <p:cNvPr id="44" name="TextBox 24"/>
          <p:cNvSpPr txBox="1"/>
          <p:nvPr>
            <p:custDataLst>
              <p:tags r:id="rId17"/>
            </p:custDataLst>
          </p:nvPr>
        </p:nvSpPr>
        <p:spPr>
          <a:xfrm>
            <a:off x="7015833" y="1842435"/>
            <a:ext cx="2431140" cy="401472"/>
          </a:xfrm>
          <a:prstGeom prst="rect">
            <a:avLst/>
          </a:prstGeom>
          <a:noFill/>
        </p:spPr>
        <p:txBody>
          <a:bodyPr wrap="square" bIns="0" rtlCol="0">
            <a:normAutofit/>
          </a:bodyPr>
          <a:lstStyle/>
          <a:p>
            <a:pPr>
              <a:lnSpc>
                <a:spcPct val="120000"/>
              </a:lnSpc>
            </a:pPr>
            <a:r>
              <a:rPr lang="zh-CN" altLang="en-US" b="1" spc="300">
                <a:solidFill>
                  <a:sysClr val="window" lastClr="FFFFFF">
                    <a:lumMod val="50000"/>
                  </a:sysClr>
                </a:solidFill>
                <a:latin typeface="微软雅黑" panose="020B0503020204020204" charset="-122"/>
                <a:ea typeface="微软雅黑" panose="020B0503020204020204" charset="-122"/>
              </a:rPr>
              <a:t>添加标题</a:t>
            </a:r>
          </a:p>
        </p:txBody>
      </p:sp>
      <p:sp>
        <p:nvSpPr>
          <p:cNvPr id="45" name="TextBox 25"/>
          <p:cNvSpPr txBox="1"/>
          <p:nvPr>
            <p:custDataLst>
              <p:tags r:id="rId18"/>
            </p:custDataLst>
          </p:nvPr>
        </p:nvSpPr>
        <p:spPr>
          <a:xfrm>
            <a:off x="5193021" y="5122841"/>
            <a:ext cx="2431140" cy="646331"/>
          </a:xfrm>
          <a:prstGeom prst="rect">
            <a:avLst/>
          </a:prstGeom>
          <a:noFill/>
        </p:spPr>
        <p:txBody>
          <a:bodyPr wrap="square" tIns="0" rtlCol="0">
            <a:normAutofit/>
          </a:bodyPr>
          <a:lstStyle/>
          <a:p>
            <a:pPr>
              <a:lnSpc>
                <a:spcPct val="120000"/>
              </a:lnSpc>
            </a:pPr>
            <a:r>
              <a:rPr lang="zh-CN" altLang="en-US" sz="1200" spc="150" dirty="0">
                <a:solidFill>
                  <a:sysClr val="window" lastClr="FFFFFF">
                    <a:lumMod val="50000"/>
                  </a:sysClr>
                </a:solidFill>
                <a:latin typeface="微软雅黑" panose="020B0503020204020204" charset="-122"/>
                <a:ea typeface="微软雅黑" panose="020B0503020204020204" charset="-122"/>
              </a:rPr>
              <a:t>单击此处添加文本具体内容，简明扼要的阐述您的观点。</a:t>
            </a:r>
          </a:p>
        </p:txBody>
      </p:sp>
      <p:sp>
        <p:nvSpPr>
          <p:cNvPr id="46" name="TextBox 26"/>
          <p:cNvSpPr txBox="1"/>
          <p:nvPr>
            <p:custDataLst>
              <p:tags r:id="rId19"/>
            </p:custDataLst>
          </p:nvPr>
        </p:nvSpPr>
        <p:spPr>
          <a:xfrm>
            <a:off x="5193021" y="4721369"/>
            <a:ext cx="2431140" cy="401472"/>
          </a:xfrm>
          <a:prstGeom prst="rect">
            <a:avLst/>
          </a:prstGeom>
          <a:noFill/>
        </p:spPr>
        <p:txBody>
          <a:bodyPr wrap="square" bIns="0" rtlCol="0">
            <a:normAutofit/>
          </a:bodyPr>
          <a:lstStyle/>
          <a:p>
            <a:pPr>
              <a:lnSpc>
                <a:spcPct val="120000"/>
              </a:lnSpc>
            </a:pPr>
            <a:r>
              <a:rPr lang="zh-CN" altLang="en-US" b="1" spc="300">
                <a:solidFill>
                  <a:sysClr val="window" lastClr="FFFFFF">
                    <a:lumMod val="50000"/>
                  </a:sysClr>
                </a:solidFill>
                <a:latin typeface="微软雅黑" panose="020B0503020204020204" charset="-122"/>
                <a:ea typeface="微软雅黑" panose="020B0503020204020204" charset="-122"/>
              </a:rPr>
              <a:t>添加标题</a:t>
            </a:r>
          </a:p>
        </p:txBody>
      </p:sp>
      <p:grpSp>
        <p:nvGrpSpPr>
          <p:cNvPr id="47" name="Group 31"/>
          <p:cNvGrpSpPr/>
          <p:nvPr>
            <p:custDataLst>
              <p:tags r:id="rId20"/>
            </p:custDataLst>
          </p:nvPr>
        </p:nvGrpSpPr>
        <p:grpSpPr>
          <a:xfrm>
            <a:off x="1447891" y="2871697"/>
            <a:ext cx="469263" cy="469263"/>
            <a:chOff x="2005013" y="1077913"/>
            <a:chExt cx="688975" cy="688975"/>
          </a:xfrm>
          <a:solidFill>
            <a:srgbClr val="1F74AD"/>
          </a:solidFill>
        </p:grpSpPr>
        <p:sp>
          <p:nvSpPr>
            <p:cNvPr id="48" name="Freeform 5"/>
            <p:cNvSpPr>
              <a:spLocks noEditPoints="1"/>
            </p:cNvSpPr>
            <p:nvPr>
              <p:custDataLst>
                <p:tags r:id="rId37"/>
              </p:custDataLst>
            </p:nvPr>
          </p:nvSpPr>
          <p:spPr bwMode="auto">
            <a:xfrm>
              <a:off x="2005013" y="1077913"/>
              <a:ext cx="688975" cy="688975"/>
            </a:xfrm>
            <a:custGeom>
              <a:avLst/>
              <a:gdLst>
                <a:gd name="T0" fmla="*/ 8083 w 16058"/>
                <a:gd name="T1" fmla="*/ 10645 h 16058"/>
                <a:gd name="T2" fmla="*/ 6322 w 16058"/>
                <a:gd name="T3" fmla="*/ 9396 h 16058"/>
                <a:gd name="T4" fmla="*/ 5244 w 16058"/>
                <a:gd name="T5" fmla="*/ 7514 h 16058"/>
                <a:gd name="T6" fmla="*/ 5076 w 16058"/>
                <a:gd name="T7" fmla="*/ 5258 h 16058"/>
                <a:gd name="T8" fmla="*/ 5875 w 16058"/>
                <a:gd name="T9" fmla="*/ 3217 h 16058"/>
                <a:gd name="T10" fmla="*/ 7435 w 16058"/>
                <a:gd name="T11" fmla="*/ 1730 h 16058"/>
                <a:gd name="T12" fmla="*/ 9523 w 16058"/>
                <a:gd name="T13" fmla="*/ 1030 h 16058"/>
                <a:gd name="T14" fmla="*/ 11761 w 16058"/>
                <a:gd name="T15" fmla="*/ 1308 h 16058"/>
                <a:gd name="T16" fmla="*/ 13584 w 16058"/>
                <a:gd name="T17" fmla="*/ 2474 h 16058"/>
                <a:gd name="T18" fmla="*/ 14750 w 16058"/>
                <a:gd name="T19" fmla="*/ 4297 h 16058"/>
                <a:gd name="T20" fmla="*/ 15028 w 16058"/>
                <a:gd name="T21" fmla="*/ 6535 h 16058"/>
                <a:gd name="T22" fmla="*/ 14328 w 16058"/>
                <a:gd name="T23" fmla="*/ 8624 h 16058"/>
                <a:gd name="T24" fmla="*/ 12841 w 16058"/>
                <a:gd name="T25" fmla="*/ 10183 h 16058"/>
                <a:gd name="T26" fmla="*/ 10800 w 16058"/>
                <a:gd name="T27" fmla="*/ 10982 h 16058"/>
                <a:gd name="T28" fmla="*/ 2326 w 16058"/>
                <a:gd name="T29" fmla="*/ 14973 h 16058"/>
                <a:gd name="T30" fmla="*/ 2162 w 16058"/>
                <a:gd name="T31" fmla="*/ 15080 h 16058"/>
                <a:gd name="T32" fmla="*/ 1975 w 16058"/>
                <a:gd name="T33" fmla="*/ 15148 h 16058"/>
                <a:gd name="T34" fmla="*/ 1771 w 16058"/>
                <a:gd name="T35" fmla="*/ 15172 h 16058"/>
                <a:gd name="T36" fmla="*/ 1387 w 16058"/>
                <a:gd name="T37" fmla="*/ 15084 h 16058"/>
                <a:gd name="T38" fmla="*/ 1088 w 16058"/>
                <a:gd name="T39" fmla="*/ 14850 h 16058"/>
                <a:gd name="T40" fmla="*/ 913 w 16058"/>
                <a:gd name="T41" fmla="*/ 14508 h 16058"/>
                <a:gd name="T42" fmla="*/ 890 w 16058"/>
                <a:gd name="T43" fmla="*/ 14194 h 16058"/>
                <a:gd name="T44" fmla="*/ 935 w 16058"/>
                <a:gd name="T45" fmla="*/ 13998 h 16058"/>
                <a:gd name="T46" fmla="*/ 1021 w 16058"/>
                <a:gd name="T47" fmla="*/ 13820 h 16058"/>
                <a:gd name="T48" fmla="*/ 1142 w 16058"/>
                <a:gd name="T49" fmla="*/ 13667 h 16058"/>
                <a:gd name="T50" fmla="*/ 5408 w 16058"/>
                <a:gd name="T51" fmla="*/ 9863 h 16058"/>
                <a:gd name="T52" fmla="*/ 5742 w 16058"/>
                <a:gd name="T53" fmla="*/ 10234 h 16058"/>
                <a:gd name="T54" fmla="*/ 6106 w 16058"/>
                <a:gd name="T55" fmla="*/ 10575 h 16058"/>
                <a:gd name="T56" fmla="*/ 2407 w 16058"/>
                <a:gd name="T57" fmla="*/ 14900 h 16058"/>
                <a:gd name="T58" fmla="*/ 7693 w 16058"/>
                <a:gd name="T59" fmla="*/ 474 h 16058"/>
                <a:gd name="T60" fmla="*/ 5579 w 16058"/>
                <a:gd name="T61" fmla="*/ 1973 h 16058"/>
                <a:gd name="T62" fmla="*/ 4285 w 16058"/>
                <a:gd name="T63" fmla="*/ 4231 h 16058"/>
                <a:gd name="T64" fmla="*/ 4022 w 16058"/>
                <a:gd name="T65" fmla="*/ 6306 h 16058"/>
                <a:gd name="T66" fmla="*/ 4119 w 16058"/>
                <a:gd name="T67" fmla="*/ 7138 h 16058"/>
                <a:gd name="T68" fmla="*/ 4326 w 16058"/>
                <a:gd name="T69" fmla="*/ 7930 h 16058"/>
                <a:gd name="T70" fmla="*/ 4634 w 16058"/>
                <a:gd name="T71" fmla="*/ 8676 h 16058"/>
                <a:gd name="T72" fmla="*/ 386 w 16058"/>
                <a:gd name="T73" fmla="*/ 13185 h 16058"/>
                <a:gd name="T74" fmla="*/ 179 w 16058"/>
                <a:gd name="T75" fmla="*/ 13512 h 16058"/>
                <a:gd name="T76" fmla="*/ 46 w 16058"/>
                <a:gd name="T77" fmla="*/ 13883 h 16058"/>
                <a:gd name="T78" fmla="*/ 0 w 16058"/>
                <a:gd name="T79" fmla="*/ 14287 h 16058"/>
                <a:gd name="T80" fmla="*/ 175 w 16058"/>
                <a:gd name="T81" fmla="*/ 15054 h 16058"/>
                <a:gd name="T82" fmla="*/ 644 w 16058"/>
                <a:gd name="T83" fmla="*/ 15654 h 16058"/>
                <a:gd name="T84" fmla="*/ 1329 w 16058"/>
                <a:gd name="T85" fmla="*/ 16002 h 16058"/>
                <a:gd name="T86" fmla="*/ 1954 w 16058"/>
                <a:gd name="T87" fmla="*/ 16049 h 16058"/>
                <a:gd name="T88" fmla="*/ 2344 w 16058"/>
                <a:gd name="T89" fmla="*/ 15963 h 16058"/>
                <a:gd name="T90" fmla="*/ 2698 w 16058"/>
                <a:gd name="T91" fmla="*/ 15795 h 16058"/>
                <a:gd name="T92" fmla="*/ 3003 w 16058"/>
                <a:gd name="T93" fmla="*/ 15557 h 16058"/>
                <a:gd name="T94" fmla="*/ 7703 w 16058"/>
                <a:gd name="T95" fmla="*/ 11572 h 16058"/>
                <a:gd name="T96" fmla="*/ 8472 w 16058"/>
                <a:gd name="T97" fmla="*/ 11837 h 16058"/>
                <a:gd name="T98" fmla="*/ 9285 w 16058"/>
                <a:gd name="T99" fmla="*/ 11996 h 16058"/>
                <a:gd name="T100" fmla="*/ 10346 w 16058"/>
                <a:gd name="T101" fmla="*/ 12035 h 16058"/>
                <a:gd name="T102" fmla="*/ 12907 w 16058"/>
                <a:gd name="T103" fmla="*/ 11317 h 16058"/>
                <a:gd name="T104" fmla="*/ 14862 w 16058"/>
                <a:gd name="T105" fmla="*/ 9625 h 16058"/>
                <a:gd name="T106" fmla="*/ 15936 w 16058"/>
                <a:gd name="T107" fmla="*/ 7235 h 16058"/>
                <a:gd name="T108" fmla="*/ 15868 w 16058"/>
                <a:gd name="T109" fmla="*/ 4517 h 16058"/>
                <a:gd name="T110" fmla="*/ 14683 w 16058"/>
                <a:gd name="T111" fmla="*/ 2191 h 16058"/>
                <a:gd name="T112" fmla="*/ 12647 w 16058"/>
                <a:gd name="T113" fmla="*/ 594 h 16058"/>
                <a:gd name="T114" fmla="*/ 10036 w 16058"/>
                <a:gd name="T115" fmla="*/ 0 h 160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6058" h="16058">
                  <a:moveTo>
                    <a:pt x="10036" y="11040"/>
                  </a:moveTo>
                  <a:lnTo>
                    <a:pt x="9778" y="11034"/>
                  </a:lnTo>
                  <a:lnTo>
                    <a:pt x="9523" y="11014"/>
                  </a:lnTo>
                  <a:lnTo>
                    <a:pt x="9272" y="10982"/>
                  </a:lnTo>
                  <a:lnTo>
                    <a:pt x="9025" y="10938"/>
                  </a:lnTo>
                  <a:lnTo>
                    <a:pt x="8783" y="10882"/>
                  </a:lnTo>
                  <a:lnTo>
                    <a:pt x="8544" y="10814"/>
                  </a:lnTo>
                  <a:lnTo>
                    <a:pt x="8311" y="10736"/>
                  </a:lnTo>
                  <a:lnTo>
                    <a:pt x="8083" y="10645"/>
                  </a:lnTo>
                  <a:lnTo>
                    <a:pt x="7860" y="10545"/>
                  </a:lnTo>
                  <a:lnTo>
                    <a:pt x="7645" y="10434"/>
                  </a:lnTo>
                  <a:lnTo>
                    <a:pt x="7435" y="10313"/>
                  </a:lnTo>
                  <a:lnTo>
                    <a:pt x="7231" y="10183"/>
                  </a:lnTo>
                  <a:lnTo>
                    <a:pt x="7034" y="10043"/>
                  </a:lnTo>
                  <a:lnTo>
                    <a:pt x="6845" y="9894"/>
                  </a:lnTo>
                  <a:lnTo>
                    <a:pt x="6662" y="9736"/>
                  </a:lnTo>
                  <a:lnTo>
                    <a:pt x="6488" y="9570"/>
                  </a:lnTo>
                  <a:lnTo>
                    <a:pt x="6322" y="9396"/>
                  </a:lnTo>
                  <a:lnTo>
                    <a:pt x="6164" y="9213"/>
                  </a:lnTo>
                  <a:lnTo>
                    <a:pt x="6015" y="9024"/>
                  </a:lnTo>
                  <a:lnTo>
                    <a:pt x="5875" y="8827"/>
                  </a:lnTo>
                  <a:lnTo>
                    <a:pt x="5745" y="8624"/>
                  </a:lnTo>
                  <a:lnTo>
                    <a:pt x="5624" y="8413"/>
                  </a:lnTo>
                  <a:lnTo>
                    <a:pt x="5513" y="8198"/>
                  </a:lnTo>
                  <a:lnTo>
                    <a:pt x="5413" y="7975"/>
                  </a:lnTo>
                  <a:lnTo>
                    <a:pt x="5322" y="7747"/>
                  </a:lnTo>
                  <a:lnTo>
                    <a:pt x="5244" y="7514"/>
                  </a:lnTo>
                  <a:lnTo>
                    <a:pt x="5176" y="7275"/>
                  </a:lnTo>
                  <a:lnTo>
                    <a:pt x="5120" y="7033"/>
                  </a:lnTo>
                  <a:lnTo>
                    <a:pt x="5076" y="6786"/>
                  </a:lnTo>
                  <a:lnTo>
                    <a:pt x="5044" y="6535"/>
                  </a:lnTo>
                  <a:lnTo>
                    <a:pt x="5025" y="6280"/>
                  </a:lnTo>
                  <a:lnTo>
                    <a:pt x="5018" y="6022"/>
                  </a:lnTo>
                  <a:lnTo>
                    <a:pt x="5025" y="5764"/>
                  </a:lnTo>
                  <a:lnTo>
                    <a:pt x="5044" y="5509"/>
                  </a:lnTo>
                  <a:lnTo>
                    <a:pt x="5076" y="5258"/>
                  </a:lnTo>
                  <a:lnTo>
                    <a:pt x="5120" y="5011"/>
                  </a:lnTo>
                  <a:lnTo>
                    <a:pt x="5176" y="4768"/>
                  </a:lnTo>
                  <a:lnTo>
                    <a:pt x="5244" y="4529"/>
                  </a:lnTo>
                  <a:lnTo>
                    <a:pt x="5322" y="4297"/>
                  </a:lnTo>
                  <a:lnTo>
                    <a:pt x="5413" y="4069"/>
                  </a:lnTo>
                  <a:lnTo>
                    <a:pt x="5513" y="3846"/>
                  </a:lnTo>
                  <a:lnTo>
                    <a:pt x="5624" y="3630"/>
                  </a:lnTo>
                  <a:lnTo>
                    <a:pt x="5745" y="3420"/>
                  </a:lnTo>
                  <a:lnTo>
                    <a:pt x="5875" y="3217"/>
                  </a:lnTo>
                  <a:lnTo>
                    <a:pt x="6015" y="3020"/>
                  </a:lnTo>
                  <a:lnTo>
                    <a:pt x="6164" y="2830"/>
                  </a:lnTo>
                  <a:lnTo>
                    <a:pt x="6322" y="2648"/>
                  </a:lnTo>
                  <a:lnTo>
                    <a:pt x="6488" y="2474"/>
                  </a:lnTo>
                  <a:lnTo>
                    <a:pt x="6662" y="2307"/>
                  </a:lnTo>
                  <a:lnTo>
                    <a:pt x="6845" y="2150"/>
                  </a:lnTo>
                  <a:lnTo>
                    <a:pt x="7034" y="2000"/>
                  </a:lnTo>
                  <a:lnTo>
                    <a:pt x="7231" y="1861"/>
                  </a:lnTo>
                  <a:lnTo>
                    <a:pt x="7435" y="1730"/>
                  </a:lnTo>
                  <a:lnTo>
                    <a:pt x="7645" y="1610"/>
                  </a:lnTo>
                  <a:lnTo>
                    <a:pt x="7860" y="1498"/>
                  </a:lnTo>
                  <a:lnTo>
                    <a:pt x="8083" y="1398"/>
                  </a:lnTo>
                  <a:lnTo>
                    <a:pt x="8311" y="1308"/>
                  </a:lnTo>
                  <a:lnTo>
                    <a:pt x="8544" y="1229"/>
                  </a:lnTo>
                  <a:lnTo>
                    <a:pt x="8783" y="1161"/>
                  </a:lnTo>
                  <a:lnTo>
                    <a:pt x="9025" y="1106"/>
                  </a:lnTo>
                  <a:lnTo>
                    <a:pt x="9272" y="1062"/>
                  </a:lnTo>
                  <a:lnTo>
                    <a:pt x="9523" y="1030"/>
                  </a:lnTo>
                  <a:lnTo>
                    <a:pt x="9778" y="1010"/>
                  </a:lnTo>
                  <a:lnTo>
                    <a:pt x="10036" y="1004"/>
                  </a:lnTo>
                  <a:lnTo>
                    <a:pt x="10294" y="1010"/>
                  </a:lnTo>
                  <a:lnTo>
                    <a:pt x="10549" y="1030"/>
                  </a:lnTo>
                  <a:lnTo>
                    <a:pt x="10800" y="1062"/>
                  </a:lnTo>
                  <a:lnTo>
                    <a:pt x="11048" y="1106"/>
                  </a:lnTo>
                  <a:lnTo>
                    <a:pt x="11291" y="1161"/>
                  </a:lnTo>
                  <a:lnTo>
                    <a:pt x="11529" y="1229"/>
                  </a:lnTo>
                  <a:lnTo>
                    <a:pt x="11761" y="1308"/>
                  </a:lnTo>
                  <a:lnTo>
                    <a:pt x="11989" y="1398"/>
                  </a:lnTo>
                  <a:lnTo>
                    <a:pt x="12212" y="1498"/>
                  </a:lnTo>
                  <a:lnTo>
                    <a:pt x="12428" y="1610"/>
                  </a:lnTo>
                  <a:lnTo>
                    <a:pt x="12639" y="1730"/>
                  </a:lnTo>
                  <a:lnTo>
                    <a:pt x="12841" y="1861"/>
                  </a:lnTo>
                  <a:lnTo>
                    <a:pt x="13038" y="2000"/>
                  </a:lnTo>
                  <a:lnTo>
                    <a:pt x="13228" y="2150"/>
                  </a:lnTo>
                  <a:lnTo>
                    <a:pt x="13410" y="2307"/>
                  </a:lnTo>
                  <a:lnTo>
                    <a:pt x="13584" y="2474"/>
                  </a:lnTo>
                  <a:lnTo>
                    <a:pt x="13751" y="2648"/>
                  </a:lnTo>
                  <a:lnTo>
                    <a:pt x="13908" y="2830"/>
                  </a:lnTo>
                  <a:lnTo>
                    <a:pt x="14058" y="3020"/>
                  </a:lnTo>
                  <a:lnTo>
                    <a:pt x="14197" y="3217"/>
                  </a:lnTo>
                  <a:lnTo>
                    <a:pt x="14328" y="3420"/>
                  </a:lnTo>
                  <a:lnTo>
                    <a:pt x="14448" y="3630"/>
                  </a:lnTo>
                  <a:lnTo>
                    <a:pt x="14560" y="3846"/>
                  </a:lnTo>
                  <a:lnTo>
                    <a:pt x="14660" y="4069"/>
                  </a:lnTo>
                  <a:lnTo>
                    <a:pt x="14750" y="4297"/>
                  </a:lnTo>
                  <a:lnTo>
                    <a:pt x="14829" y="4529"/>
                  </a:lnTo>
                  <a:lnTo>
                    <a:pt x="14897" y="4768"/>
                  </a:lnTo>
                  <a:lnTo>
                    <a:pt x="14952" y="5011"/>
                  </a:lnTo>
                  <a:lnTo>
                    <a:pt x="14996" y="5258"/>
                  </a:lnTo>
                  <a:lnTo>
                    <a:pt x="15028" y="5509"/>
                  </a:lnTo>
                  <a:lnTo>
                    <a:pt x="15048" y="5764"/>
                  </a:lnTo>
                  <a:lnTo>
                    <a:pt x="15054" y="6022"/>
                  </a:lnTo>
                  <a:lnTo>
                    <a:pt x="15048" y="6280"/>
                  </a:lnTo>
                  <a:lnTo>
                    <a:pt x="15028" y="6535"/>
                  </a:lnTo>
                  <a:lnTo>
                    <a:pt x="14996" y="6786"/>
                  </a:lnTo>
                  <a:lnTo>
                    <a:pt x="14952" y="7033"/>
                  </a:lnTo>
                  <a:lnTo>
                    <a:pt x="14897" y="7275"/>
                  </a:lnTo>
                  <a:lnTo>
                    <a:pt x="14829" y="7514"/>
                  </a:lnTo>
                  <a:lnTo>
                    <a:pt x="14750" y="7747"/>
                  </a:lnTo>
                  <a:lnTo>
                    <a:pt x="14660" y="7975"/>
                  </a:lnTo>
                  <a:lnTo>
                    <a:pt x="14560" y="8198"/>
                  </a:lnTo>
                  <a:lnTo>
                    <a:pt x="14448" y="8413"/>
                  </a:lnTo>
                  <a:lnTo>
                    <a:pt x="14328" y="8624"/>
                  </a:lnTo>
                  <a:lnTo>
                    <a:pt x="14197" y="8827"/>
                  </a:lnTo>
                  <a:lnTo>
                    <a:pt x="14058" y="9024"/>
                  </a:lnTo>
                  <a:lnTo>
                    <a:pt x="13908" y="9213"/>
                  </a:lnTo>
                  <a:lnTo>
                    <a:pt x="13751" y="9396"/>
                  </a:lnTo>
                  <a:lnTo>
                    <a:pt x="13584" y="9570"/>
                  </a:lnTo>
                  <a:lnTo>
                    <a:pt x="13410" y="9736"/>
                  </a:lnTo>
                  <a:lnTo>
                    <a:pt x="13228" y="9894"/>
                  </a:lnTo>
                  <a:lnTo>
                    <a:pt x="13038" y="10043"/>
                  </a:lnTo>
                  <a:lnTo>
                    <a:pt x="12841" y="10183"/>
                  </a:lnTo>
                  <a:lnTo>
                    <a:pt x="12639" y="10313"/>
                  </a:lnTo>
                  <a:lnTo>
                    <a:pt x="12428" y="10434"/>
                  </a:lnTo>
                  <a:lnTo>
                    <a:pt x="12212" y="10545"/>
                  </a:lnTo>
                  <a:lnTo>
                    <a:pt x="11989" y="10645"/>
                  </a:lnTo>
                  <a:lnTo>
                    <a:pt x="11761" y="10736"/>
                  </a:lnTo>
                  <a:lnTo>
                    <a:pt x="11529" y="10814"/>
                  </a:lnTo>
                  <a:lnTo>
                    <a:pt x="11291" y="10882"/>
                  </a:lnTo>
                  <a:lnTo>
                    <a:pt x="11048" y="10938"/>
                  </a:lnTo>
                  <a:lnTo>
                    <a:pt x="10800" y="10982"/>
                  </a:lnTo>
                  <a:lnTo>
                    <a:pt x="10549" y="11014"/>
                  </a:lnTo>
                  <a:lnTo>
                    <a:pt x="10294" y="11034"/>
                  </a:lnTo>
                  <a:lnTo>
                    <a:pt x="10036" y="11040"/>
                  </a:lnTo>
                  <a:close/>
                  <a:moveTo>
                    <a:pt x="2407" y="14900"/>
                  </a:moveTo>
                  <a:lnTo>
                    <a:pt x="2391" y="14915"/>
                  </a:lnTo>
                  <a:lnTo>
                    <a:pt x="2376" y="14930"/>
                  </a:lnTo>
                  <a:lnTo>
                    <a:pt x="2360" y="14945"/>
                  </a:lnTo>
                  <a:lnTo>
                    <a:pt x="2342" y="14959"/>
                  </a:lnTo>
                  <a:lnTo>
                    <a:pt x="2326" y="14973"/>
                  </a:lnTo>
                  <a:lnTo>
                    <a:pt x="2309" y="14987"/>
                  </a:lnTo>
                  <a:lnTo>
                    <a:pt x="2291" y="15000"/>
                  </a:lnTo>
                  <a:lnTo>
                    <a:pt x="2274" y="15013"/>
                  </a:lnTo>
                  <a:lnTo>
                    <a:pt x="2256" y="15025"/>
                  </a:lnTo>
                  <a:lnTo>
                    <a:pt x="2238" y="15037"/>
                  </a:lnTo>
                  <a:lnTo>
                    <a:pt x="2219" y="15048"/>
                  </a:lnTo>
                  <a:lnTo>
                    <a:pt x="2200" y="15059"/>
                  </a:lnTo>
                  <a:lnTo>
                    <a:pt x="2181" y="15069"/>
                  </a:lnTo>
                  <a:lnTo>
                    <a:pt x="2162" y="15080"/>
                  </a:lnTo>
                  <a:lnTo>
                    <a:pt x="2142" y="15090"/>
                  </a:lnTo>
                  <a:lnTo>
                    <a:pt x="2122" y="15099"/>
                  </a:lnTo>
                  <a:lnTo>
                    <a:pt x="2102" y="15108"/>
                  </a:lnTo>
                  <a:lnTo>
                    <a:pt x="2081" y="15116"/>
                  </a:lnTo>
                  <a:lnTo>
                    <a:pt x="2060" y="15123"/>
                  </a:lnTo>
                  <a:lnTo>
                    <a:pt x="2039" y="15130"/>
                  </a:lnTo>
                  <a:lnTo>
                    <a:pt x="2018" y="15137"/>
                  </a:lnTo>
                  <a:lnTo>
                    <a:pt x="1996" y="15143"/>
                  </a:lnTo>
                  <a:lnTo>
                    <a:pt x="1975" y="15148"/>
                  </a:lnTo>
                  <a:lnTo>
                    <a:pt x="1953" y="15153"/>
                  </a:lnTo>
                  <a:lnTo>
                    <a:pt x="1931" y="15158"/>
                  </a:lnTo>
                  <a:lnTo>
                    <a:pt x="1909" y="15162"/>
                  </a:lnTo>
                  <a:lnTo>
                    <a:pt x="1886" y="15165"/>
                  </a:lnTo>
                  <a:lnTo>
                    <a:pt x="1864" y="15168"/>
                  </a:lnTo>
                  <a:lnTo>
                    <a:pt x="1841" y="15170"/>
                  </a:lnTo>
                  <a:lnTo>
                    <a:pt x="1818" y="15171"/>
                  </a:lnTo>
                  <a:lnTo>
                    <a:pt x="1794" y="15172"/>
                  </a:lnTo>
                  <a:lnTo>
                    <a:pt x="1771" y="15172"/>
                  </a:lnTo>
                  <a:lnTo>
                    <a:pt x="1725" y="15171"/>
                  </a:lnTo>
                  <a:lnTo>
                    <a:pt x="1680" y="15168"/>
                  </a:lnTo>
                  <a:lnTo>
                    <a:pt x="1636" y="15162"/>
                  </a:lnTo>
                  <a:lnTo>
                    <a:pt x="1593" y="15154"/>
                  </a:lnTo>
                  <a:lnTo>
                    <a:pt x="1550" y="15145"/>
                  </a:lnTo>
                  <a:lnTo>
                    <a:pt x="1507" y="15133"/>
                  </a:lnTo>
                  <a:lnTo>
                    <a:pt x="1466" y="15119"/>
                  </a:lnTo>
                  <a:lnTo>
                    <a:pt x="1426" y="15103"/>
                  </a:lnTo>
                  <a:lnTo>
                    <a:pt x="1387" y="15084"/>
                  </a:lnTo>
                  <a:lnTo>
                    <a:pt x="1349" y="15065"/>
                  </a:lnTo>
                  <a:lnTo>
                    <a:pt x="1312" y="15044"/>
                  </a:lnTo>
                  <a:lnTo>
                    <a:pt x="1276" y="15021"/>
                  </a:lnTo>
                  <a:lnTo>
                    <a:pt x="1241" y="14996"/>
                  </a:lnTo>
                  <a:lnTo>
                    <a:pt x="1208" y="14970"/>
                  </a:lnTo>
                  <a:lnTo>
                    <a:pt x="1176" y="14942"/>
                  </a:lnTo>
                  <a:lnTo>
                    <a:pt x="1145" y="14913"/>
                  </a:lnTo>
                  <a:lnTo>
                    <a:pt x="1116" y="14882"/>
                  </a:lnTo>
                  <a:lnTo>
                    <a:pt x="1088" y="14850"/>
                  </a:lnTo>
                  <a:lnTo>
                    <a:pt x="1062" y="14817"/>
                  </a:lnTo>
                  <a:lnTo>
                    <a:pt x="1037" y="14782"/>
                  </a:lnTo>
                  <a:lnTo>
                    <a:pt x="1014" y="14746"/>
                  </a:lnTo>
                  <a:lnTo>
                    <a:pt x="993" y="14709"/>
                  </a:lnTo>
                  <a:lnTo>
                    <a:pt x="974" y="14671"/>
                  </a:lnTo>
                  <a:lnTo>
                    <a:pt x="955" y="14632"/>
                  </a:lnTo>
                  <a:lnTo>
                    <a:pt x="939" y="14592"/>
                  </a:lnTo>
                  <a:lnTo>
                    <a:pt x="925" y="14551"/>
                  </a:lnTo>
                  <a:lnTo>
                    <a:pt x="913" y="14508"/>
                  </a:lnTo>
                  <a:lnTo>
                    <a:pt x="903" y="14465"/>
                  </a:lnTo>
                  <a:lnTo>
                    <a:pt x="896" y="14422"/>
                  </a:lnTo>
                  <a:lnTo>
                    <a:pt x="890" y="14378"/>
                  </a:lnTo>
                  <a:lnTo>
                    <a:pt x="887" y="14333"/>
                  </a:lnTo>
                  <a:lnTo>
                    <a:pt x="886" y="14287"/>
                  </a:lnTo>
                  <a:lnTo>
                    <a:pt x="886" y="14264"/>
                  </a:lnTo>
                  <a:lnTo>
                    <a:pt x="887" y="14240"/>
                  </a:lnTo>
                  <a:lnTo>
                    <a:pt x="888" y="14217"/>
                  </a:lnTo>
                  <a:lnTo>
                    <a:pt x="890" y="14194"/>
                  </a:lnTo>
                  <a:lnTo>
                    <a:pt x="893" y="14172"/>
                  </a:lnTo>
                  <a:lnTo>
                    <a:pt x="896" y="14149"/>
                  </a:lnTo>
                  <a:lnTo>
                    <a:pt x="900" y="14127"/>
                  </a:lnTo>
                  <a:lnTo>
                    <a:pt x="905" y="14105"/>
                  </a:lnTo>
                  <a:lnTo>
                    <a:pt x="910" y="14083"/>
                  </a:lnTo>
                  <a:lnTo>
                    <a:pt x="915" y="14062"/>
                  </a:lnTo>
                  <a:lnTo>
                    <a:pt x="921" y="14040"/>
                  </a:lnTo>
                  <a:lnTo>
                    <a:pt x="928" y="14019"/>
                  </a:lnTo>
                  <a:lnTo>
                    <a:pt x="935" y="13998"/>
                  </a:lnTo>
                  <a:lnTo>
                    <a:pt x="942" y="13977"/>
                  </a:lnTo>
                  <a:lnTo>
                    <a:pt x="950" y="13956"/>
                  </a:lnTo>
                  <a:lnTo>
                    <a:pt x="959" y="13936"/>
                  </a:lnTo>
                  <a:lnTo>
                    <a:pt x="968" y="13916"/>
                  </a:lnTo>
                  <a:lnTo>
                    <a:pt x="978" y="13896"/>
                  </a:lnTo>
                  <a:lnTo>
                    <a:pt x="988" y="13877"/>
                  </a:lnTo>
                  <a:lnTo>
                    <a:pt x="999" y="13858"/>
                  </a:lnTo>
                  <a:lnTo>
                    <a:pt x="1010" y="13839"/>
                  </a:lnTo>
                  <a:lnTo>
                    <a:pt x="1021" y="13820"/>
                  </a:lnTo>
                  <a:lnTo>
                    <a:pt x="1033" y="13802"/>
                  </a:lnTo>
                  <a:lnTo>
                    <a:pt x="1045" y="13784"/>
                  </a:lnTo>
                  <a:lnTo>
                    <a:pt x="1058" y="13767"/>
                  </a:lnTo>
                  <a:lnTo>
                    <a:pt x="1071" y="13749"/>
                  </a:lnTo>
                  <a:lnTo>
                    <a:pt x="1085" y="13732"/>
                  </a:lnTo>
                  <a:lnTo>
                    <a:pt x="1099" y="13716"/>
                  </a:lnTo>
                  <a:lnTo>
                    <a:pt x="1113" y="13698"/>
                  </a:lnTo>
                  <a:lnTo>
                    <a:pt x="1127" y="13682"/>
                  </a:lnTo>
                  <a:lnTo>
                    <a:pt x="1142" y="13667"/>
                  </a:lnTo>
                  <a:lnTo>
                    <a:pt x="1158" y="13651"/>
                  </a:lnTo>
                  <a:lnTo>
                    <a:pt x="1154" y="13647"/>
                  </a:lnTo>
                  <a:lnTo>
                    <a:pt x="5202" y="9601"/>
                  </a:lnTo>
                  <a:lnTo>
                    <a:pt x="5235" y="9645"/>
                  </a:lnTo>
                  <a:lnTo>
                    <a:pt x="5268" y="9689"/>
                  </a:lnTo>
                  <a:lnTo>
                    <a:pt x="5302" y="9733"/>
                  </a:lnTo>
                  <a:lnTo>
                    <a:pt x="5337" y="9776"/>
                  </a:lnTo>
                  <a:lnTo>
                    <a:pt x="5372" y="9819"/>
                  </a:lnTo>
                  <a:lnTo>
                    <a:pt x="5408" y="9863"/>
                  </a:lnTo>
                  <a:lnTo>
                    <a:pt x="5443" y="9906"/>
                  </a:lnTo>
                  <a:lnTo>
                    <a:pt x="5479" y="9948"/>
                  </a:lnTo>
                  <a:lnTo>
                    <a:pt x="5516" y="9989"/>
                  </a:lnTo>
                  <a:lnTo>
                    <a:pt x="5552" y="10031"/>
                  </a:lnTo>
                  <a:lnTo>
                    <a:pt x="5589" y="10072"/>
                  </a:lnTo>
                  <a:lnTo>
                    <a:pt x="5627" y="10114"/>
                  </a:lnTo>
                  <a:lnTo>
                    <a:pt x="5665" y="10154"/>
                  </a:lnTo>
                  <a:lnTo>
                    <a:pt x="5704" y="10194"/>
                  </a:lnTo>
                  <a:lnTo>
                    <a:pt x="5742" y="10234"/>
                  </a:lnTo>
                  <a:lnTo>
                    <a:pt x="5781" y="10273"/>
                  </a:lnTo>
                  <a:lnTo>
                    <a:pt x="5820" y="10312"/>
                  </a:lnTo>
                  <a:lnTo>
                    <a:pt x="5860" y="10350"/>
                  </a:lnTo>
                  <a:lnTo>
                    <a:pt x="5900" y="10390"/>
                  </a:lnTo>
                  <a:lnTo>
                    <a:pt x="5940" y="10427"/>
                  </a:lnTo>
                  <a:lnTo>
                    <a:pt x="5982" y="10465"/>
                  </a:lnTo>
                  <a:lnTo>
                    <a:pt x="6023" y="10502"/>
                  </a:lnTo>
                  <a:lnTo>
                    <a:pt x="6064" y="10539"/>
                  </a:lnTo>
                  <a:lnTo>
                    <a:pt x="6106" y="10575"/>
                  </a:lnTo>
                  <a:lnTo>
                    <a:pt x="6148" y="10611"/>
                  </a:lnTo>
                  <a:lnTo>
                    <a:pt x="6190" y="10647"/>
                  </a:lnTo>
                  <a:lnTo>
                    <a:pt x="6234" y="10683"/>
                  </a:lnTo>
                  <a:lnTo>
                    <a:pt x="6277" y="10718"/>
                  </a:lnTo>
                  <a:lnTo>
                    <a:pt x="6320" y="10752"/>
                  </a:lnTo>
                  <a:lnTo>
                    <a:pt x="6364" y="10786"/>
                  </a:lnTo>
                  <a:lnTo>
                    <a:pt x="6408" y="10820"/>
                  </a:lnTo>
                  <a:lnTo>
                    <a:pt x="6453" y="10854"/>
                  </a:lnTo>
                  <a:lnTo>
                    <a:pt x="2407" y="14900"/>
                  </a:lnTo>
                  <a:close/>
                  <a:moveTo>
                    <a:pt x="10036" y="0"/>
                  </a:moveTo>
                  <a:lnTo>
                    <a:pt x="9726" y="8"/>
                  </a:lnTo>
                  <a:lnTo>
                    <a:pt x="9421" y="31"/>
                  </a:lnTo>
                  <a:lnTo>
                    <a:pt x="9119" y="69"/>
                  </a:lnTo>
                  <a:lnTo>
                    <a:pt x="8823" y="122"/>
                  </a:lnTo>
                  <a:lnTo>
                    <a:pt x="8532" y="190"/>
                  </a:lnTo>
                  <a:lnTo>
                    <a:pt x="8246" y="271"/>
                  </a:lnTo>
                  <a:lnTo>
                    <a:pt x="7966" y="365"/>
                  </a:lnTo>
                  <a:lnTo>
                    <a:pt x="7693" y="474"/>
                  </a:lnTo>
                  <a:lnTo>
                    <a:pt x="7426" y="594"/>
                  </a:lnTo>
                  <a:lnTo>
                    <a:pt x="7166" y="727"/>
                  </a:lnTo>
                  <a:lnTo>
                    <a:pt x="6914" y="872"/>
                  </a:lnTo>
                  <a:lnTo>
                    <a:pt x="6669" y="1029"/>
                  </a:lnTo>
                  <a:lnTo>
                    <a:pt x="6433" y="1196"/>
                  </a:lnTo>
                  <a:lnTo>
                    <a:pt x="6206" y="1375"/>
                  </a:lnTo>
                  <a:lnTo>
                    <a:pt x="5988" y="1565"/>
                  </a:lnTo>
                  <a:lnTo>
                    <a:pt x="5778" y="1763"/>
                  </a:lnTo>
                  <a:lnTo>
                    <a:pt x="5579" y="1973"/>
                  </a:lnTo>
                  <a:lnTo>
                    <a:pt x="5389" y="2191"/>
                  </a:lnTo>
                  <a:lnTo>
                    <a:pt x="5211" y="2419"/>
                  </a:lnTo>
                  <a:lnTo>
                    <a:pt x="5043" y="2655"/>
                  </a:lnTo>
                  <a:lnTo>
                    <a:pt x="4887" y="2899"/>
                  </a:lnTo>
                  <a:lnTo>
                    <a:pt x="4741" y="3151"/>
                  </a:lnTo>
                  <a:lnTo>
                    <a:pt x="4609" y="3411"/>
                  </a:lnTo>
                  <a:lnTo>
                    <a:pt x="4488" y="3678"/>
                  </a:lnTo>
                  <a:lnTo>
                    <a:pt x="4380" y="3951"/>
                  </a:lnTo>
                  <a:lnTo>
                    <a:pt x="4285" y="4231"/>
                  </a:lnTo>
                  <a:lnTo>
                    <a:pt x="4204" y="4517"/>
                  </a:lnTo>
                  <a:lnTo>
                    <a:pt x="4137" y="4808"/>
                  </a:lnTo>
                  <a:lnTo>
                    <a:pt x="4084" y="5104"/>
                  </a:lnTo>
                  <a:lnTo>
                    <a:pt x="4046" y="5407"/>
                  </a:lnTo>
                  <a:lnTo>
                    <a:pt x="4023" y="5712"/>
                  </a:lnTo>
                  <a:lnTo>
                    <a:pt x="4015" y="6022"/>
                  </a:lnTo>
                  <a:lnTo>
                    <a:pt x="4016" y="6117"/>
                  </a:lnTo>
                  <a:lnTo>
                    <a:pt x="4018" y="6211"/>
                  </a:lnTo>
                  <a:lnTo>
                    <a:pt x="4022" y="6306"/>
                  </a:lnTo>
                  <a:lnTo>
                    <a:pt x="4027" y="6400"/>
                  </a:lnTo>
                  <a:lnTo>
                    <a:pt x="4033" y="6493"/>
                  </a:lnTo>
                  <a:lnTo>
                    <a:pt x="4041" y="6587"/>
                  </a:lnTo>
                  <a:lnTo>
                    <a:pt x="4051" y="6680"/>
                  </a:lnTo>
                  <a:lnTo>
                    <a:pt x="4062" y="6772"/>
                  </a:lnTo>
                  <a:lnTo>
                    <a:pt x="4074" y="6864"/>
                  </a:lnTo>
                  <a:lnTo>
                    <a:pt x="4087" y="6956"/>
                  </a:lnTo>
                  <a:lnTo>
                    <a:pt x="4102" y="7046"/>
                  </a:lnTo>
                  <a:lnTo>
                    <a:pt x="4119" y="7138"/>
                  </a:lnTo>
                  <a:lnTo>
                    <a:pt x="4136" y="7227"/>
                  </a:lnTo>
                  <a:lnTo>
                    <a:pt x="4155" y="7317"/>
                  </a:lnTo>
                  <a:lnTo>
                    <a:pt x="4176" y="7406"/>
                  </a:lnTo>
                  <a:lnTo>
                    <a:pt x="4197" y="7495"/>
                  </a:lnTo>
                  <a:lnTo>
                    <a:pt x="4220" y="7583"/>
                  </a:lnTo>
                  <a:lnTo>
                    <a:pt x="4244" y="7671"/>
                  </a:lnTo>
                  <a:lnTo>
                    <a:pt x="4270" y="7758"/>
                  </a:lnTo>
                  <a:lnTo>
                    <a:pt x="4298" y="7844"/>
                  </a:lnTo>
                  <a:lnTo>
                    <a:pt x="4326" y="7930"/>
                  </a:lnTo>
                  <a:lnTo>
                    <a:pt x="4355" y="8015"/>
                  </a:lnTo>
                  <a:lnTo>
                    <a:pt x="4386" y="8100"/>
                  </a:lnTo>
                  <a:lnTo>
                    <a:pt x="4417" y="8185"/>
                  </a:lnTo>
                  <a:lnTo>
                    <a:pt x="4450" y="8268"/>
                  </a:lnTo>
                  <a:lnTo>
                    <a:pt x="4484" y="8351"/>
                  </a:lnTo>
                  <a:lnTo>
                    <a:pt x="4520" y="8433"/>
                  </a:lnTo>
                  <a:lnTo>
                    <a:pt x="4556" y="8515"/>
                  </a:lnTo>
                  <a:lnTo>
                    <a:pt x="4595" y="8596"/>
                  </a:lnTo>
                  <a:lnTo>
                    <a:pt x="4634" y="8676"/>
                  </a:lnTo>
                  <a:lnTo>
                    <a:pt x="4673" y="8757"/>
                  </a:lnTo>
                  <a:lnTo>
                    <a:pt x="4715" y="8835"/>
                  </a:lnTo>
                  <a:lnTo>
                    <a:pt x="528" y="13021"/>
                  </a:lnTo>
                  <a:lnTo>
                    <a:pt x="531" y="13025"/>
                  </a:lnTo>
                  <a:lnTo>
                    <a:pt x="501" y="13055"/>
                  </a:lnTo>
                  <a:lnTo>
                    <a:pt x="471" y="13086"/>
                  </a:lnTo>
                  <a:lnTo>
                    <a:pt x="443" y="13118"/>
                  </a:lnTo>
                  <a:lnTo>
                    <a:pt x="414" y="13152"/>
                  </a:lnTo>
                  <a:lnTo>
                    <a:pt x="386" y="13185"/>
                  </a:lnTo>
                  <a:lnTo>
                    <a:pt x="360" y="13219"/>
                  </a:lnTo>
                  <a:lnTo>
                    <a:pt x="335" y="13253"/>
                  </a:lnTo>
                  <a:lnTo>
                    <a:pt x="310" y="13288"/>
                  </a:lnTo>
                  <a:lnTo>
                    <a:pt x="286" y="13324"/>
                  </a:lnTo>
                  <a:lnTo>
                    <a:pt x="263" y="13360"/>
                  </a:lnTo>
                  <a:lnTo>
                    <a:pt x="241" y="13397"/>
                  </a:lnTo>
                  <a:lnTo>
                    <a:pt x="219" y="13436"/>
                  </a:lnTo>
                  <a:lnTo>
                    <a:pt x="199" y="13474"/>
                  </a:lnTo>
                  <a:lnTo>
                    <a:pt x="179" y="13512"/>
                  </a:lnTo>
                  <a:lnTo>
                    <a:pt x="161" y="13551"/>
                  </a:lnTo>
                  <a:lnTo>
                    <a:pt x="143" y="13591"/>
                  </a:lnTo>
                  <a:lnTo>
                    <a:pt x="126" y="13631"/>
                  </a:lnTo>
                  <a:lnTo>
                    <a:pt x="110" y="13672"/>
                  </a:lnTo>
                  <a:lnTo>
                    <a:pt x="95" y="13714"/>
                  </a:lnTo>
                  <a:lnTo>
                    <a:pt x="81" y="13755"/>
                  </a:lnTo>
                  <a:lnTo>
                    <a:pt x="69" y="13797"/>
                  </a:lnTo>
                  <a:lnTo>
                    <a:pt x="57" y="13840"/>
                  </a:lnTo>
                  <a:lnTo>
                    <a:pt x="46" y="13883"/>
                  </a:lnTo>
                  <a:lnTo>
                    <a:pt x="37" y="13926"/>
                  </a:lnTo>
                  <a:lnTo>
                    <a:pt x="28" y="13970"/>
                  </a:lnTo>
                  <a:lnTo>
                    <a:pt x="21" y="14015"/>
                  </a:lnTo>
                  <a:lnTo>
                    <a:pt x="15" y="14059"/>
                  </a:lnTo>
                  <a:lnTo>
                    <a:pt x="9" y="14104"/>
                  </a:lnTo>
                  <a:lnTo>
                    <a:pt x="5" y="14149"/>
                  </a:lnTo>
                  <a:lnTo>
                    <a:pt x="2" y="14195"/>
                  </a:lnTo>
                  <a:lnTo>
                    <a:pt x="1" y="14240"/>
                  </a:lnTo>
                  <a:lnTo>
                    <a:pt x="0" y="14287"/>
                  </a:lnTo>
                  <a:lnTo>
                    <a:pt x="2" y="14378"/>
                  </a:lnTo>
                  <a:lnTo>
                    <a:pt x="9" y="14468"/>
                  </a:lnTo>
                  <a:lnTo>
                    <a:pt x="20" y="14557"/>
                  </a:lnTo>
                  <a:lnTo>
                    <a:pt x="36" y="14644"/>
                  </a:lnTo>
                  <a:lnTo>
                    <a:pt x="56" y="14729"/>
                  </a:lnTo>
                  <a:lnTo>
                    <a:pt x="79" y="14814"/>
                  </a:lnTo>
                  <a:lnTo>
                    <a:pt x="107" y="14896"/>
                  </a:lnTo>
                  <a:lnTo>
                    <a:pt x="140" y="14976"/>
                  </a:lnTo>
                  <a:lnTo>
                    <a:pt x="175" y="15054"/>
                  </a:lnTo>
                  <a:lnTo>
                    <a:pt x="214" y="15132"/>
                  </a:lnTo>
                  <a:lnTo>
                    <a:pt x="256" y="15205"/>
                  </a:lnTo>
                  <a:lnTo>
                    <a:pt x="302" y="15277"/>
                  </a:lnTo>
                  <a:lnTo>
                    <a:pt x="352" y="15346"/>
                  </a:lnTo>
                  <a:lnTo>
                    <a:pt x="404" y="15414"/>
                  </a:lnTo>
                  <a:lnTo>
                    <a:pt x="460" y="15478"/>
                  </a:lnTo>
                  <a:lnTo>
                    <a:pt x="519" y="15539"/>
                  </a:lnTo>
                  <a:lnTo>
                    <a:pt x="580" y="15598"/>
                  </a:lnTo>
                  <a:lnTo>
                    <a:pt x="644" y="15654"/>
                  </a:lnTo>
                  <a:lnTo>
                    <a:pt x="712" y="15706"/>
                  </a:lnTo>
                  <a:lnTo>
                    <a:pt x="781" y="15756"/>
                  </a:lnTo>
                  <a:lnTo>
                    <a:pt x="853" y="15801"/>
                  </a:lnTo>
                  <a:lnTo>
                    <a:pt x="926" y="15844"/>
                  </a:lnTo>
                  <a:lnTo>
                    <a:pt x="1004" y="15883"/>
                  </a:lnTo>
                  <a:lnTo>
                    <a:pt x="1082" y="15918"/>
                  </a:lnTo>
                  <a:lnTo>
                    <a:pt x="1162" y="15951"/>
                  </a:lnTo>
                  <a:lnTo>
                    <a:pt x="1244" y="15979"/>
                  </a:lnTo>
                  <a:lnTo>
                    <a:pt x="1329" y="16002"/>
                  </a:lnTo>
                  <a:lnTo>
                    <a:pt x="1414" y="16022"/>
                  </a:lnTo>
                  <a:lnTo>
                    <a:pt x="1501" y="16038"/>
                  </a:lnTo>
                  <a:lnTo>
                    <a:pt x="1590" y="16049"/>
                  </a:lnTo>
                  <a:lnTo>
                    <a:pt x="1680" y="16056"/>
                  </a:lnTo>
                  <a:lnTo>
                    <a:pt x="1771" y="16058"/>
                  </a:lnTo>
                  <a:lnTo>
                    <a:pt x="1818" y="16057"/>
                  </a:lnTo>
                  <a:lnTo>
                    <a:pt x="1863" y="16056"/>
                  </a:lnTo>
                  <a:lnTo>
                    <a:pt x="1909" y="16053"/>
                  </a:lnTo>
                  <a:lnTo>
                    <a:pt x="1954" y="16049"/>
                  </a:lnTo>
                  <a:lnTo>
                    <a:pt x="1999" y="16043"/>
                  </a:lnTo>
                  <a:lnTo>
                    <a:pt x="2043" y="16037"/>
                  </a:lnTo>
                  <a:lnTo>
                    <a:pt x="2088" y="16030"/>
                  </a:lnTo>
                  <a:lnTo>
                    <a:pt x="2132" y="16021"/>
                  </a:lnTo>
                  <a:lnTo>
                    <a:pt x="2175" y="16012"/>
                  </a:lnTo>
                  <a:lnTo>
                    <a:pt x="2218" y="16001"/>
                  </a:lnTo>
                  <a:lnTo>
                    <a:pt x="2261" y="15989"/>
                  </a:lnTo>
                  <a:lnTo>
                    <a:pt x="2302" y="15977"/>
                  </a:lnTo>
                  <a:lnTo>
                    <a:pt x="2344" y="15963"/>
                  </a:lnTo>
                  <a:lnTo>
                    <a:pt x="2386" y="15948"/>
                  </a:lnTo>
                  <a:lnTo>
                    <a:pt x="2427" y="15932"/>
                  </a:lnTo>
                  <a:lnTo>
                    <a:pt x="2467" y="15915"/>
                  </a:lnTo>
                  <a:lnTo>
                    <a:pt x="2507" y="15897"/>
                  </a:lnTo>
                  <a:lnTo>
                    <a:pt x="2546" y="15878"/>
                  </a:lnTo>
                  <a:lnTo>
                    <a:pt x="2584" y="15859"/>
                  </a:lnTo>
                  <a:lnTo>
                    <a:pt x="2622" y="15839"/>
                  </a:lnTo>
                  <a:lnTo>
                    <a:pt x="2661" y="15817"/>
                  </a:lnTo>
                  <a:lnTo>
                    <a:pt x="2698" y="15795"/>
                  </a:lnTo>
                  <a:lnTo>
                    <a:pt x="2734" y="15772"/>
                  </a:lnTo>
                  <a:lnTo>
                    <a:pt x="2770" y="15748"/>
                  </a:lnTo>
                  <a:lnTo>
                    <a:pt x="2805" y="15723"/>
                  </a:lnTo>
                  <a:lnTo>
                    <a:pt x="2839" y="15698"/>
                  </a:lnTo>
                  <a:lnTo>
                    <a:pt x="2873" y="15671"/>
                  </a:lnTo>
                  <a:lnTo>
                    <a:pt x="2906" y="15644"/>
                  </a:lnTo>
                  <a:lnTo>
                    <a:pt x="2940" y="15615"/>
                  </a:lnTo>
                  <a:lnTo>
                    <a:pt x="2971" y="15587"/>
                  </a:lnTo>
                  <a:lnTo>
                    <a:pt x="3003" y="15557"/>
                  </a:lnTo>
                  <a:lnTo>
                    <a:pt x="3033" y="15527"/>
                  </a:lnTo>
                  <a:lnTo>
                    <a:pt x="3032" y="15526"/>
                  </a:lnTo>
                  <a:lnTo>
                    <a:pt x="7217" y="11342"/>
                  </a:lnTo>
                  <a:lnTo>
                    <a:pt x="7296" y="11383"/>
                  </a:lnTo>
                  <a:lnTo>
                    <a:pt x="7377" y="11423"/>
                  </a:lnTo>
                  <a:lnTo>
                    <a:pt x="7457" y="11462"/>
                  </a:lnTo>
                  <a:lnTo>
                    <a:pt x="7538" y="11500"/>
                  </a:lnTo>
                  <a:lnTo>
                    <a:pt x="7621" y="11537"/>
                  </a:lnTo>
                  <a:lnTo>
                    <a:pt x="7703" y="11572"/>
                  </a:lnTo>
                  <a:lnTo>
                    <a:pt x="7786" y="11606"/>
                  </a:lnTo>
                  <a:lnTo>
                    <a:pt x="7869" y="11640"/>
                  </a:lnTo>
                  <a:lnTo>
                    <a:pt x="7954" y="11671"/>
                  </a:lnTo>
                  <a:lnTo>
                    <a:pt x="8039" y="11702"/>
                  </a:lnTo>
                  <a:lnTo>
                    <a:pt x="8124" y="11731"/>
                  </a:lnTo>
                  <a:lnTo>
                    <a:pt x="8211" y="11759"/>
                  </a:lnTo>
                  <a:lnTo>
                    <a:pt x="8297" y="11787"/>
                  </a:lnTo>
                  <a:lnTo>
                    <a:pt x="8384" y="11813"/>
                  </a:lnTo>
                  <a:lnTo>
                    <a:pt x="8472" y="11837"/>
                  </a:lnTo>
                  <a:lnTo>
                    <a:pt x="8560" y="11860"/>
                  </a:lnTo>
                  <a:lnTo>
                    <a:pt x="8649" y="11882"/>
                  </a:lnTo>
                  <a:lnTo>
                    <a:pt x="8739" y="11902"/>
                  </a:lnTo>
                  <a:lnTo>
                    <a:pt x="8828" y="11921"/>
                  </a:lnTo>
                  <a:lnTo>
                    <a:pt x="8918" y="11939"/>
                  </a:lnTo>
                  <a:lnTo>
                    <a:pt x="9010" y="11955"/>
                  </a:lnTo>
                  <a:lnTo>
                    <a:pt x="9100" y="11970"/>
                  </a:lnTo>
                  <a:lnTo>
                    <a:pt x="9192" y="11984"/>
                  </a:lnTo>
                  <a:lnTo>
                    <a:pt x="9285" y="11996"/>
                  </a:lnTo>
                  <a:lnTo>
                    <a:pt x="9377" y="12007"/>
                  </a:lnTo>
                  <a:lnTo>
                    <a:pt x="9470" y="12016"/>
                  </a:lnTo>
                  <a:lnTo>
                    <a:pt x="9564" y="12024"/>
                  </a:lnTo>
                  <a:lnTo>
                    <a:pt x="9657" y="12031"/>
                  </a:lnTo>
                  <a:lnTo>
                    <a:pt x="9751" y="12036"/>
                  </a:lnTo>
                  <a:lnTo>
                    <a:pt x="9846" y="12040"/>
                  </a:lnTo>
                  <a:lnTo>
                    <a:pt x="9941" y="12042"/>
                  </a:lnTo>
                  <a:lnTo>
                    <a:pt x="10036" y="12044"/>
                  </a:lnTo>
                  <a:lnTo>
                    <a:pt x="10346" y="12035"/>
                  </a:lnTo>
                  <a:lnTo>
                    <a:pt x="10651" y="12012"/>
                  </a:lnTo>
                  <a:lnTo>
                    <a:pt x="10954" y="11974"/>
                  </a:lnTo>
                  <a:lnTo>
                    <a:pt x="11250" y="11921"/>
                  </a:lnTo>
                  <a:lnTo>
                    <a:pt x="11541" y="11854"/>
                  </a:lnTo>
                  <a:lnTo>
                    <a:pt x="11827" y="11773"/>
                  </a:lnTo>
                  <a:lnTo>
                    <a:pt x="12107" y="11678"/>
                  </a:lnTo>
                  <a:lnTo>
                    <a:pt x="12380" y="11570"/>
                  </a:lnTo>
                  <a:lnTo>
                    <a:pt x="12647" y="11449"/>
                  </a:lnTo>
                  <a:lnTo>
                    <a:pt x="12907" y="11317"/>
                  </a:lnTo>
                  <a:lnTo>
                    <a:pt x="13159" y="11171"/>
                  </a:lnTo>
                  <a:lnTo>
                    <a:pt x="13403" y="11015"/>
                  </a:lnTo>
                  <a:lnTo>
                    <a:pt x="13639" y="10847"/>
                  </a:lnTo>
                  <a:lnTo>
                    <a:pt x="13866" y="10669"/>
                  </a:lnTo>
                  <a:lnTo>
                    <a:pt x="14085" y="10479"/>
                  </a:lnTo>
                  <a:lnTo>
                    <a:pt x="14295" y="10280"/>
                  </a:lnTo>
                  <a:lnTo>
                    <a:pt x="14493" y="10070"/>
                  </a:lnTo>
                  <a:lnTo>
                    <a:pt x="14683" y="9852"/>
                  </a:lnTo>
                  <a:lnTo>
                    <a:pt x="14862" y="9625"/>
                  </a:lnTo>
                  <a:lnTo>
                    <a:pt x="15029" y="9389"/>
                  </a:lnTo>
                  <a:lnTo>
                    <a:pt x="15186" y="9144"/>
                  </a:lnTo>
                  <a:lnTo>
                    <a:pt x="15331" y="8892"/>
                  </a:lnTo>
                  <a:lnTo>
                    <a:pt x="15464" y="8632"/>
                  </a:lnTo>
                  <a:lnTo>
                    <a:pt x="15584" y="8365"/>
                  </a:lnTo>
                  <a:lnTo>
                    <a:pt x="15693" y="8092"/>
                  </a:lnTo>
                  <a:lnTo>
                    <a:pt x="15787" y="7812"/>
                  </a:lnTo>
                  <a:lnTo>
                    <a:pt x="15868" y="7526"/>
                  </a:lnTo>
                  <a:lnTo>
                    <a:pt x="15936" y="7235"/>
                  </a:lnTo>
                  <a:lnTo>
                    <a:pt x="15989" y="6939"/>
                  </a:lnTo>
                  <a:lnTo>
                    <a:pt x="16027" y="6638"/>
                  </a:lnTo>
                  <a:lnTo>
                    <a:pt x="16050" y="6332"/>
                  </a:lnTo>
                  <a:lnTo>
                    <a:pt x="16058" y="6022"/>
                  </a:lnTo>
                  <a:lnTo>
                    <a:pt x="16050" y="5712"/>
                  </a:lnTo>
                  <a:lnTo>
                    <a:pt x="16027" y="5407"/>
                  </a:lnTo>
                  <a:lnTo>
                    <a:pt x="15989" y="5104"/>
                  </a:lnTo>
                  <a:lnTo>
                    <a:pt x="15936" y="4808"/>
                  </a:lnTo>
                  <a:lnTo>
                    <a:pt x="15868" y="4517"/>
                  </a:lnTo>
                  <a:lnTo>
                    <a:pt x="15787" y="4231"/>
                  </a:lnTo>
                  <a:lnTo>
                    <a:pt x="15693" y="3951"/>
                  </a:lnTo>
                  <a:lnTo>
                    <a:pt x="15584" y="3678"/>
                  </a:lnTo>
                  <a:lnTo>
                    <a:pt x="15464" y="3411"/>
                  </a:lnTo>
                  <a:lnTo>
                    <a:pt x="15331" y="3151"/>
                  </a:lnTo>
                  <a:lnTo>
                    <a:pt x="15186" y="2899"/>
                  </a:lnTo>
                  <a:lnTo>
                    <a:pt x="15029" y="2655"/>
                  </a:lnTo>
                  <a:lnTo>
                    <a:pt x="14862" y="2419"/>
                  </a:lnTo>
                  <a:lnTo>
                    <a:pt x="14683" y="2191"/>
                  </a:lnTo>
                  <a:lnTo>
                    <a:pt x="14493" y="1973"/>
                  </a:lnTo>
                  <a:lnTo>
                    <a:pt x="14295" y="1763"/>
                  </a:lnTo>
                  <a:lnTo>
                    <a:pt x="14085" y="1565"/>
                  </a:lnTo>
                  <a:lnTo>
                    <a:pt x="13866" y="1375"/>
                  </a:lnTo>
                  <a:lnTo>
                    <a:pt x="13639" y="1196"/>
                  </a:lnTo>
                  <a:lnTo>
                    <a:pt x="13403" y="1029"/>
                  </a:lnTo>
                  <a:lnTo>
                    <a:pt x="13159" y="872"/>
                  </a:lnTo>
                  <a:lnTo>
                    <a:pt x="12907" y="727"/>
                  </a:lnTo>
                  <a:lnTo>
                    <a:pt x="12647" y="594"/>
                  </a:lnTo>
                  <a:lnTo>
                    <a:pt x="12380" y="474"/>
                  </a:lnTo>
                  <a:lnTo>
                    <a:pt x="12107" y="365"/>
                  </a:lnTo>
                  <a:lnTo>
                    <a:pt x="11827" y="271"/>
                  </a:lnTo>
                  <a:lnTo>
                    <a:pt x="11541" y="190"/>
                  </a:lnTo>
                  <a:lnTo>
                    <a:pt x="11250" y="122"/>
                  </a:lnTo>
                  <a:lnTo>
                    <a:pt x="10954" y="69"/>
                  </a:lnTo>
                  <a:lnTo>
                    <a:pt x="10651" y="31"/>
                  </a:lnTo>
                  <a:lnTo>
                    <a:pt x="10346" y="8"/>
                  </a:lnTo>
                  <a:lnTo>
                    <a:pt x="10036"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latin typeface="微软雅黑" panose="020B0503020204020204" charset="-122"/>
                <a:ea typeface="微软雅黑" panose="020B0503020204020204" charset="-122"/>
              </a:endParaRPr>
            </a:p>
          </p:txBody>
        </p:sp>
        <p:sp>
          <p:nvSpPr>
            <p:cNvPr id="49" name="Freeform 6"/>
            <p:cNvSpPr/>
            <p:nvPr>
              <p:custDataLst>
                <p:tags r:id="rId38"/>
              </p:custDataLst>
            </p:nvPr>
          </p:nvSpPr>
          <p:spPr bwMode="auto">
            <a:xfrm>
              <a:off x="2284413" y="1185863"/>
              <a:ext cx="161925" cy="161925"/>
            </a:xfrm>
            <a:custGeom>
              <a:avLst/>
              <a:gdLst>
                <a:gd name="T0" fmla="*/ 2977 w 3763"/>
                <a:gd name="T1" fmla="*/ 40 h 3764"/>
                <a:gd name="T2" fmla="*/ 2305 w 3763"/>
                <a:gd name="T3" fmla="*/ 213 h 3764"/>
                <a:gd name="T4" fmla="*/ 1691 w 3763"/>
                <a:gd name="T5" fmla="*/ 509 h 3764"/>
                <a:gd name="T6" fmla="*/ 1151 w 3763"/>
                <a:gd name="T7" fmla="*/ 912 h 3764"/>
                <a:gd name="T8" fmla="*/ 697 w 3763"/>
                <a:gd name="T9" fmla="*/ 1411 h 3764"/>
                <a:gd name="T10" fmla="*/ 346 w 3763"/>
                <a:gd name="T11" fmla="*/ 1990 h 3764"/>
                <a:gd name="T12" fmla="*/ 110 w 3763"/>
                <a:gd name="T13" fmla="*/ 2635 h 3764"/>
                <a:gd name="T14" fmla="*/ 5 w 3763"/>
                <a:gd name="T15" fmla="*/ 3332 h 3764"/>
                <a:gd name="T16" fmla="*/ 3 w 3763"/>
                <a:gd name="T17" fmla="*/ 3551 h 3764"/>
                <a:gd name="T18" fmla="*/ 15 w 3763"/>
                <a:gd name="T19" fmla="*/ 3599 h 3764"/>
                <a:gd name="T20" fmla="*/ 36 w 3763"/>
                <a:gd name="T21" fmla="*/ 3643 h 3764"/>
                <a:gd name="T22" fmla="*/ 65 w 3763"/>
                <a:gd name="T23" fmla="*/ 3681 h 3764"/>
                <a:gd name="T24" fmla="*/ 100 w 3763"/>
                <a:gd name="T25" fmla="*/ 3713 h 3764"/>
                <a:gd name="T26" fmla="*/ 142 w 3763"/>
                <a:gd name="T27" fmla="*/ 3739 h 3764"/>
                <a:gd name="T28" fmla="*/ 188 w 3763"/>
                <a:gd name="T29" fmla="*/ 3756 h 3764"/>
                <a:gd name="T30" fmla="*/ 237 w 3763"/>
                <a:gd name="T31" fmla="*/ 3764 h 3764"/>
                <a:gd name="T32" fmla="*/ 289 w 3763"/>
                <a:gd name="T33" fmla="*/ 3761 h 3764"/>
                <a:gd name="T34" fmla="*/ 337 w 3763"/>
                <a:gd name="T35" fmla="*/ 3749 h 3764"/>
                <a:gd name="T36" fmla="*/ 381 w 3763"/>
                <a:gd name="T37" fmla="*/ 3728 h 3764"/>
                <a:gd name="T38" fmla="*/ 419 w 3763"/>
                <a:gd name="T39" fmla="*/ 3698 h 3764"/>
                <a:gd name="T40" fmla="*/ 451 w 3763"/>
                <a:gd name="T41" fmla="*/ 3663 h 3764"/>
                <a:gd name="T42" fmla="*/ 476 w 3763"/>
                <a:gd name="T43" fmla="*/ 3621 h 3764"/>
                <a:gd name="T44" fmla="*/ 493 w 3763"/>
                <a:gd name="T45" fmla="*/ 3576 h 3764"/>
                <a:gd name="T46" fmla="*/ 501 w 3763"/>
                <a:gd name="T47" fmla="*/ 3526 h 3764"/>
                <a:gd name="T48" fmla="*/ 537 w 3763"/>
                <a:gd name="T49" fmla="*/ 3054 h 3764"/>
                <a:gd name="T50" fmla="*/ 684 w 3763"/>
                <a:gd name="T51" fmla="*/ 2478 h 3764"/>
                <a:gd name="T52" fmla="*/ 937 w 3763"/>
                <a:gd name="T53" fmla="*/ 1952 h 3764"/>
                <a:gd name="T54" fmla="*/ 1283 w 3763"/>
                <a:gd name="T55" fmla="*/ 1488 h 3764"/>
                <a:gd name="T56" fmla="*/ 1711 w 3763"/>
                <a:gd name="T57" fmla="*/ 1100 h 3764"/>
                <a:gd name="T58" fmla="*/ 2208 w 3763"/>
                <a:gd name="T59" fmla="*/ 799 h 3764"/>
                <a:gd name="T60" fmla="*/ 2760 w 3763"/>
                <a:gd name="T61" fmla="*/ 596 h 3764"/>
                <a:gd name="T62" fmla="*/ 3358 w 3763"/>
                <a:gd name="T63" fmla="*/ 506 h 3764"/>
                <a:gd name="T64" fmla="*/ 3550 w 3763"/>
                <a:gd name="T65" fmla="*/ 499 h 3764"/>
                <a:gd name="T66" fmla="*/ 3599 w 3763"/>
                <a:gd name="T67" fmla="*/ 487 h 3764"/>
                <a:gd name="T68" fmla="*/ 3643 w 3763"/>
                <a:gd name="T69" fmla="*/ 466 h 3764"/>
                <a:gd name="T70" fmla="*/ 3681 w 3763"/>
                <a:gd name="T71" fmla="*/ 437 h 3764"/>
                <a:gd name="T72" fmla="*/ 3713 w 3763"/>
                <a:gd name="T73" fmla="*/ 402 h 3764"/>
                <a:gd name="T74" fmla="*/ 3738 w 3763"/>
                <a:gd name="T75" fmla="*/ 359 h 3764"/>
                <a:gd name="T76" fmla="*/ 3755 w 3763"/>
                <a:gd name="T77" fmla="*/ 313 h 3764"/>
                <a:gd name="T78" fmla="*/ 3763 w 3763"/>
                <a:gd name="T79" fmla="*/ 264 h 3764"/>
                <a:gd name="T80" fmla="*/ 3760 w 3763"/>
                <a:gd name="T81" fmla="*/ 213 h 3764"/>
                <a:gd name="T82" fmla="*/ 3748 w 3763"/>
                <a:gd name="T83" fmla="*/ 165 h 3764"/>
                <a:gd name="T84" fmla="*/ 3727 w 3763"/>
                <a:gd name="T85" fmla="*/ 120 h 3764"/>
                <a:gd name="T86" fmla="*/ 3698 w 3763"/>
                <a:gd name="T87" fmla="*/ 82 h 3764"/>
                <a:gd name="T88" fmla="*/ 3663 w 3763"/>
                <a:gd name="T89" fmla="*/ 50 h 3764"/>
                <a:gd name="T90" fmla="*/ 3621 w 3763"/>
                <a:gd name="T91" fmla="*/ 25 h 3764"/>
                <a:gd name="T92" fmla="*/ 3574 w 3763"/>
                <a:gd name="T93" fmla="*/ 8 h 3764"/>
                <a:gd name="T94" fmla="*/ 3525 w 3763"/>
                <a:gd name="T95" fmla="*/ 0 h 37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763" h="3764">
                  <a:moveTo>
                    <a:pt x="3512" y="0"/>
                  </a:moveTo>
                  <a:lnTo>
                    <a:pt x="3332" y="5"/>
                  </a:lnTo>
                  <a:lnTo>
                    <a:pt x="3153" y="18"/>
                  </a:lnTo>
                  <a:lnTo>
                    <a:pt x="2977" y="40"/>
                  </a:lnTo>
                  <a:lnTo>
                    <a:pt x="2805" y="71"/>
                  </a:lnTo>
                  <a:lnTo>
                    <a:pt x="2634" y="110"/>
                  </a:lnTo>
                  <a:lnTo>
                    <a:pt x="2467" y="158"/>
                  </a:lnTo>
                  <a:lnTo>
                    <a:pt x="2305" y="213"/>
                  </a:lnTo>
                  <a:lnTo>
                    <a:pt x="2145" y="276"/>
                  </a:lnTo>
                  <a:lnTo>
                    <a:pt x="1990" y="346"/>
                  </a:lnTo>
                  <a:lnTo>
                    <a:pt x="1838" y="424"/>
                  </a:lnTo>
                  <a:lnTo>
                    <a:pt x="1691" y="509"/>
                  </a:lnTo>
                  <a:lnTo>
                    <a:pt x="1548" y="600"/>
                  </a:lnTo>
                  <a:lnTo>
                    <a:pt x="1411" y="698"/>
                  </a:lnTo>
                  <a:lnTo>
                    <a:pt x="1278" y="802"/>
                  </a:lnTo>
                  <a:lnTo>
                    <a:pt x="1151" y="912"/>
                  </a:lnTo>
                  <a:lnTo>
                    <a:pt x="1028" y="1029"/>
                  </a:lnTo>
                  <a:lnTo>
                    <a:pt x="912" y="1151"/>
                  </a:lnTo>
                  <a:lnTo>
                    <a:pt x="801" y="1279"/>
                  </a:lnTo>
                  <a:lnTo>
                    <a:pt x="697" y="1411"/>
                  </a:lnTo>
                  <a:lnTo>
                    <a:pt x="600" y="1549"/>
                  </a:lnTo>
                  <a:lnTo>
                    <a:pt x="508" y="1691"/>
                  </a:lnTo>
                  <a:lnTo>
                    <a:pt x="423" y="1839"/>
                  </a:lnTo>
                  <a:lnTo>
                    <a:pt x="346" y="1990"/>
                  </a:lnTo>
                  <a:lnTo>
                    <a:pt x="276" y="2146"/>
                  </a:lnTo>
                  <a:lnTo>
                    <a:pt x="212" y="2305"/>
                  </a:lnTo>
                  <a:lnTo>
                    <a:pt x="157" y="2468"/>
                  </a:lnTo>
                  <a:lnTo>
                    <a:pt x="110" y="2635"/>
                  </a:lnTo>
                  <a:lnTo>
                    <a:pt x="71" y="2805"/>
                  </a:lnTo>
                  <a:lnTo>
                    <a:pt x="40" y="2978"/>
                  </a:lnTo>
                  <a:lnTo>
                    <a:pt x="18" y="3153"/>
                  </a:lnTo>
                  <a:lnTo>
                    <a:pt x="5" y="3332"/>
                  </a:lnTo>
                  <a:lnTo>
                    <a:pt x="0" y="3513"/>
                  </a:lnTo>
                  <a:lnTo>
                    <a:pt x="0" y="3526"/>
                  </a:lnTo>
                  <a:lnTo>
                    <a:pt x="1" y="3539"/>
                  </a:lnTo>
                  <a:lnTo>
                    <a:pt x="3" y="3551"/>
                  </a:lnTo>
                  <a:lnTo>
                    <a:pt x="5" y="3563"/>
                  </a:lnTo>
                  <a:lnTo>
                    <a:pt x="8" y="3576"/>
                  </a:lnTo>
                  <a:lnTo>
                    <a:pt x="11" y="3587"/>
                  </a:lnTo>
                  <a:lnTo>
                    <a:pt x="15" y="3599"/>
                  </a:lnTo>
                  <a:lnTo>
                    <a:pt x="20" y="3610"/>
                  </a:lnTo>
                  <a:lnTo>
                    <a:pt x="25" y="3621"/>
                  </a:lnTo>
                  <a:lnTo>
                    <a:pt x="30" y="3632"/>
                  </a:lnTo>
                  <a:lnTo>
                    <a:pt x="36" y="3643"/>
                  </a:lnTo>
                  <a:lnTo>
                    <a:pt x="43" y="3653"/>
                  </a:lnTo>
                  <a:lnTo>
                    <a:pt x="50" y="3663"/>
                  </a:lnTo>
                  <a:lnTo>
                    <a:pt x="57" y="3672"/>
                  </a:lnTo>
                  <a:lnTo>
                    <a:pt x="65" y="3681"/>
                  </a:lnTo>
                  <a:lnTo>
                    <a:pt x="73" y="3690"/>
                  </a:lnTo>
                  <a:lnTo>
                    <a:pt x="82" y="3698"/>
                  </a:lnTo>
                  <a:lnTo>
                    <a:pt x="91" y="3706"/>
                  </a:lnTo>
                  <a:lnTo>
                    <a:pt x="100" y="3713"/>
                  </a:lnTo>
                  <a:lnTo>
                    <a:pt x="110" y="3721"/>
                  </a:lnTo>
                  <a:lnTo>
                    <a:pt x="120" y="3728"/>
                  </a:lnTo>
                  <a:lnTo>
                    <a:pt x="131" y="3734"/>
                  </a:lnTo>
                  <a:lnTo>
                    <a:pt x="142" y="3739"/>
                  </a:lnTo>
                  <a:lnTo>
                    <a:pt x="153" y="3744"/>
                  </a:lnTo>
                  <a:lnTo>
                    <a:pt x="164" y="3749"/>
                  </a:lnTo>
                  <a:lnTo>
                    <a:pt x="176" y="3753"/>
                  </a:lnTo>
                  <a:lnTo>
                    <a:pt x="188" y="3756"/>
                  </a:lnTo>
                  <a:lnTo>
                    <a:pt x="200" y="3759"/>
                  </a:lnTo>
                  <a:lnTo>
                    <a:pt x="212" y="3761"/>
                  </a:lnTo>
                  <a:lnTo>
                    <a:pt x="224" y="3763"/>
                  </a:lnTo>
                  <a:lnTo>
                    <a:pt x="237" y="3764"/>
                  </a:lnTo>
                  <a:lnTo>
                    <a:pt x="250" y="3764"/>
                  </a:lnTo>
                  <a:lnTo>
                    <a:pt x="264" y="3764"/>
                  </a:lnTo>
                  <a:lnTo>
                    <a:pt x="276" y="3763"/>
                  </a:lnTo>
                  <a:lnTo>
                    <a:pt x="289" y="3761"/>
                  </a:lnTo>
                  <a:lnTo>
                    <a:pt x="301" y="3759"/>
                  </a:lnTo>
                  <a:lnTo>
                    <a:pt x="313" y="3756"/>
                  </a:lnTo>
                  <a:lnTo>
                    <a:pt x="325" y="3753"/>
                  </a:lnTo>
                  <a:lnTo>
                    <a:pt x="337" y="3749"/>
                  </a:lnTo>
                  <a:lnTo>
                    <a:pt x="348" y="3744"/>
                  </a:lnTo>
                  <a:lnTo>
                    <a:pt x="359" y="3739"/>
                  </a:lnTo>
                  <a:lnTo>
                    <a:pt x="370" y="3734"/>
                  </a:lnTo>
                  <a:lnTo>
                    <a:pt x="381" y="3728"/>
                  </a:lnTo>
                  <a:lnTo>
                    <a:pt x="391" y="3721"/>
                  </a:lnTo>
                  <a:lnTo>
                    <a:pt x="401" y="3713"/>
                  </a:lnTo>
                  <a:lnTo>
                    <a:pt x="410" y="3706"/>
                  </a:lnTo>
                  <a:lnTo>
                    <a:pt x="419" y="3698"/>
                  </a:lnTo>
                  <a:lnTo>
                    <a:pt x="428" y="3690"/>
                  </a:lnTo>
                  <a:lnTo>
                    <a:pt x="436" y="3681"/>
                  </a:lnTo>
                  <a:lnTo>
                    <a:pt x="444" y="3672"/>
                  </a:lnTo>
                  <a:lnTo>
                    <a:pt x="451" y="3663"/>
                  </a:lnTo>
                  <a:lnTo>
                    <a:pt x="458" y="3653"/>
                  </a:lnTo>
                  <a:lnTo>
                    <a:pt x="465" y="3643"/>
                  </a:lnTo>
                  <a:lnTo>
                    <a:pt x="471" y="3632"/>
                  </a:lnTo>
                  <a:lnTo>
                    <a:pt x="476" y="3621"/>
                  </a:lnTo>
                  <a:lnTo>
                    <a:pt x="481" y="3610"/>
                  </a:lnTo>
                  <a:lnTo>
                    <a:pt x="486" y="3599"/>
                  </a:lnTo>
                  <a:lnTo>
                    <a:pt x="490" y="3587"/>
                  </a:lnTo>
                  <a:lnTo>
                    <a:pt x="493" y="3576"/>
                  </a:lnTo>
                  <a:lnTo>
                    <a:pt x="496" y="3563"/>
                  </a:lnTo>
                  <a:lnTo>
                    <a:pt x="498" y="3551"/>
                  </a:lnTo>
                  <a:lnTo>
                    <a:pt x="500" y="3539"/>
                  </a:lnTo>
                  <a:lnTo>
                    <a:pt x="501" y="3526"/>
                  </a:lnTo>
                  <a:lnTo>
                    <a:pt x="501" y="3513"/>
                  </a:lnTo>
                  <a:lnTo>
                    <a:pt x="505" y="3358"/>
                  </a:lnTo>
                  <a:lnTo>
                    <a:pt x="517" y="3205"/>
                  </a:lnTo>
                  <a:lnTo>
                    <a:pt x="537" y="3054"/>
                  </a:lnTo>
                  <a:lnTo>
                    <a:pt x="563" y="2907"/>
                  </a:lnTo>
                  <a:lnTo>
                    <a:pt x="596" y="2760"/>
                  </a:lnTo>
                  <a:lnTo>
                    <a:pt x="637" y="2618"/>
                  </a:lnTo>
                  <a:lnTo>
                    <a:pt x="684" y="2478"/>
                  </a:lnTo>
                  <a:lnTo>
                    <a:pt x="738" y="2341"/>
                  </a:lnTo>
                  <a:lnTo>
                    <a:pt x="798" y="2208"/>
                  </a:lnTo>
                  <a:lnTo>
                    <a:pt x="865" y="2078"/>
                  </a:lnTo>
                  <a:lnTo>
                    <a:pt x="937" y="1952"/>
                  </a:lnTo>
                  <a:lnTo>
                    <a:pt x="1015" y="1830"/>
                  </a:lnTo>
                  <a:lnTo>
                    <a:pt x="1100" y="1711"/>
                  </a:lnTo>
                  <a:lnTo>
                    <a:pt x="1189" y="1598"/>
                  </a:lnTo>
                  <a:lnTo>
                    <a:pt x="1283" y="1488"/>
                  </a:lnTo>
                  <a:lnTo>
                    <a:pt x="1384" y="1384"/>
                  </a:lnTo>
                  <a:lnTo>
                    <a:pt x="1488" y="1285"/>
                  </a:lnTo>
                  <a:lnTo>
                    <a:pt x="1597" y="1189"/>
                  </a:lnTo>
                  <a:lnTo>
                    <a:pt x="1711" y="1100"/>
                  </a:lnTo>
                  <a:lnTo>
                    <a:pt x="1829" y="1017"/>
                  </a:lnTo>
                  <a:lnTo>
                    <a:pt x="1952" y="937"/>
                  </a:lnTo>
                  <a:lnTo>
                    <a:pt x="2077" y="865"/>
                  </a:lnTo>
                  <a:lnTo>
                    <a:pt x="2208" y="799"/>
                  </a:lnTo>
                  <a:lnTo>
                    <a:pt x="2340" y="739"/>
                  </a:lnTo>
                  <a:lnTo>
                    <a:pt x="2478" y="685"/>
                  </a:lnTo>
                  <a:lnTo>
                    <a:pt x="2617" y="637"/>
                  </a:lnTo>
                  <a:lnTo>
                    <a:pt x="2760" y="596"/>
                  </a:lnTo>
                  <a:lnTo>
                    <a:pt x="2906" y="563"/>
                  </a:lnTo>
                  <a:lnTo>
                    <a:pt x="3054" y="537"/>
                  </a:lnTo>
                  <a:lnTo>
                    <a:pt x="3204" y="517"/>
                  </a:lnTo>
                  <a:lnTo>
                    <a:pt x="3358" y="506"/>
                  </a:lnTo>
                  <a:lnTo>
                    <a:pt x="3512" y="502"/>
                  </a:lnTo>
                  <a:lnTo>
                    <a:pt x="3525" y="502"/>
                  </a:lnTo>
                  <a:lnTo>
                    <a:pt x="3538" y="501"/>
                  </a:lnTo>
                  <a:lnTo>
                    <a:pt x="3550" y="499"/>
                  </a:lnTo>
                  <a:lnTo>
                    <a:pt x="3562" y="497"/>
                  </a:lnTo>
                  <a:lnTo>
                    <a:pt x="3574" y="494"/>
                  </a:lnTo>
                  <a:lnTo>
                    <a:pt x="3587" y="491"/>
                  </a:lnTo>
                  <a:lnTo>
                    <a:pt x="3599" y="487"/>
                  </a:lnTo>
                  <a:lnTo>
                    <a:pt x="3610" y="482"/>
                  </a:lnTo>
                  <a:lnTo>
                    <a:pt x="3621" y="477"/>
                  </a:lnTo>
                  <a:lnTo>
                    <a:pt x="3632" y="472"/>
                  </a:lnTo>
                  <a:lnTo>
                    <a:pt x="3643" y="466"/>
                  </a:lnTo>
                  <a:lnTo>
                    <a:pt x="3653" y="459"/>
                  </a:lnTo>
                  <a:lnTo>
                    <a:pt x="3663" y="452"/>
                  </a:lnTo>
                  <a:lnTo>
                    <a:pt x="3672" y="445"/>
                  </a:lnTo>
                  <a:lnTo>
                    <a:pt x="3681" y="437"/>
                  </a:lnTo>
                  <a:lnTo>
                    <a:pt x="3690" y="429"/>
                  </a:lnTo>
                  <a:lnTo>
                    <a:pt x="3698" y="420"/>
                  </a:lnTo>
                  <a:lnTo>
                    <a:pt x="3706" y="411"/>
                  </a:lnTo>
                  <a:lnTo>
                    <a:pt x="3713" y="402"/>
                  </a:lnTo>
                  <a:lnTo>
                    <a:pt x="3720" y="391"/>
                  </a:lnTo>
                  <a:lnTo>
                    <a:pt x="3727" y="381"/>
                  </a:lnTo>
                  <a:lnTo>
                    <a:pt x="3733" y="370"/>
                  </a:lnTo>
                  <a:lnTo>
                    <a:pt x="3738" y="359"/>
                  </a:lnTo>
                  <a:lnTo>
                    <a:pt x="3743" y="348"/>
                  </a:lnTo>
                  <a:lnTo>
                    <a:pt x="3748" y="337"/>
                  </a:lnTo>
                  <a:lnTo>
                    <a:pt x="3752" y="325"/>
                  </a:lnTo>
                  <a:lnTo>
                    <a:pt x="3755" y="313"/>
                  </a:lnTo>
                  <a:lnTo>
                    <a:pt x="3758" y="301"/>
                  </a:lnTo>
                  <a:lnTo>
                    <a:pt x="3760" y="289"/>
                  </a:lnTo>
                  <a:lnTo>
                    <a:pt x="3762" y="276"/>
                  </a:lnTo>
                  <a:lnTo>
                    <a:pt x="3763" y="264"/>
                  </a:lnTo>
                  <a:lnTo>
                    <a:pt x="3763" y="251"/>
                  </a:lnTo>
                  <a:lnTo>
                    <a:pt x="3763" y="238"/>
                  </a:lnTo>
                  <a:lnTo>
                    <a:pt x="3762" y="225"/>
                  </a:lnTo>
                  <a:lnTo>
                    <a:pt x="3760" y="213"/>
                  </a:lnTo>
                  <a:lnTo>
                    <a:pt x="3758" y="201"/>
                  </a:lnTo>
                  <a:lnTo>
                    <a:pt x="3755" y="188"/>
                  </a:lnTo>
                  <a:lnTo>
                    <a:pt x="3752" y="177"/>
                  </a:lnTo>
                  <a:lnTo>
                    <a:pt x="3748" y="165"/>
                  </a:lnTo>
                  <a:lnTo>
                    <a:pt x="3743" y="154"/>
                  </a:lnTo>
                  <a:lnTo>
                    <a:pt x="3738" y="143"/>
                  </a:lnTo>
                  <a:lnTo>
                    <a:pt x="3733" y="132"/>
                  </a:lnTo>
                  <a:lnTo>
                    <a:pt x="3727" y="120"/>
                  </a:lnTo>
                  <a:lnTo>
                    <a:pt x="3720" y="110"/>
                  </a:lnTo>
                  <a:lnTo>
                    <a:pt x="3713" y="100"/>
                  </a:lnTo>
                  <a:lnTo>
                    <a:pt x="3706" y="91"/>
                  </a:lnTo>
                  <a:lnTo>
                    <a:pt x="3698" y="82"/>
                  </a:lnTo>
                  <a:lnTo>
                    <a:pt x="3690" y="73"/>
                  </a:lnTo>
                  <a:lnTo>
                    <a:pt x="3681" y="65"/>
                  </a:lnTo>
                  <a:lnTo>
                    <a:pt x="3672" y="57"/>
                  </a:lnTo>
                  <a:lnTo>
                    <a:pt x="3663" y="50"/>
                  </a:lnTo>
                  <a:lnTo>
                    <a:pt x="3653" y="43"/>
                  </a:lnTo>
                  <a:lnTo>
                    <a:pt x="3643" y="36"/>
                  </a:lnTo>
                  <a:lnTo>
                    <a:pt x="3632" y="30"/>
                  </a:lnTo>
                  <a:lnTo>
                    <a:pt x="3621" y="25"/>
                  </a:lnTo>
                  <a:lnTo>
                    <a:pt x="3610" y="20"/>
                  </a:lnTo>
                  <a:lnTo>
                    <a:pt x="3599" y="15"/>
                  </a:lnTo>
                  <a:lnTo>
                    <a:pt x="3587" y="11"/>
                  </a:lnTo>
                  <a:lnTo>
                    <a:pt x="3574" y="8"/>
                  </a:lnTo>
                  <a:lnTo>
                    <a:pt x="3562" y="5"/>
                  </a:lnTo>
                  <a:lnTo>
                    <a:pt x="3550" y="3"/>
                  </a:lnTo>
                  <a:lnTo>
                    <a:pt x="3538" y="1"/>
                  </a:lnTo>
                  <a:lnTo>
                    <a:pt x="3525" y="0"/>
                  </a:lnTo>
                  <a:lnTo>
                    <a:pt x="351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latin typeface="微软雅黑" panose="020B0503020204020204" charset="-122"/>
                <a:ea typeface="微软雅黑" panose="020B0503020204020204" charset="-122"/>
              </a:endParaRPr>
            </a:p>
          </p:txBody>
        </p:sp>
      </p:grpSp>
      <p:sp>
        <p:nvSpPr>
          <p:cNvPr id="50" name="Freeform 55"/>
          <p:cNvSpPr>
            <a:spLocks noEditPoints="1"/>
          </p:cNvSpPr>
          <p:nvPr>
            <p:custDataLst>
              <p:tags r:id="rId21"/>
            </p:custDataLst>
          </p:nvPr>
        </p:nvSpPr>
        <p:spPr bwMode="auto">
          <a:xfrm>
            <a:off x="8495635" y="3012571"/>
            <a:ext cx="478505" cy="343995"/>
          </a:xfrm>
          <a:custGeom>
            <a:avLst/>
            <a:gdLst>
              <a:gd name="T0" fmla="*/ 2486 w 16058"/>
              <a:gd name="T1" fmla="*/ 10403 h 11544"/>
              <a:gd name="T2" fmla="*/ 1591 w 16058"/>
              <a:gd name="T3" fmla="*/ 9798 h 11544"/>
              <a:gd name="T4" fmla="*/ 1075 w 16058"/>
              <a:gd name="T5" fmla="*/ 8845 h 11544"/>
              <a:gd name="T6" fmla="*/ 1034 w 16058"/>
              <a:gd name="T7" fmla="*/ 7911 h 11544"/>
              <a:gd name="T8" fmla="*/ 1269 w 16058"/>
              <a:gd name="T9" fmla="*/ 7227 h 11544"/>
              <a:gd name="T10" fmla="*/ 1712 w 16058"/>
              <a:gd name="T11" fmla="*/ 6654 h 11544"/>
              <a:gd name="T12" fmla="*/ 2311 w 16058"/>
              <a:gd name="T13" fmla="*/ 6236 h 11544"/>
              <a:gd name="T14" fmla="*/ 2677 w 16058"/>
              <a:gd name="T15" fmla="*/ 5951 h 11544"/>
              <a:gd name="T16" fmla="*/ 2739 w 16058"/>
              <a:gd name="T17" fmla="*/ 5626 h 11544"/>
              <a:gd name="T18" fmla="*/ 2564 w 16058"/>
              <a:gd name="T19" fmla="*/ 5102 h 11544"/>
              <a:gd name="T20" fmla="*/ 2509 w 16058"/>
              <a:gd name="T21" fmla="*/ 4790 h 11544"/>
              <a:gd name="T22" fmla="*/ 2634 w 16058"/>
              <a:gd name="T23" fmla="*/ 4225 h 11544"/>
              <a:gd name="T24" fmla="*/ 3014 w 16058"/>
              <a:gd name="T25" fmla="*/ 3763 h 11544"/>
              <a:gd name="T26" fmla="*/ 3573 w 16058"/>
              <a:gd name="T27" fmla="*/ 3528 h 11544"/>
              <a:gd name="T28" fmla="*/ 4022 w 16058"/>
              <a:gd name="T29" fmla="*/ 3524 h 11544"/>
              <a:gd name="T30" fmla="*/ 4410 w 16058"/>
              <a:gd name="T31" fmla="*/ 3616 h 11544"/>
              <a:gd name="T32" fmla="*/ 4822 w 16058"/>
              <a:gd name="T33" fmla="*/ 3718 h 11544"/>
              <a:gd name="T34" fmla="*/ 5077 w 16058"/>
              <a:gd name="T35" fmla="*/ 3578 h 11544"/>
              <a:gd name="T36" fmla="*/ 5304 w 16058"/>
              <a:gd name="T37" fmla="*/ 3154 h 11544"/>
              <a:gd name="T38" fmla="*/ 5986 w 16058"/>
              <a:gd name="T39" fmla="*/ 2112 h 11544"/>
              <a:gd name="T40" fmla="*/ 6970 w 16058"/>
              <a:gd name="T41" fmla="*/ 1377 h 11544"/>
              <a:gd name="T42" fmla="*/ 8153 w 16058"/>
              <a:gd name="T43" fmla="*/ 1025 h 11544"/>
              <a:gd name="T44" fmla="*/ 9661 w 16058"/>
              <a:gd name="T45" fmla="*/ 1190 h 11544"/>
              <a:gd name="T46" fmla="*/ 10994 w 16058"/>
              <a:gd name="T47" fmla="*/ 2023 h 11544"/>
              <a:gd name="T48" fmla="*/ 11831 w 16058"/>
              <a:gd name="T49" fmla="*/ 3370 h 11544"/>
              <a:gd name="T50" fmla="*/ 12046 w 16058"/>
              <a:gd name="T51" fmla="*/ 4561 h 11544"/>
              <a:gd name="T52" fmla="*/ 12173 w 16058"/>
              <a:gd name="T53" fmla="*/ 4853 h 11544"/>
              <a:gd name="T54" fmla="*/ 12517 w 16058"/>
              <a:gd name="T55" fmla="*/ 5002 h 11544"/>
              <a:gd name="T56" fmla="*/ 13610 w 16058"/>
              <a:gd name="T57" fmla="*/ 5356 h 11544"/>
              <a:gd name="T58" fmla="*/ 14494 w 16058"/>
              <a:gd name="T59" fmla="*/ 6116 h 11544"/>
              <a:gd name="T60" fmla="*/ 14988 w 16058"/>
              <a:gd name="T61" fmla="*/ 7177 h 11544"/>
              <a:gd name="T62" fmla="*/ 14968 w 16058"/>
              <a:gd name="T63" fmla="*/ 8469 h 11544"/>
              <a:gd name="T64" fmla="*/ 14337 w 16058"/>
              <a:gd name="T65" fmla="*/ 9634 h 11544"/>
              <a:gd name="T66" fmla="*/ 13243 w 16058"/>
              <a:gd name="T67" fmla="*/ 10372 h 11544"/>
              <a:gd name="T68" fmla="*/ 12944 w 16058"/>
              <a:gd name="T69" fmla="*/ 3664 h 11544"/>
              <a:gd name="T70" fmla="*/ 12111 w 16058"/>
              <a:gd name="T71" fmla="*/ 1788 h 11544"/>
              <a:gd name="T72" fmla="*/ 10564 w 16058"/>
              <a:gd name="T73" fmla="*/ 487 h 11544"/>
              <a:gd name="T74" fmla="*/ 8531 w 16058"/>
              <a:gd name="T75" fmla="*/ 0 h 11544"/>
              <a:gd name="T76" fmla="*/ 6922 w 16058"/>
              <a:gd name="T77" fmla="*/ 297 h 11544"/>
              <a:gd name="T78" fmla="*/ 5572 w 16058"/>
              <a:gd name="T79" fmla="*/ 1115 h 11544"/>
              <a:gd name="T80" fmla="*/ 4587 w 16058"/>
              <a:gd name="T81" fmla="*/ 2341 h 11544"/>
              <a:gd name="T82" fmla="*/ 4112 w 16058"/>
              <a:gd name="T83" fmla="*/ 2541 h 11544"/>
              <a:gd name="T84" fmla="*/ 3533 w 16058"/>
              <a:gd name="T85" fmla="*/ 2521 h 11544"/>
              <a:gd name="T86" fmla="*/ 2501 w 16058"/>
              <a:gd name="T87" fmla="*/ 2896 h 11544"/>
              <a:gd name="T88" fmla="*/ 1778 w 16058"/>
              <a:gd name="T89" fmla="*/ 3692 h 11544"/>
              <a:gd name="T90" fmla="*/ 1505 w 16058"/>
              <a:gd name="T91" fmla="*/ 4768 h 11544"/>
              <a:gd name="T92" fmla="*/ 1558 w 16058"/>
              <a:gd name="T93" fmla="*/ 5217 h 11544"/>
              <a:gd name="T94" fmla="*/ 1281 w 16058"/>
              <a:gd name="T95" fmla="*/ 5706 h 11544"/>
              <a:gd name="T96" fmla="*/ 564 w 16058"/>
              <a:gd name="T97" fmla="*/ 6461 h 11544"/>
              <a:gd name="T98" fmla="*/ 118 w 16058"/>
              <a:gd name="T99" fmla="*/ 7414 h 11544"/>
              <a:gd name="T100" fmla="*/ 17 w 16058"/>
              <a:gd name="T101" fmla="*/ 8615 h 11544"/>
              <a:gd name="T102" fmla="*/ 557 w 16058"/>
              <a:gd name="T103" fmla="*/ 10106 h 11544"/>
              <a:gd name="T104" fmla="*/ 1707 w 16058"/>
              <a:gd name="T105" fmla="*/ 11150 h 11544"/>
              <a:gd name="T106" fmla="*/ 3262 w 16058"/>
              <a:gd name="T107" fmla="*/ 11543 h 11544"/>
              <a:gd name="T108" fmla="*/ 13589 w 16058"/>
              <a:gd name="T109" fmla="*/ 11315 h 11544"/>
              <a:gd name="T110" fmla="*/ 15080 w 16058"/>
              <a:gd name="T111" fmla="*/ 10310 h 11544"/>
              <a:gd name="T112" fmla="*/ 15940 w 16058"/>
              <a:gd name="T113" fmla="*/ 8720 h 11544"/>
              <a:gd name="T114" fmla="*/ 15965 w 16058"/>
              <a:gd name="T115" fmla="*/ 6945 h 11544"/>
              <a:gd name="T116" fmla="*/ 15283 w 16058"/>
              <a:gd name="T117" fmla="*/ 5493 h 11544"/>
              <a:gd name="T118" fmla="*/ 14075 w 16058"/>
              <a:gd name="T119" fmla="*/ 4467 h 115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6058" h="11544">
                <a:moveTo>
                  <a:pt x="12294" y="10539"/>
                </a:moveTo>
                <a:lnTo>
                  <a:pt x="12294" y="10540"/>
                </a:lnTo>
                <a:lnTo>
                  <a:pt x="3262" y="10540"/>
                </a:lnTo>
                <a:lnTo>
                  <a:pt x="3145" y="10537"/>
                </a:lnTo>
                <a:lnTo>
                  <a:pt x="3031" y="10528"/>
                </a:lnTo>
                <a:lnTo>
                  <a:pt x="2919" y="10514"/>
                </a:lnTo>
                <a:lnTo>
                  <a:pt x="2807" y="10494"/>
                </a:lnTo>
                <a:lnTo>
                  <a:pt x="2698" y="10469"/>
                </a:lnTo>
                <a:lnTo>
                  <a:pt x="2591" y="10438"/>
                </a:lnTo>
                <a:lnTo>
                  <a:pt x="2486" y="10403"/>
                </a:lnTo>
                <a:lnTo>
                  <a:pt x="2384" y="10363"/>
                </a:lnTo>
                <a:lnTo>
                  <a:pt x="2284" y="10316"/>
                </a:lnTo>
                <a:lnTo>
                  <a:pt x="2187" y="10267"/>
                </a:lnTo>
                <a:lnTo>
                  <a:pt x="2092" y="10212"/>
                </a:lnTo>
                <a:lnTo>
                  <a:pt x="2000" y="10154"/>
                </a:lnTo>
                <a:lnTo>
                  <a:pt x="1912" y="10091"/>
                </a:lnTo>
                <a:lnTo>
                  <a:pt x="1827" y="10023"/>
                </a:lnTo>
                <a:lnTo>
                  <a:pt x="1744" y="9952"/>
                </a:lnTo>
                <a:lnTo>
                  <a:pt x="1666" y="9878"/>
                </a:lnTo>
                <a:lnTo>
                  <a:pt x="1591" y="9798"/>
                </a:lnTo>
                <a:lnTo>
                  <a:pt x="1520" y="9717"/>
                </a:lnTo>
                <a:lnTo>
                  <a:pt x="1453" y="9632"/>
                </a:lnTo>
                <a:lnTo>
                  <a:pt x="1390" y="9543"/>
                </a:lnTo>
                <a:lnTo>
                  <a:pt x="1331" y="9451"/>
                </a:lnTo>
                <a:lnTo>
                  <a:pt x="1277" y="9357"/>
                </a:lnTo>
                <a:lnTo>
                  <a:pt x="1226" y="9259"/>
                </a:lnTo>
                <a:lnTo>
                  <a:pt x="1181" y="9159"/>
                </a:lnTo>
                <a:lnTo>
                  <a:pt x="1141" y="9057"/>
                </a:lnTo>
                <a:lnTo>
                  <a:pt x="1105" y="8952"/>
                </a:lnTo>
                <a:lnTo>
                  <a:pt x="1075" y="8845"/>
                </a:lnTo>
                <a:lnTo>
                  <a:pt x="1050" y="8736"/>
                </a:lnTo>
                <a:lnTo>
                  <a:pt x="1030" y="8624"/>
                </a:lnTo>
                <a:lnTo>
                  <a:pt x="1016" y="8512"/>
                </a:lnTo>
                <a:lnTo>
                  <a:pt x="1007" y="8397"/>
                </a:lnTo>
                <a:lnTo>
                  <a:pt x="1004" y="8281"/>
                </a:lnTo>
                <a:lnTo>
                  <a:pt x="1005" y="8207"/>
                </a:lnTo>
                <a:lnTo>
                  <a:pt x="1009" y="8131"/>
                </a:lnTo>
                <a:lnTo>
                  <a:pt x="1015" y="8057"/>
                </a:lnTo>
                <a:lnTo>
                  <a:pt x="1024" y="7984"/>
                </a:lnTo>
                <a:lnTo>
                  <a:pt x="1034" y="7911"/>
                </a:lnTo>
                <a:lnTo>
                  <a:pt x="1048" y="7839"/>
                </a:lnTo>
                <a:lnTo>
                  <a:pt x="1063" y="7768"/>
                </a:lnTo>
                <a:lnTo>
                  <a:pt x="1081" y="7697"/>
                </a:lnTo>
                <a:lnTo>
                  <a:pt x="1101" y="7627"/>
                </a:lnTo>
                <a:lnTo>
                  <a:pt x="1123" y="7558"/>
                </a:lnTo>
                <a:lnTo>
                  <a:pt x="1148" y="7490"/>
                </a:lnTo>
                <a:lnTo>
                  <a:pt x="1175" y="7423"/>
                </a:lnTo>
                <a:lnTo>
                  <a:pt x="1203" y="7356"/>
                </a:lnTo>
                <a:lnTo>
                  <a:pt x="1235" y="7291"/>
                </a:lnTo>
                <a:lnTo>
                  <a:pt x="1269" y="7227"/>
                </a:lnTo>
                <a:lnTo>
                  <a:pt x="1304" y="7165"/>
                </a:lnTo>
                <a:lnTo>
                  <a:pt x="1341" y="7102"/>
                </a:lnTo>
                <a:lnTo>
                  <a:pt x="1381" y="7041"/>
                </a:lnTo>
                <a:lnTo>
                  <a:pt x="1422" y="6982"/>
                </a:lnTo>
                <a:lnTo>
                  <a:pt x="1465" y="6924"/>
                </a:lnTo>
                <a:lnTo>
                  <a:pt x="1511" y="6867"/>
                </a:lnTo>
                <a:lnTo>
                  <a:pt x="1559" y="6811"/>
                </a:lnTo>
                <a:lnTo>
                  <a:pt x="1608" y="6757"/>
                </a:lnTo>
                <a:lnTo>
                  <a:pt x="1659" y="6705"/>
                </a:lnTo>
                <a:lnTo>
                  <a:pt x="1712" y="6654"/>
                </a:lnTo>
                <a:lnTo>
                  <a:pt x="1767" y="6604"/>
                </a:lnTo>
                <a:lnTo>
                  <a:pt x="1825" y="6555"/>
                </a:lnTo>
                <a:lnTo>
                  <a:pt x="1883" y="6509"/>
                </a:lnTo>
                <a:lnTo>
                  <a:pt x="1943" y="6464"/>
                </a:lnTo>
                <a:lnTo>
                  <a:pt x="2005" y="6421"/>
                </a:lnTo>
                <a:lnTo>
                  <a:pt x="2069" y="6380"/>
                </a:lnTo>
                <a:lnTo>
                  <a:pt x="2135" y="6341"/>
                </a:lnTo>
                <a:lnTo>
                  <a:pt x="2198" y="6304"/>
                </a:lnTo>
                <a:lnTo>
                  <a:pt x="2256" y="6269"/>
                </a:lnTo>
                <a:lnTo>
                  <a:pt x="2311" y="6236"/>
                </a:lnTo>
                <a:lnTo>
                  <a:pt x="2364" y="6205"/>
                </a:lnTo>
                <a:lnTo>
                  <a:pt x="2412" y="6174"/>
                </a:lnTo>
                <a:lnTo>
                  <a:pt x="2456" y="6145"/>
                </a:lnTo>
                <a:lnTo>
                  <a:pt x="2498" y="6116"/>
                </a:lnTo>
                <a:lnTo>
                  <a:pt x="2535" y="6088"/>
                </a:lnTo>
                <a:lnTo>
                  <a:pt x="2570" y="6061"/>
                </a:lnTo>
                <a:lnTo>
                  <a:pt x="2601" y="6033"/>
                </a:lnTo>
                <a:lnTo>
                  <a:pt x="2629" y="6006"/>
                </a:lnTo>
                <a:lnTo>
                  <a:pt x="2655" y="5979"/>
                </a:lnTo>
                <a:lnTo>
                  <a:pt x="2677" y="5951"/>
                </a:lnTo>
                <a:lnTo>
                  <a:pt x="2696" y="5923"/>
                </a:lnTo>
                <a:lnTo>
                  <a:pt x="2712" y="5895"/>
                </a:lnTo>
                <a:lnTo>
                  <a:pt x="2725" y="5866"/>
                </a:lnTo>
                <a:lnTo>
                  <a:pt x="2735" y="5836"/>
                </a:lnTo>
                <a:lnTo>
                  <a:pt x="2742" y="5805"/>
                </a:lnTo>
                <a:lnTo>
                  <a:pt x="2747" y="5773"/>
                </a:lnTo>
                <a:lnTo>
                  <a:pt x="2748" y="5738"/>
                </a:lnTo>
                <a:lnTo>
                  <a:pt x="2748" y="5703"/>
                </a:lnTo>
                <a:lnTo>
                  <a:pt x="2744" y="5665"/>
                </a:lnTo>
                <a:lnTo>
                  <a:pt x="2739" y="5626"/>
                </a:lnTo>
                <a:lnTo>
                  <a:pt x="2730" y="5585"/>
                </a:lnTo>
                <a:lnTo>
                  <a:pt x="2720" y="5542"/>
                </a:lnTo>
                <a:lnTo>
                  <a:pt x="2707" y="5495"/>
                </a:lnTo>
                <a:lnTo>
                  <a:pt x="2691" y="5446"/>
                </a:lnTo>
                <a:lnTo>
                  <a:pt x="2674" y="5395"/>
                </a:lnTo>
                <a:lnTo>
                  <a:pt x="2654" y="5340"/>
                </a:lnTo>
                <a:lnTo>
                  <a:pt x="2632" y="5282"/>
                </a:lnTo>
                <a:lnTo>
                  <a:pt x="2607" y="5220"/>
                </a:lnTo>
                <a:lnTo>
                  <a:pt x="2581" y="5156"/>
                </a:lnTo>
                <a:lnTo>
                  <a:pt x="2564" y="5102"/>
                </a:lnTo>
                <a:lnTo>
                  <a:pt x="2549" y="5050"/>
                </a:lnTo>
                <a:lnTo>
                  <a:pt x="2537" y="5000"/>
                </a:lnTo>
                <a:lnTo>
                  <a:pt x="2527" y="4950"/>
                </a:lnTo>
                <a:lnTo>
                  <a:pt x="2523" y="4926"/>
                </a:lnTo>
                <a:lnTo>
                  <a:pt x="2519" y="4903"/>
                </a:lnTo>
                <a:lnTo>
                  <a:pt x="2516" y="4880"/>
                </a:lnTo>
                <a:lnTo>
                  <a:pt x="2514" y="4857"/>
                </a:lnTo>
                <a:lnTo>
                  <a:pt x="2512" y="4834"/>
                </a:lnTo>
                <a:lnTo>
                  <a:pt x="2510" y="4812"/>
                </a:lnTo>
                <a:lnTo>
                  <a:pt x="2509" y="4790"/>
                </a:lnTo>
                <a:lnTo>
                  <a:pt x="2509" y="4768"/>
                </a:lnTo>
                <a:lnTo>
                  <a:pt x="2511" y="4704"/>
                </a:lnTo>
                <a:lnTo>
                  <a:pt x="2516" y="4640"/>
                </a:lnTo>
                <a:lnTo>
                  <a:pt x="2524" y="4577"/>
                </a:lnTo>
                <a:lnTo>
                  <a:pt x="2535" y="4516"/>
                </a:lnTo>
                <a:lnTo>
                  <a:pt x="2549" y="4455"/>
                </a:lnTo>
                <a:lnTo>
                  <a:pt x="2565" y="4395"/>
                </a:lnTo>
                <a:lnTo>
                  <a:pt x="2585" y="4337"/>
                </a:lnTo>
                <a:lnTo>
                  <a:pt x="2608" y="4280"/>
                </a:lnTo>
                <a:lnTo>
                  <a:pt x="2634" y="4225"/>
                </a:lnTo>
                <a:lnTo>
                  <a:pt x="2661" y="4171"/>
                </a:lnTo>
                <a:lnTo>
                  <a:pt x="2691" y="4118"/>
                </a:lnTo>
                <a:lnTo>
                  <a:pt x="2724" y="4067"/>
                </a:lnTo>
                <a:lnTo>
                  <a:pt x="2759" y="4018"/>
                </a:lnTo>
                <a:lnTo>
                  <a:pt x="2796" y="3971"/>
                </a:lnTo>
                <a:lnTo>
                  <a:pt x="2835" y="3925"/>
                </a:lnTo>
                <a:lnTo>
                  <a:pt x="2877" y="3881"/>
                </a:lnTo>
                <a:lnTo>
                  <a:pt x="2921" y="3839"/>
                </a:lnTo>
                <a:lnTo>
                  <a:pt x="2966" y="3800"/>
                </a:lnTo>
                <a:lnTo>
                  <a:pt x="3014" y="3763"/>
                </a:lnTo>
                <a:lnTo>
                  <a:pt x="3063" y="3728"/>
                </a:lnTo>
                <a:lnTo>
                  <a:pt x="3113" y="3696"/>
                </a:lnTo>
                <a:lnTo>
                  <a:pt x="3166" y="3665"/>
                </a:lnTo>
                <a:lnTo>
                  <a:pt x="3221" y="3638"/>
                </a:lnTo>
                <a:lnTo>
                  <a:pt x="3276" y="3612"/>
                </a:lnTo>
                <a:lnTo>
                  <a:pt x="3333" y="3589"/>
                </a:lnTo>
                <a:lnTo>
                  <a:pt x="3391" y="3570"/>
                </a:lnTo>
                <a:lnTo>
                  <a:pt x="3450" y="3553"/>
                </a:lnTo>
                <a:lnTo>
                  <a:pt x="3512" y="3539"/>
                </a:lnTo>
                <a:lnTo>
                  <a:pt x="3573" y="3528"/>
                </a:lnTo>
                <a:lnTo>
                  <a:pt x="3636" y="3520"/>
                </a:lnTo>
                <a:lnTo>
                  <a:pt x="3699" y="3515"/>
                </a:lnTo>
                <a:lnTo>
                  <a:pt x="3764" y="3513"/>
                </a:lnTo>
                <a:lnTo>
                  <a:pt x="3779" y="3513"/>
                </a:lnTo>
                <a:lnTo>
                  <a:pt x="3821" y="3512"/>
                </a:lnTo>
                <a:lnTo>
                  <a:pt x="3851" y="3512"/>
                </a:lnTo>
                <a:lnTo>
                  <a:pt x="3886" y="3513"/>
                </a:lnTo>
                <a:lnTo>
                  <a:pt x="3927" y="3515"/>
                </a:lnTo>
                <a:lnTo>
                  <a:pt x="3972" y="3519"/>
                </a:lnTo>
                <a:lnTo>
                  <a:pt x="4022" y="3524"/>
                </a:lnTo>
                <a:lnTo>
                  <a:pt x="4074" y="3531"/>
                </a:lnTo>
                <a:lnTo>
                  <a:pt x="4130" y="3540"/>
                </a:lnTo>
                <a:lnTo>
                  <a:pt x="4189" y="3552"/>
                </a:lnTo>
                <a:lnTo>
                  <a:pt x="4219" y="3559"/>
                </a:lnTo>
                <a:lnTo>
                  <a:pt x="4250" y="3566"/>
                </a:lnTo>
                <a:lnTo>
                  <a:pt x="4281" y="3575"/>
                </a:lnTo>
                <a:lnTo>
                  <a:pt x="4314" y="3584"/>
                </a:lnTo>
                <a:lnTo>
                  <a:pt x="4345" y="3594"/>
                </a:lnTo>
                <a:lnTo>
                  <a:pt x="4378" y="3604"/>
                </a:lnTo>
                <a:lnTo>
                  <a:pt x="4410" y="3616"/>
                </a:lnTo>
                <a:lnTo>
                  <a:pt x="4443" y="3629"/>
                </a:lnTo>
                <a:lnTo>
                  <a:pt x="4495" y="3649"/>
                </a:lnTo>
                <a:lnTo>
                  <a:pt x="4544" y="3667"/>
                </a:lnTo>
                <a:lnTo>
                  <a:pt x="4592" y="3682"/>
                </a:lnTo>
                <a:lnTo>
                  <a:pt x="4636" y="3694"/>
                </a:lnTo>
                <a:lnTo>
                  <a:pt x="4678" y="3704"/>
                </a:lnTo>
                <a:lnTo>
                  <a:pt x="4717" y="3711"/>
                </a:lnTo>
                <a:lnTo>
                  <a:pt x="4754" y="3716"/>
                </a:lnTo>
                <a:lnTo>
                  <a:pt x="4789" y="3718"/>
                </a:lnTo>
                <a:lnTo>
                  <a:pt x="4822" y="3718"/>
                </a:lnTo>
                <a:lnTo>
                  <a:pt x="4855" y="3715"/>
                </a:lnTo>
                <a:lnTo>
                  <a:pt x="4884" y="3710"/>
                </a:lnTo>
                <a:lnTo>
                  <a:pt x="4912" y="3702"/>
                </a:lnTo>
                <a:lnTo>
                  <a:pt x="4939" y="3692"/>
                </a:lnTo>
                <a:lnTo>
                  <a:pt x="4964" y="3679"/>
                </a:lnTo>
                <a:lnTo>
                  <a:pt x="4989" y="3664"/>
                </a:lnTo>
                <a:lnTo>
                  <a:pt x="5012" y="3646"/>
                </a:lnTo>
                <a:lnTo>
                  <a:pt x="5034" y="3626"/>
                </a:lnTo>
                <a:lnTo>
                  <a:pt x="5056" y="3603"/>
                </a:lnTo>
                <a:lnTo>
                  <a:pt x="5077" y="3578"/>
                </a:lnTo>
                <a:lnTo>
                  <a:pt x="5097" y="3551"/>
                </a:lnTo>
                <a:lnTo>
                  <a:pt x="5117" y="3522"/>
                </a:lnTo>
                <a:lnTo>
                  <a:pt x="5138" y="3490"/>
                </a:lnTo>
                <a:lnTo>
                  <a:pt x="5158" y="3456"/>
                </a:lnTo>
                <a:lnTo>
                  <a:pt x="5177" y="3420"/>
                </a:lnTo>
                <a:lnTo>
                  <a:pt x="5197" y="3382"/>
                </a:lnTo>
                <a:lnTo>
                  <a:pt x="5218" y="3340"/>
                </a:lnTo>
                <a:lnTo>
                  <a:pt x="5238" y="3297"/>
                </a:lnTo>
                <a:lnTo>
                  <a:pt x="5260" y="3251"/>
                </a:lnTo>
                <a:lnTo>
                  <a:pt x="5304" y="3154"/>
                </a:lnTo>
                <a:lnTo>
                  <a:pt x="5353" y="3047"/>
                </a:lnTo>
                <a:lnTo>
                  <a:pt x="5409" y="2932"/>
                </a:lnTo>
                <a:lnTo>
                  <a:pt x="5469" y="2820"/>
                </a:lnTo>
                <a:lnTo>
                  <a:pt x="5532" y="2710"/>
                </a:lnTo>
                <a:lnTo>
                  <a:pt x="5599" y="2603"/>
                </a:lnTo>
                <a:lnTo>
                  <a:pt x="5669" y="2499"/>
                </a:lnTo>
                <a:lnTo>
                  <a:pt x="5744" y="2398"/>
                </a:lnTo>
                <a:lnTo>
                  <a:pt x="5821" y="2300"/>
                </a:lnTo>
                <a:lnTo>
                  <a:pt x="5902" y="2204"/>
                </a:lnTo>
                <a:lnTo>
                  <a:pt x="5986" y="2112"/>
                </a:lnTo>
                <a:lnTo>
                  <a:pt x="6072" y="2024"/>
                </a:lnTo>
                <a:lnTo>
                  <a:pt x="6161" y="1938"/>
                </a:lnTo>
                <a:lnTo>
                  <a:pt x="6255" y="1856"/>
                </a:lnTo>
                <a:lnTo>
                  <a:pt x="6349" y="1777"/>
                </a:lnTo>
                <a:lnTo>
                  <a:pt x="6447" y="1701"/>
                </a:lnTo>
                <a:lnTo>
                  <a:pt x="6547" y="1629"/>
                </a:lnTo>
                <a:lnTo>
                  <a:pt x="6650" y="1560"/>
                </a:lnTo>
                <a:lnTo>
                  <a:pt x="6754" y="1496"/>
                </a:lnTo>
                <a:lnTo>
                  <a:pt x="6862" y="1434"/>
                </a:lnTo>
                <a:lnTo>
                  <a:pt x="6970" y="1377"/>
                </a:lnTo>
                <a:lnTo>
                  <a:pt x="7082" y="1323"/>
                </a:lnTo>
                <a:lnTo>
                  <a:pt x="7195" y="1274"/>
                </a:lnTo>
                <a:lnTo>
                  <a:pt x="7309" y="1228"/>
                </a:lnTo>
                <a:lnTo>
                  <a:pt x="7426" y="1186"/>
                </a:lnTo>
                <a:lnTo>
                  <a:pt x="7543" y="1148"/>
                </a:lnTo>
                <a:lnTo>
                  <a:pt x="7663" y="1115"/>
                </a:lnTo>
                <a:lnTo>
                  <a:pt x="7784" y="1086"/>
                </a:lnTo>
                <a:lnTo>
                  <a:pt x="7906" y="1061"/>
                </a:lnTo>
                <a:lnTo>
                  <a:pt x="8029" y="1041"/>
                </a:lnTo>
                <a:lnTo>
                  <a:pt x="8153" y="1025"/>
                </a:lnTo>
                <a:lnTo>
                  <a:pt x="8278" y="1013"/>
                </a:lnTo>
                <a:lnTo>
                  <a:pt x="8404" y="1007"/>
                </a:lnTo>
                <a:lnTo>
                  <a:pt x="8531" y="1004"/>
                </a:lnTo>
                <a:lnTo>
                  <a:pt x="8699" y="1008"/>
                </a:lnTo>
                <a:lnTo>
                  <a:pt x="8866" y="1020"/>
                </a:lnTo>
                <a:lnTo>
                  <a:pt x="9030" y="1039"/>
                </a:lnTo>
                <a:lnTo>
                  <a:pt x="9192" y="1066"/>
                </a:lnTo>
                <a:lnTo>
                  <a:pt x="9351" y="1100"/>
                </a:lnTo>
                <a:lnTo>
                  <a:pt x="9507" y="1142"/>
                </a:lnTo>
                <a:lnTo>
                  <a:pt x="9661" y="1190"/>
                </a:lnTo>
                <a:lnTo>
                  <a:pt x="9811" y="1246"/>
                </a:lnTo>
                <a:lnTo>
                  <a:pt x="9959" y="1308"/>
                </a:lnTo>
                <a:lnTo>
                  <a:pt x="10102" y="1376"/>
                </a:lnTo>
                <a:lnTo>
                  <a:pt x="10242" y="1451"/>
                </a:lnTo>
                <a:lnTo>
                  <a:pt x="10378" y="1532"/>
                </a:lnTo>
                <a:lnTo>
                  <a:pt x="10510" y="1619"/>
                </a:lnTo>
                <a:lnTo>
                  <a:pt x="10638" y="1711"/>
                </a:lnTo>
                <a:lnTo>
                  <a:pt x="10761" y="1810"/>
                </a:lnTo>
                <a:lnTo>
                  <a:pt x="10880" y="1914"/>
                </a:lnTo>
                <a:lnTo>
                  <a:pt x="10994" y="2023"/>
                </a:lnTo>
                <a:lnTo>
                  <a:pt x="11103" y="2137"/>
                </a:lnTo>
                <a:lnTo>
                  <a:pt x="11207" y="2256"/>
                </a:lnTo>
                <a:lnTo>
                  <a:pt x="11306" y="2381"/>
                </a:lnTo>
                <a:lnTo>
                  <a:pt x="11398" y="2509"/>
                </a:lnTo>
                <a:lnTo>
                  <a:pt x="11486" y="2643"/>
                </a:lnTo>
                <a:lnTo>
                  <a:pt x="11568" y="2780"/>
                </a:lnTo>
                <a:lnTo>
                  <a:pt x="11643" y="2922"/>
                </a:lnTo>
                <a:lnTo>
                  <a:pt x="11712" y="3067"/>
                </a:lnTo>
                <a:lnTo>
                  <a:pt x="11775" y="3217"/>
                </a:lnTo>
                <a:lnTo>
                  <a:pt x="11831" y="3370"/>
                </a:lnTo>
                <a:lnTo>
                  <a:pt x="11880" y="3526"/>
                </a:lnTo>
                <a:lnTo>
                  <a:pt x="11922" y="3686"/>
                </a:lnTo>
                <a:lnTo>
                  <a:pt x="11957" y="3848"/>
                </a:lnTo>
                <a:lnTo>
                  <a:pt x="11985" y="4014"/>
                </a:lnTo>
                <a:lnTo>
                  <a:pt x="12005" y="4183"/>
                </a:lnTo>
                <a:lnTo>
                  <a:pt x="12016" y="4309"/>
                </a:lnTo>
                <a:lnTo>
                  <a:pt x="12027" y="4420"/>
                </a:lnTo>
                <a:lnTo>
                  <a:pt x="12032" y="4471"/>
                </a:lnTo>
                <a:lnTo>
                  <a:pt x="12038" y="4517"/>
                </a:lnTo>
                <a:lnTo>
                  <a:pt x="12046" y="4561"/>
                </a:lnTo>
                <a:lnTo>
                  <a:pt x="12053" y="4601"/>
                </a:lnTo>
                <a:lnTo>
                  <a:pt x="12061" y="4638"/>
                </a:lnTo>
                <a:lnTo>
                  <a:pt x="12070" y="4673"/>
                </a:lnTo>
                <a:lnTo>
                  <a:pt x="12081" y="4706"/>
                </a:lnTo>
                <a:lnTo>
                  <a:pt x="12092" y="4736"/>
                </a:lnTo>
                <a:lnTo>
                  <a:pt x="12105" y="4763"/>
                </a:lnTo>
                <a:lnTo>
                  <a:pt x="12119" y="4788"/>
                </a:lnTo>
                <a:lnTo>
                  <a:pt x="12135" y="4812"/>
                </a:lnTo>
                <a:lnTo>
                  <a:pt x="12153" y="4833"/>
                </a:lnTo>
                <a:lnTo>
                  <a:pt x="12173" y="4853"/>
                </a:lnTo>
                <a:lnTo>
                  <a:pt x="12195" y="4872"/>
                </a:lnTo>
                <a:lnTo>
                  <a:pt x="12220" y="4889"/>
                </a:lnTo>
                <a:lnTo>
                  <a:pt x="12247" y="4905"/>
                </a:lnTo>
                <a:lnTo>
                  <a:pt x="12276" y="4920"/>
                </a:lnTo>
                <a:lnTo>
                  <a:pt x="12308" y="4935"/>
                </a:lnTo>
                <a:lnTo>
                  <a:pt x="12344" y="4949"/>
                </a:lnTo>
                <a:lnTo>
                  <a:pt x="12383" y="4962"/>
                </a:lnTo>
                <a:lnTo>
                  <a:pt x="12424" y="4976"/>
                </a:lnTo>
                <a:lnTo>
                  <a:pt x="12468" y="4989"/>
                </a:lnTo>
                <a:lnTo>
                  <a:pt x="12517" y="5002"/>
                </a:lnTo>
                <a:lnTo>
                  <a:pt x="12568" y="5015"/>
                </a:lnTo>
                <a:lnTo>
                  <a:pt x="12684" y="5043"/>
                </a:lnTo>
                <a:lnTo>
                  <a:pt x="12816" y="5073"/>
                </a:lnTo>
                <a:lnTo>
                  <a:pt x="12937" y="5099"/>
                </a:lnTo>
                <a:lnTo>
                  <a:pt x="13055" y="5129"/>
                </a:lnTo>
                <a:lnTo>
                  <a:pt x="13171" y="5165"/>
                </a:lnTo>
                <a:lnTo>
                  <a:pt x="13285" y="5206"/>
                </a:lnTo>
                <a:lnTo>
                  <a:pt x="13395" y="5252"/>
                </a:lnTo>
                <a:lnTo>
                  <a:pt x="13505" y="5302"/>
                </a:lnTo>
                <a:lnTo>
                  <a:pt x="13610" y="5356"/>
                </a:lnTo>
                <a:lnTo>
                  <a:pt x="13714" y="5415"/>
                </a:lnTo>
                <a:lnTo>
                  <a:pt x="13813" y="5477"/>
                </a:lnTo>
                <a:lnTo>
                  <a:pt x="13910" y="5545"/>
                </a:lnTo>
                <a:lnTo>
                  <a:pt x="14004" y="5615"/>
                </a:lnTo>
                <a:lnTo>
                  <a:pt x="14095" y="5690"/>
                </a:lnTo>
                <a:lnTo>
                  <a:pt x="14181" y="5768"/>
                </a:lnTo>
                <a:lnTo>
                  <a:pt x="14266" y="5850"/>
                </a:lnTo>
                <a:lnTo>
                  <a:pt x="14346" y="5935"/>
                </a:lnTo>
                <a:lnTo>
                  <a:pt x="14422" y="6024"/>
                </a:lnTo>
                <a:lnTo>
                  <a:pt x="14494" y="6116"/>
                </a:lnTo>
                <a:lnTo>
                  <a:pt x="14564" y="6210"/>
                </a:lnTo>
                <a:lnTo>
                  <a:pt x="14628" y="6307"/>
                </a:lnTo>
                <a:lnTo>
                  <a:pt x="14689" y="6408"/>
                </a:lnTo>
                <a:lnTo>
                  <a:pt x="14745" y="6511"/>
                </a:lnTo>
                <a:lnTo>
                  <a:pt x="14796" y="6617"/>
                </a:lnTo>
                <a:lnTo>
                  <a:pt x="14845" y="6724"/>
                </a:lnTo>
                <a:lnTo>
                  <a:pt x="14888" y="6834"/>
                </a:lnTo>
                <a:lnTo>
                  <a:pt x="14926" y="6947"/>
                </a:lnTo>
                <a:lnTo>
                  <a:pt x="14959" y="7060"/>
                </a:lnTo>
                <a:lnTo>
                  <a:pt x="14988" y="7177"/>
                </a:lnTo>
                <a:lnTo>
                  <a:pt x="15012" y="7294"/>
                </a:lnTo>
                <a:lnTo>
                  <a:pt x="15030" y="7414"/>
                </a:lnTo>
                <a:lnTo>
                  <a:pt x="15044" y="7534"/>
                </a:lnTo>
                <a:lnTo>
                  <a:pt x="15052" y="7656"/>
                </a:lnTo>
                <a:lnTo>
                  <a:pt x="15055" y="7779"/>
                </a:lnTo>
                <a:lnTo>
                  <a:pt x="15051" y="7922"/>
                </a:lnTo>
                <a:lnTo>
                  <a:pt x="15040" y="8061"/>
                </a:lnTo>
                <a:lnTo>
                  <a:pt x="15023" y="8199"/>
                </a:lnTo>
                <a:lnTo>
                  <a:pt x="14999" y="8335"/>
                </a:lnTo>
                <a:lnTo>
                  <a:pt x="14968" y="8469"/>
                </a:lnTo>
                <a:lnTo>
                  <a:pt x="14931" y="8599"/>
                </a:lnTo>
                <a:lnTo>
                  <a:pt x="14887" y="8728"/>
                </a:lnTo>
                <a:lnTo>
                  <a:pt x="14838" y="8853"/>
                </a:lnTo>
                <a:lnTo>
                  <a:pt x="14782" y="8975"/>
                </a:lnTo>
                <a:lnTo>
                  <a:pt x="14721" y="9094"/>
                </a:lnTo>
                <a:lnTo>
                  <a:pt x="14655" y="9209"/>
                </a:lnTo>
                <a:lnTo>
                  <a:pt x="14583" y="9322"/>
                </a:lnTo>
                <a:lnTo>
                  <a:pt x="14505" y="9430"/>
                </a:lnTo>
                <a:lnTo>
                  <a:pt x="14424" y="9535"/>
                </a:lnTo>
                <a:lnTo>
                  <a:pt x="14337" y="9634"/>
                </a:lnTo>
                <a:lnTo>
                  <a:pt x="14245" y="9730"/>
                </a:lnTo>
                <a:lnTo>
                  <a:pt x="14150" y="9822"/>
                </a:lnTo>
                <a:lnTo>
                  <a:pt x="14050" y="9909"/>
                </a:lnTo>
                <a:lnTo>
                  <a:pt x="13945" y="9990"/>
                </a:lnTo>
                <a:lnTo>
                  <a:pt x="13837" y="10068"/>
                </a:lnTo>
                <a:lnTo>
                  <a:pt x="13725" y="10140"/>
                </a:lnTo>
                <a:lnTo>
                  <a:pt x="13609" y="10206"/>
                </a:lnTo>
                <a:lnTo>
                  <a:pt x="13491" y="10267"/>
                </a:lnTo>
                <a:lnTo>
                  <a:pt x="13368" y="10322"/>
                </a:lnTo>
                <a:lnTo>
                  <a:pt x="13243" y="10372"/>
                </a:lnTo>
                <a:lnTo>
                  <a:pt x="13114" y="10416"/>
                </a:lnTo>
                <a:lnTo>
                  <a:pt x="12984" y="10453"/>
                </a:lnTo>
                <a:lnTo>
                  <a:pt x="12850" y="10484"/>
                </a:lnTo>
                <a:lnTo>
                  <a:pt x="12715" y="10508"/>
                </a:lnTo>
                <a:lnTo>
                  <a:pt x="12576" y="10525"/>
                </a:lnTo>
                <a:lnTo>
                  <a:pt x="12437" y="10536"/>
                </a:lnTo>
                <a:lnTo>
                  <a:pt x="12294" y="10539"/>
                </a:lnTo>
                <a:close/>
                <a:moveTo>
                  <a:pt x="13004" y="4087"/>
                </a:moveTo>
                <a:lnTo>
                  <a:pt x="12979" y="3874"/>
                </a:lnTo>
                <a:lnTo>
                  <a:pt x="12944" y="3664"/>
                </a:lnTo>
                <a:lnTo>
                  <a:pt x="12899" y="3457"/>
                </a:lnTo>
                <a:lnTo>
                  <a:pt x="12845" y="3254"/>
                </a:lnTo>
                <a:lnTo>
                  <a:pt x="12782" y="3054"/>
                </a:lnTo>
                <a:lnTo>
                  <a:pt x="12711" y="2860"/>
                </a:lnTo>
                <a:lnTo>
                  <a:pt x="12631" y="2669"/>
                </a:lnTo>
                <a:lnTo>
                  <a:pt x="12542" y="2482"/>
                </a:lnTo>
                <a:lnTo>
                  <a:pt x="12446" y="2301"/>
                </a:lnTo>
                <a:lnTo>
                  <a:pt x="12343" y="2124"/>
                </a:lnTo>
                <a:lnTo>
                  <a:pt x="12230" y="1953"/>
                </a:lnTo>
                <a:lnTo>
                  <a:pt x="12111" y="1788"/>
                </a:lnTo>
                <a:lnTo>
                  <a:pt x="11985" y="1628"/>
                </a:lnTo>
                <a:lnTo>
                  <a:pt x="11852" y="1473"/>
                </a:lnTo>
                <a:lnTo>
                  <a:pt x="11711" y="1326"/>
                </a:lnTo>
                <a:lnTo>
                  <a:pt x="11566" y="1184"/>
                </a:lnTo>
                <a:lnTo>
                  <a:pt x="11413" y="1050"/>
                </a:lnTo>
                <a:lnTo>
                  <a:pt x="11254" y="922"/>
                </a:lnTo>
                <a:lnTo>
                  <a:pt x="11090" y="802"/>
                </a:lnTo>
                <a:lnTo>
                  <a:pt x="10919" y="690"/>
                </a:lnTo>
                <a:lnTo>
                  <a:pt x="10745" y="584"/>
                </a:lnTo>
                <a:lnTo>
                  <a:pt x="10564" y="487"/>
                </a:lnTo>
                <a:lnTo>
                  <a:pt x="10378" y="397"/>
                </a:lnTo>
                <a:lnTo>
                  <a:pt x="10189" y="316"/>
                </a:lnTo>
                <a:lnTo>
                  <a:pt x="9995" y="244"/>
                </a:lnTo>
                <a:lnTo>
                  <a:pt x="9796" y="181"/>
                </a:lnTo>
                <a:lnTo>
                  <a:pt x="9594" y="126"/>
                </a:lnTo>
                <a:lnTo>
                  <a:pt x="9388" y="81"/>
                </a:lnTo>
                <a:lnTo>
                  <a:pt x="9178" y="46"/>
                </a:lnTo>
                <a:lnTo>
                  <a:pt x="8965" y="21"/>
                </a:lnTo>
                <a:lnTo>
                  <a:pt x="8750" y="5"/>
                </a:lnTo>
                <a:lnTo>
                  <a:pt x="8531" y="0"/>
                </a:lnTo>
                <a:lnTo>
                  <a:pt x="8361" y="3"/>
                </a:lnTo>
                <a:lnTo>
                  <a:pt x="8194" y="12"/>
                </a:lnTo>
                <a:lnTo>
                  <a:pt x="8027" y="28"/>
                </a:lnTo>
                <a:lnTo>
                  <a:pt x="7863" y="49"/>
                </a:lnTo>
                <a:lnTo>
                  <a:pt x="7701" y="76"/>
                </a:lnTo>
                <a:lnTo>
                  <a:pt x="7540" y="109"/>
                </a:lnTo>
                <a:lnTo>
                  <a:pt x="7383" y="149"/>
                </a:lnTo>
                <a:lnTo>
                  <a:pt x="7227" y="193"/>
                </a:lnTo>
                <a:lnTo>
                  <a:pt x="7074" y="242"/>
                </a:lnTo>
                <a:lnTo>
                  <a:pt x="6922" y="297"/>
                </a:lnTo>
                <a:lnTo>
                  <a:pt x="6773" y="357"/>
                </a:lnTo>
                <a:lnTo>
                  <a:pt x="6628" y="423"/>
                </a:lnTo>
                <a:lnTo>
                  <a:pt x="6485" y="493"/>
                </a:lnTo>
                <a:lnTo>
                  <a:pt x="6345" y="568"/>
                </a:lnTo>
                <a:lnTo>
                  <a:pt x="6208" y="648"/>
                </a:lnTo>
                <a:lnTo>
                  <a:pt x="6075" y="733"/>
                </a:lnTo>
                <a:lnTo>
                  <a:pt x="5943" y="821"/>
                </a:lnTo>
                <a:lnTo>
                  <a:pt x="5817" y="915"/>
                </a:lnTo>
                <a:lnTo>
                  <a:pt x="5693" y="1013"/>
                </a:lnTo>
                <a:lnTo>
                  <a:pt x="5572" y="1115"/>
                </a:lnTo>
                <a:lnTo>
                  <a:pt x="5456" y="1221"/>
                </a:lnTo>
                <a:lnTo>
                  <a:pt x="5342" y="1331"/>
                </a:lnTo>
                <a:lnTo>
                  <a:pt x="5234" y="1444"/>
                </a:lnTo>
                <a:lnTo>
                  <a:pt x="5129" y="1562"/>
                </a:lnTo>
                <a:lnTo>
                  <a:pt x="5027" y="1683"/>
                </a:lnTo>
                <a:lnTo>
                  <a:pt x="4931" y="1809"/>
                </a:lnTo>
                <a:lnTo>
                  <a:pt x="4837" y="1936"/>
                </a:lnTo>
                <a:lnTo>
                  <a:pt x="4750" y="2068"/>
                </a:lnTo>
                <a:lnTo>
                  <a:pt x="4666" y="2203"/>
                </a:lnTo>
                <a:lnTo>
                  <a:pt x="4587" y="2341"/>
                </a:lnTo>
                <a:lnTo>
                  <a:pt x="4512" y="2481"/>
                </a:lnTo>
                <a:lnTo>
                  <a:pt x="4443" y="2625"/>
                </a:lnTo>
                <a:lnTo>
                  <a:pt x="4402" y="2613"/>
                </a:lnTo>
                <a:lnTo>
                  <a:pt x="4362" y="2601"/>
                </a:lnTo>
                <a:lnTo>
                  <a:pt x="4321" y="2589"/>
                </a:lnTo>
                <a:lnTo>
                  <a:pt x="4279" y="2579"/>
                </a:lnTo>
                <a:lnTo>
                  <a:pt x="4237" y="2568"/>
                </a:lnTo>
                <a:lnTo>
                  <a:pt x="4196" y="2559"/>
                </a:lnTo>
                <a:lnTo>
                  <a:pt x="4154" y="2549"/>
                </a:lnTo>
                <a:lnTo>
                  <a:pt x="4112" y="2541"/>
                </a:lnTo>
                <a:lnTo>
                  <a:pt x="4070" y="2534"/>
                </a:lnTo>
                <a:lnTo>
                  <a:pt x="4027" y="2528"/>
                </a:lnTo>
                <a:lnTo>
                  <a:pt x="3983" y="2522"/>
                </a:lnTo>
                <a:lnTo>
                  <a:pt x="3940" y="2518"/>
                </a:lnTo>
                <a:lnTo>
                  <a:pt x="3896" y="2514"/>
                </a:lnTo>
                <a:lnTo>
                  <a:pt x="3853" y="2511"/>
                </a:lnTo>
                <a:lnTo>
                  <a:pt x="3809" y="2510"/>
                </a:lnTo>
                <a:lnTo>
                  <a:pt x="3764" y="2509"/>
                </a:lnTo>
                <a:lnTo>
                  <a:pt x="3647" y="2512"/>
                </a:lnTo>
                <a:lnTo>
                  <a:pt x="3533" y="2521"/>
                </a:lnTo>
                <a:lnTo>
                  <a:pt x="3420" y="2535"/>
                </a:lnTo>
                <a:lnTo>
                  <a:pt x="3309" y="2556"/>
                </a:lnTo>
                <a:lnTo>
                  <a:pt x="3200" y="2581"/>
                </a:lnTo>
                <a:lnTo>
                  <a:pt x="3092" y="2611"/>
                </a:lnTo>
                <a:lnTo>
                  <a:pt x="2988" y="2647"/>
                </a:lnTo>
                <a:lnTo>
                  <a:pt x="2884" y="2687"/>
                </a:lnTo>
                <a:lnTo>
                  <a:pt x="2785" y="2732"/>
                </a:lnTo>
                <a:lnTo>
                  <a:pt x="2688" y="2782"/>
                </a:lnTo>
                <a:lnTo>
                  <a:pt x="2593" y="2837"/>
                </a:lnTo>
                <a:lnTo>
                  <a:pt x="2501" y="2896"/>
                </a:lnTo>
                <a:lnTo>
                  <a:pt x="2413" y="2958"/>
                </a:lnTo>
                <a:lnTo>
                  <a:pt x="2327" y="3025"/>
                </a:lnTo>
                <a:lnTo>
                  <a:pt x="2245" y="3097"/>
                </a:lnTo>
                <a:lnTo>
                  <a:pt x="2167" y="3172"/>
                </a:lnTo>
                <a:lnTo>
                  <a:pt x="2093" y="3250"/>
                </a:lnTo>
                <a:lnTo>
                  <a:pt x="2021" y="3331"/>
                </a:lnTo>
                <a:lnTo>
                  <a:pt x="1954" y="3417"/>
                </a:lnTo>
                <a:lnTo>
                  <a:pt x="1891" y="3506"/>
                </a:lnTo>
                <a:lnTo>
                  <a:pt x="1833" y="3597"/>
                </a:lnTo>
                <a:lnTo>
                  <a:pt x="1778" y="3692"/>
                </a:lnTo>
                <a:lnTo>
                  <a:pt x="1728" y="3789"/>
                </a:lnTo>
                <a:lnTo>
                  <a:pt x="1683" y="3889"/>
                </a:lnTo>
                <a:lnTo>
                  <a:pt x="1643" y="3992"/>
                </a:lnTo>
                <a:lnTo>
                  <a:pt x="1607" y="4097"/>
                </a:lnTo>
                <a:lnTo>
                  <a:pt x="1577" y="4204"/>
                </a:lnTo>
                <a:lnTo>
                  <a:pt x="1552" y="4313"/>
                </a:lnTo>
                <a:lnTo>
                  <a:pt x="1532" y="4424"/>
                </a:lnTo>
                <a:lnTo>
                  <a:pt x="1517" y="4537"/>
                </a:lnTo>
                <a:lnTo>
                  <a:pt x="1508" y="4652"/>
                </a:lnTo>
                <a:lnTo>
                  <a:pt x="1505" y="4768"/>
                </a:lnTo>
                <a:lnTo>
                  <a:pt x="1506" y="4815"/>
                </a:lnTo>
                <a:lnTo>
                  <a:pt x="1507" y="4860"/>
                </a:lnTo>
                <a:lnTo>
                  <a:pt x="1510" y="4906"/>
                </a:lnTo>
                <a:lnTo>
                  <a:pt x="1514" y="4951"/>
                </a:lnTo>
                <a:lnTo>
                  <a:pt x="1519" y="4997"/>
                </a:lnTo>
                <a:lnTo>
                  <a:pt x="1526" y="5042"/>
                </a:lnTo>
                <a:lnTo>
                  <a:pt x="1532" y="5086"/>
                </a:lnTo>
                <a:lnTo>
                  <a:pt x="1540" y="5130"/>
                </a:lnTo>
                <a:lnTo>
                  <a:pt x="1548" y="5174"/>
                </a:lnTo>
                <a:lnTo>
                  <a:pt x="1558" y="5217"/>
                </a:lnTo>
                <a:lnTo>
                  <a:pt x="1568" y="5261"/>
                </a:lnTo>
                <a:lnTo>
                  <a:pt x="1579" y="5304"/>
                </a:lnTo>
                <a:lnTo>
                  <a:pt x="1590" y="5347"/>
                </a:lnTo>
                <a:lnTo>
                  <a:pt x="1603" y="5389"/>
                </a:lnTo>
                <a:lnTo>
                  <a:pt x="1616" y="5431"/>
                </a:lnTo>
                <a:lnTo>
                  <a:pt x="1629" y="5473"/>
                </a:lnTo>
                <a:lnTo>
                  <a:pt x="1539" y="5528"/>
                </a:lnTo>
                <a:lnTo>
                  <a:pt x="1451" y="5585"/>
                </a:lnTo>
                <a:lnTo>
                  <a:pt x="1365" y="5644"/>
                </a:lnTo>
                <a:lnTo>
                  <a:pt x="1281" y="5706"/>
                </a:lnTo>
                <a:lnTo>
                  <a:pt x="1198" y="5771"/>
                </a:lnTo>
                <a:lnTo>
                  <a:pt x="1118" y="5839"/>
                </a:lnTo>
                <a:lnTo>
                  <a:pt x="1041" y="5909"/>
                </a:lnTo>
                <a:lnTo>
                  <a:pt x="965" y="5981"/>
                </a:lnTo>
                <a:lnTo>
                  <a:pt x="892" y="6056"/>
                </a:lnTo>
                <a:lnTo>
                  <a:pt x="821" y="6133"/>
                </a:lnTo>
                <a:lnTo>
                  <a:pt x="753" y="6211"/>
                </a:lnTo>
                <a:lnTo>
                  <a:pt x="687" y="6292"/>
                </a:lnTo>
                <a:lnTo>
                  <a:pt x="624" y="6376"/>
                </a:lnTo>
                <a:lnTo>
                  <a:pt x="564" y="6461"/>
                </a:lnTo>
                <a:lnTo>
                  <a:pt x="506" y="6548"/>
                </a:lnTo>
                <a:lnTo>
                  <a:pt x="451" y="6638"/>
                </a:lnTo>
                <a:lnTo>
                  <a:pt x="398" y="6729"/>
                </a:lnTo>
                <a:lnTo>
                  <a:pt x="349" y="6821"/>
                </a:lnTo>
                <a:lnTo>
                  <a:pt x="303" y="6917"/>
                </a:lnTo>
                <a:lnTo>
                  <a:pt x="260" y="7013"/>
                </a:lnTo>
                <a:lnTo>
                  <a:pt x="220" y="7110"/>
                </a:lnTo>
                <a:lnTo>
                  <a:pt x="183" y="7210"/>
                </a:lnTo>
                <a:lnTo>
                  <a:pt x="149" y="7311"/>
                </a:lnTo>
                <a:lnTo>
                  <a:pt x="118" y="7414"/>
                </a:lnTo>
                <a:lnTo>
                  <a:pt x="91" y="7518"/>
                </a:lnTo>
                <a:lnTo>
                  <a:pt x="67" y="7623"/>
                </a:lnTo>
                <a:lnTo>
                  <a:pt x="47" y="7730"/>
                </a:lnTo>
                <a:lnTo>
                  <a:pt x="30" y="7838"/>
                </a:lnTo>
                <a:lnTo>
                  <a:pt x="17" y="7948"/>
                </a:lnTo>
                <a:lnTo>
                  <a:pt x="8" y="8057"/>
                </a:lnTo>
                <a:lnTo>
                  <a:pt x="2" y="8168"/>
                </a:lnTo>
                <a:lnTo>
                  <a:pt x="0" y="8281"/>
                </a:lnTo>
                <a:lnTo>
                  <a:pt x="4" y="8449"/>
                </a:lnTo>
                <a:lnTo>
                  <a:pt x="17" y="8615"/>
                </a:lnTo>
                <a:lnTo>
                  <a:pt x="37" y="8778"/>
                </a:lnTo>
                <a:lnTo>
                  <a:pt x="66" y="8938"/>
                </a:lnTo>
                <a:lnTo>
                  <a:pt x="102" y="9097"/>
                </a:lnTo>
                <a:lnTo>
                  <a:pt x="147" y="9251"/>
                </a:lnTo>
                <a:lnTo>
                  <a:pt x="198" y="9403"/>
                </a:lnTo>
                <a:lnTo>
                  <a:pt x="256" y="9551"/>
                </a:lnTo>
                <a:lnTo>
                  <a:pt x="322" y="9695"/>
                </a:lnTo>
                <a:lnTo>
                  <a:pt x="393" y="9837"/>
                </a:lnTo>
                <a:lnTo>
                  <a:pt x="473" y="9973"/>
                </a:lnTo>
                <a:lnTo>
                  <a:pt x="557" y="10106"/>
                </a:lnTo>
                <a:lnTo>
                  <a:pt x="648" y="10233"/>
                </a:lnTo>
                <a:lnTo>
                  <a:pt x="745" y="10357"/>
                </a:lnTo>
                <a:lnTo>
                  <a:pt x="847" y="10475"/>
                </a:lnTo>
                <a:lnTo>
                  <a:pt x="955" y="10588"/>
                </a:lnTo>
                <a:lnTo>
                  <a:pt x="1069" y="10696"/>
                </a:lnTo>
                <a:lnTo>
                  <a:pt x="1187" y="10798"/>
                </a:lnTo>
                <a:lnTo>
                  <a:pt x="1310" y="10896"/>
                </a:lnTo>
                <a:lnTo>
                  <a:pt x="1438" y="10986"/>
                </a:lnTo>
                <a:lnTo>
                  <a:pt x="1571" y="11071"/>
                </a:lnTo>
                <a:lnTo>
                  <a:pt x="1707" y="11150"/>
                </a:lnTo>
                <a:lnTo>
                  <a:pt x="1848" y="11222"/>
                </a:lnTo>
                <a:lnTo>
                  <a:pt x="1992" y="11287"/>
                </a:lnTo>
                <a:lnTo>
                  <a:pt x="2141" y="11345"/>
                </a:lnTo>
                <a:lnTo>
                  <a:pt x="2292" y="11396"/>
                </a:lnTo>
                <a:lnTo>
                  <a:pt x="2447" y="11441"/>
                </a:lnTo>
                <a:lnTo>
                  <a:pt x="2604" y="11478"/>
                </a:lnTo>
                <a:lnTo>
                  <a:pt x="2765" y="11506"/>
                </a:lnTo>
                <a:lnTo>
                  <a:pt x="2929" y="11527"/>
                </a:lnTo>
                <a:lnTo>
                  <a:pt x="3094" y="11539"/>
                </a:lnTo>
                <a:lnTo>
                  <a:pt x="3262" y="11543"/>
                </a:lnTo>
                <a:lnTo>
                  <a:pt x="3262" y="11544"/>
                </a:lnTo>
                <a:lnTo>
                  <a:pt x="12294" y="11544"/>
                </a:lnTo>
                <a:lnTo>
                  <a:pt x="12294" y="11543"/>
                </a:lnTo>
                <a:lnTo>
                  <a:pt x="12488" y="11539"/>
                </a:lnTo>
                <a:lnTo>
                  <a:pt x="12680" y="11524"/>
                </a:lnTo>
                <a:lnTo>
                  <a:pt x="12867" y="11500"/>
                </a:lnTo>
                <a:lnTo>
                  <a:pt x="13053" y="11467"/>
                </a:lnTo>
                <a:lnTo>
                  <a:pt x="13236" y="11425"/>
                </a:lnTo>
                <a:lnTo>
                  <a:pt x="13414" y="11374"/>
                </a:lnTo>
                <a:lnTo>
                  <a:pt x="13589" y="11315"/>
                </a:lnTo>
                <a:lnTo>
                  <a:pt x="13760" y="11248"/>
                </a:lnTo>
                <a:lnTo>
                  <a:pt x="13926" y="11173"/>
                </a:lnTo>
                <a:lnTo>
                  <a:pt x="14089" y="11089"/>
                </a:lnTo>
                <a:lnTo>
                  <a:pt x="14246" y="10999"/>
                </a:lnTo>
                <a:lnTo>
                  <a:pt x="14399" y="10901"/>
                </a:lnTo>
                <a:lnTo>
                  <a:pt x="14547" y="10796"/>
                </a:lnTo>
                <a:lnTo>
                  <a:pt x="14689" y="10684"/>
                </a:lnTo>
                <a:lnTo>
                  <a:pt x="14826" y="10565"/>
                </a:lnTo>
                <a:lnTo>
                  <a:pt x="14956" y="10441"/>
                </a:lnTo>
                <a:lnTo>
                  <a:pt x="15080" y="10310"/>
                </a:lnTo>
                <a:lnTo>
                  <a:pt x="15199" y="10174"/>
                </a:lnTo>
                <a:lnTo>
                  <a:pt x="15310" y="10031"/>
                </a:lnTo>
                <a:lnTo>
                  <a:pt x="15416" y="9884"/>
                </a:lnTo>
                <a:lnTo>
                  <a:pt x="15513" y="9731"/>
                </a:lnTo>
                <a:lnTo>
                  <a:pt x="15604" y="9574"/>
                </a:lnTo>
                <a:lnTo>
                  <a:pt x="15687" y="9411"/>
                </a:lnTo>
                <a:lnTo>
                  <a:pt x="15762" y="9244"/>
                </a:lnTo>
                <a:lnTo>
                  <a:pt x="15830" y="9074"/>
                </a:lnTo>
                <a:lnTo>
                  <a:pt x="15888" y="8899"/>
                </a:lnTo>
                <a:lnTo>
                  <a:pt x="15940" y="8720"/>
                </a:lnTo>
                <a:lnTo>
                  <a:pt x="15982" y="8538"/>
                </a:lnTo>
                <a:lnTo>
                  <a:pt x="16015" y="8352"/>
                </a:lnTo>
                <a:lnTo>
                  <a:pt x="16039" y="8164"/>
                </a:lnTo>
                <a:lnTo>
                  <a:pt x="16053" y="7973"/>
                </a:lnTo>
                <a:lnTo>
                  <a:pt x="16058" y="7779"/>
                </a:lnTo>
                <a:lnTo>
                  <a:pt x="16054" y="7608"/>
                </a:lnTo>
                <a:lnTo>
                  <a:pt x="16043" y="7439"/>
                </a:lnTo>
                <a:lnTo>
                  <a:pt x="16024" y="7272"/>
                </a:lnTo>
                <a:lnTo>
                  <a:pt x="15998" y="7107"/>
                </a:lnTo>
                <a:lnTo>
                  <a:pt x="15965" y="6945"/>
                </a:lnTo>
                <a:lnTo>
                  <a:pt x="15926" y="6785"/>
                </a:lnTo>
                <a:lnTo>
                  <a:pt x="15878" y="6629"/>
                </a:lnTo>
                <a:lnTo>
                  <a:pt x="15825" y="6475"/>
                </a:lnTo>
                <a:lnTo>
                  <a:pt x="15766" y="6324"/>
                </a:lnTo>
                <a:lnTo>
                  <a:pt x="15700" y="6176"/>
                </a:lnTo>
                <a:lnTo>
                  <a:pt x="15628" y="6032"/>
                </a:lnTo>
                <a:lnTo>
                  <a:pt x="15550" y="5892"/>
                </a:lnTo>
                <a:lnTo>
                  <a:pt x="15467" y="5755"/>
                </a:lnTo>
                <a:lnTo>
                  <a:pt x="15378" y="5623"/>
                </a:lnTo>
                <a:lnTo>
                  <a:pt x="15283" y="5493"/>
                </a:lnTo>
                <a:lnTo>
                  <a:pt x="15183" y="5369"/>
                </a:lnTo>
                <a:lnTo>
                  <a:pt x="15078" y="5250"/>
                </a:lnTo>
                <a:lnTo>
                  <a:pt x="14968" y="5134"/>
                </a:lnTo>
                <a:lnTo>
                  <a:pt x="14854" y="5023"/>
                </a:lnTo>
                <a:lnTo>
                  <a:pt x="14734" y="4917"/>
                </a:lnTo>
                <a:lnTo>
                  <a:pt x="14611" y="4817"/>
                </a:lnTo>
                <a:lnTo>
                  <a:pt x="14483" y="4721"/>
                </a:lnTo>
                <a:lnTo>
                  <a:pt x="14351" y="4630"/>
                </a:lnTo>
                <a:lnTo>
                  <a:pt x="14215" y="4546"/>
                </a:lnTo>
                <a:lnTo>
                  <a:pt x="14075" y="4467"/>
                </a:lnTo>
                <a:lnTo>
                  <a:pt x="13931" y="4394"/>
                </a:lnTo>
                <a:lnTo>
                  <a:pt x="13785" y="4327"/>
                </a:lnTo>
                <a:lnTo>
                  <a:pt x="13634" y="4266"/>
                </a:lnTo>
                <a:lnTo>
                  <a:pt x="13482" y="4212"/>
                </a:lnTo>
                <a:lnTo>
                  <a:pt x="13325" y="4164"/>
                </a:lnTo>
                <a:lnTo>
                  <a:pt x="13166" y="4121"/>
                </a:lnTo>
                <a:lnTo>
                  <a:pt x="13004" y="4087"/>
                </a:lnTo>
                <a:close/>
              </a:path>
            </a:pathLst>
          </a:custGeom>
          <a:solidFill>
            <a:srgbClr val="9BBB59"/>
          </a:solidFill>
          <a:ln>
            <a:noFill/>
          </a:ln>
        </p:spPr>
        <p:txBody>
          <a:bodyPr vert="horz" wrap="square" lIns="91440" tIns="45720" rIns="91440" bIns="45720" numCol="1" anchor="t" anchorCtr="0" compatLnSpc="1"/>
          <a:lstStyle/>
          <a:p>
            <a:endParaRPr lang="id-ID">
              <a:latin typeface="微软雅黑" panose="020B0503020204020204" charset="-122"/>
              <a:ea typeface="微软雅黑" panose="020B0503020204020204" charset="-122"/>
            </a:endParaRPr>
          </a:p>
        </p:txBody>
      </p:sp>
      <p:grpSp>
        <p:nvGrpSpPr>
          <p:cNvPr id="51" name="Group 35"/>
          <p:cNvGrpSpPr/>
          <p:nvPr>
            <p:custDataLst>
              <p:tags r:id="rId22"/>
            </p:custDataLst>
          </p:nvPr>
        </p:nvGrpSpPr>
        <p:grpSpPr>
          <a:xfrm>
            <a:off x="3143065" y="3882682"/>
            <a:ext cx="477386" cy="476288"/>
            <a:chOff x="4594225" y="2119313"/>
            <a:chExt cx="690563" cy="688975"/>
          </a:xfrm>
          <a:solidFill>
            <a:srgbClr val="3498DB"/>
          </a:solidFill>
        </p:grpSpPr>
        <p:sp>
          <p:nvSpPr>
            <p:cNvPr id="52" name="Freeform 74"/>
            <p:cNvSpPr>
              <a:spLocks noEditPoints="1"/>
            </p:cNvSpPr>
            <p:nvPr>
              <p:custDataLst>
                <p:tags r:id="rId34"/>
              </p:custDataLst>
            </p:nvPr>
          </p:nvSpPr>
          <p:spPr bwMode="auto">
            <a:xfrm>
              <a:off x="4594225" y="2119313"/>
              <a:ext cx="690563" cy="688975"/>
            </a:xfrm>
            <a:custGeom>
              <a:avLst/>
              <a:gdLst>
                <a:gd name="T0" fmla="*/ 13014 w 16095"/>
                <a:gd name="T1" fmla="*/ 9314 h 16058"/>
                <a:gd name="T2" fmla="*/ 12601 w 16095"/>
                <a:gd name="T3" fmla="*/ 10148 h 16058"/>
                <a:gd name="T4" fmla="*/ 12483 w 16095"/>
                <a:gd name="T5" fmla="*/ 10816 h 16058"/>
                <a:gd name="T6" fmla="*/ 11103 w 16095"/>
                <a:gd name="T7" fmla="*/ 12535 h 16058"/>
                <a:gd name="T8" fmla="*/ 10453 w 16095"/>
                <a:gd name="T9" fmla="*/ 12465 h 16058"/>
                <a:gd name="T10" fmla="*/ 9575 w 16095"/>
                <a:gd name="T11" fmla="*/ 12816 h 16058"/>
                <a:gd name="T12" fmla="*/ 9126 w 16095"/>
                <a:gd name="T13" fmla="*/ 13268 h 16058"/>
                <a:gd name="T14" fmla="*/ 6955 w 16095"/>
                <a:gd name="T15" fmla="*/ 13239 h 16058"/>
                <a:gd name="T16" fmla="*/ 6491 w 16095"/>
                <a:gd name="T17" fmla="*/ 12802 h 16058"/>
                <a:gd name="T18" fmla="*/ 5615 w 16095"/>
                <a:gd name="T19" fmla="*/ 12459 h 16058"/>
                <a:gd name="T20" fmla="*/ 4959 w 16095"/>
                <a:gd name="T21" fmla="*/ 12551 h 16058"/>
                <a:gd name="T22" fmla="*/ 3617 w 16095"/>
                <a:gd name="T23" fmla="*/ 10784 h 16058"/>
                <a:gd name="T24" fmla="*/ 3464 w 16095"/>
                <a:gd name="T25" fmla="*/ 10082 h 16058"/>
                <a:gd name="T26" fmla="*/ 3059 w 16095"/>
                <a:gd name="T27" fmla="*/ 9291 h 16058"/>
                <a:gd name="T28" fmla="*/ 1006 w 16095"/>
                <a:gd name="T29" fmla="*/ 7347 h 16058"/>
                <a:gd name="T30" fmla="*/ 3081 w 16095"/>
                <a:gd name="T31" fmla="*/ 6745 h 16058"/>
                <a:gd name="T32" fmla="*/ 3495 w 16095"/>
                <a:gd name="T33" fmla="*/ 5911 h 16058"/>
                <a:gd name="T34" fmla="*/ 3613 w 16095"/>
                <a:gd name="T35" fmla="*/ 5243 h 16058"/>
                <a:gd name="T36" fmla="*/ 4992 w 16095"/>
                <a:gd name="T37" fmla="*/ 3523 h 16058"/>
                <a:gd name="T38" fmla="*/ 5643 w 16095"/>
                <a:gd name="T39" fmla="*/ 3593 h 16058"/>
                <a:gd name="T40" fmla="*/ 6520 w 16095"/>
                <a:gd name="T41" fmla="*/ 3242 h 16058"/>
                <a:gd name="T42" fmla="*/ 6970 w 16095"/>
                <a:gd name="T43" fmla="*/ 2790 h 16058"/>
                <a:gd name="T44" fmla="*/ 9140 w 16095"/>
                <a:gd name="T45" fmla="*/ 2819 h 16058"/>
                <a:gd name="T46" fmla="*/ 9604 w 16095"/>
                <a:gd name="T47" fmla="*/ 3256 h 16058"/>
                <a:gd name="T48" fmla="*/ 10480 w 16095"/>
                <a:gd name="T49" fmla="*/ 3599 h 16058"/>
                <a:gd name="T50" fmla="*/ 11137 w 16095"/>
                <a:gd name="T51" fmla="*/ 3507 h 16058"/>
                <a:gd name="T52" fmla="*/ 12478 w 16095"/>
                <a:gd name="T53" fmla="*/ 5274 h 16058"/>
                <a:gd name="T54" fmla="*/ 12631 w 16095"/>
                <a:gd name="T55" fmla="*/ 5976 h 16058"/>
                <a:gd name="T56" fmla="*/ 13036 w 16095"/>
                <a:gd name="T57" fmla="*/ 6767 h 16058"/>
                <a:gd name="T58" fmla="*/ 15089 w 16095"/>
                <a:gd name="T59" fmla="*/ 8712 h 16058"/>
                <a:gd name="T60" fmla="*/ 14489 w 16095"/>
                <a:gd name="T61" fmla="*/ 3783 h 16058"/>
                <a:gd name="T62" fmla="*/ 14336 w 16095"/>
                <a:gd name="T63" fmla="*/ 2970 h 16058"/>
                <a:gd name="T64" fmla="*/ 12945 w 16095"/>
                <a:gd name="T65" fmla="*/ 1659 h 16058"/>
                <a:gd name="T66" fmla="*/ 12433 w 16095"/>
                <a:gd name="T67" fmla="*/ 1581 h 16058"/>
                <a:gd name="T68" fmla="*/ 10192 w 16095"/>
                <a:gd name="T69" fmla="*/ 2406 h 16058"/>
                <a:gd name="T70" fmla="*/ 9336 w 16095"/>
                <a:gd name="T71" fmla="*/ 202 h 16058"/>
                <a:gd name="T72" fmla="*/ 7187 w 16095"/>
                <a:gd name="T73" fmla="*/ 15 h 16058"/>
                <a:gd name="T74" fmla="*/ 6503 w 16095"/>
                <a:gd name="T75" fmla="*/ 483 h 16058"/>
                <a:gd name="T76" fmla="*/ 4046 w 16095"/>
                <a:gd name="T77" fmla="*/ 1704 h 16058"/>
                <a:gd name="T78" fmla="*/ 3407 w 16095"/>
                <a:gd name="T79" fmla="*/ 1586 h 16058"/>
                <a:gd name="T80" fmla="*/ 2956 w 16095"/>
                <a:gd name="T81" fmla="*/ 1771 h 16058"/>
                <a:gd name="T82" fmla="*/ 1604 w 16095"/>
                <a:gd name="T83" fmla="*/ 3320 h 16058"/>
                <a:gd name="T84" fmla="*/ 2620 w 16095"/>
                <a:gd name="T85" fmla="*/ 5408 h 16058"/>
                <a:gd name="T86" fmla="*/ 379 w 16095"/>
                <a:gd name="T87" fmla="*/ 6562 h 16058"/>
                <a:gd name="T88" fmla="*/ 1 w 16095"/>
                <a:gd name="T89" fmla="*/ 7302 h 16058"/>
                <a:gd name="T90" fmla="*/ 285 w 16095"/>
                <a:gd name="T91" fmla="*/ 9412 h 16058"/>
                <a:gd name="T92" fmla="*/ 2511 w 16095"/>
                <a:gd name="T93" fmla="*/ 10413 h 16058"/>
                <a:gd name="T94" fmla="*/ 1583 w 16095"/>
                <a:gd name="T95" fmla="*/ 12613 h 16058"/>
                <a:gd name="T96" fmla="*/ 2897 w 16095"/>
                <a:gd name="T97" fmla="*/ 14241 h 16058"/>
                <a:gd name="T98" fmla="*/ 3336 w 16095"/>
                <a:gd name="T99" fmla="*/ 14459 h 16058"/>
                <a:gd name="T100" fmla="*/ 3944 w 16095"/>
                <a:gd name="T101" fmla="*/ 14404 h 16058"/>
                <a:gd name="T102" fmla="*/ 6444 w 16095"/>
                <a:gd name="T103" fmla="*/ 15461 h 16058"/>
                <a:gd name="T104" fmla="*/ 7061 w 16095"/>
                <a:gd name="T105" fmla="*/ 16012 h 16058"/>
                <a:gd name="T106" fmla="*/ 9229 w 16095"/>
                <a:gd name="T107" fmla="*/ 15927 h 16058"/>
                <a:gd name="T108" fmla="*/ 9718 w 16095"/>
                <a:gd name="T109" fmla="*/ 15251 h 16058"/>
                <a:gd name="T110" fmla="*/ 12326 w 16095"/>
                <a:gd name="T111" fmla="*/ 14460 h 16058"/>
                <a:gd name="T112" fmla="*/ 12877 w 16095"/>
                <a:gd name="T113" fmla="*/ 14426 h 16058"/>
                <a:gd name="T114" fmla="*/ 14253 w 16095"/>
                <a:gd name="T115" fmla="*/ 13191 h 16058"/>
                <a:gd name="T116" fmla="*/ 14511 w 16095"/>
                <a:gd name="T117" fmla="*/ 12402 h 16058"/>
                <a:gd name="T118" fmla="*/ 13745 w 16095"/>
                <a:gd name="T119" fmla="*/ 10004 h 16058"/>
                <a:gd name="T120" fmla="*/ 15941 w 16095"/>
                <a:gd name="T121" fmla="*/ 9245 h 16058"/>
                <a:gd name="T122" fmla="*/ 16061 w 16095"/>
                <a:gd name="T123" fmla="*/ 7086 h 16058"/>
                <a:gd name="T124" fmla="*/ 15536 w 16095"/>
                <a:gd name="T125" fmla="*/ 6448 h 160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6095" h="16058">
                  <a:moveTo>
                    <a:pt x="13547" y="9020"/>
                  </a:moveTo>
                  <a:lnTo>
                    <a:pt x="13515" y="9027"/>
                  </a:lnTo>
                  <a:lnTo>
                    <a:pt x="13483" y="9035"/>
                  </a:lnTo>
                  <a:lnTo>
                    <a:pt x="13450" y="9044"/>
                  </a:lnTo>
                  <a:lnTo>
                    <a:pt x="13419" y="9054"/>
                  </a:lnTo>
                  <a:lnTo>
                    <a:pt x="13388" y="9065"/>
                  </a:lnTo>
                  <a:lnTo>
                    <a:pt x="13358" y="9077"/>
                  </a:lnTo>
                  <a:lnTo>
                    <a:pt x="13328" y="9090"/>
                  </a:lnTo>
                  <a:lnTo>
                    <a:pt x="13298" y="9104"/>
                  </a:lnTo>
                  <a:lnTo>
                    <a:pt x="13269" y="9120"/>
                  </a:lnTo>
                  <a:lnTo>
                    <a:pt x="13241" y="9135"/>
                  </a:lnTo>
                  <a:lnTo>
                    <a:pt x="13213" y="9152"/>
                  </a:lnTo>
                  <a:lnTo>
                    <a:pt x="13186" y="9169"/>
                  </a:lnTo>
                  <a:lnTo>
                    <a:pt x="13160" y="9187"/>
                  </a:lnTo>
                  <a:lnTo>
                    <a:pt x="13134" y="9207"/>
                  </a:lnTo>
                  <a:lnTo>
                    <a:pt x="13108" y="9226"/>
                  </a:lnTo>
                  <a:lnTo>
                    <a:pt x="13083" y="9247"/>
                  </a:lnTo>
                  <a:lnTo>
                    <a:pt x="13059" y="9269"/>
                  </a:lnTo>
                  <a:lnTo>
                    <a:pt x="13036" y="9291"/>
                  </a:lnTo>
                  <a:lnTo>
                    <a:pt x="13014" y="9314"/>
                  </a:lnTo>
                  <a:lnTo>
                    <a:pt x="12992" y="9338"/>
                  </a:lnTo>
                  <a:lnTo>
                    <a:pt x="12971" y="9362"/>
                  </a:lnTo>
                  <a:lnTo>
                    <a:pt x="12950" y="9387"/>
                  </a:lnTo>
                  <a:lnTo>
                    <a:pt x="12931" y="9414"/>
                  </a:lnTo>
                  <a:lnTo>
                    <a:pt x="12912" y="9440"/>
                  </a:lnTo>
                  <a:lnTo>
                    <a:pt x="12894" y="9467"/>
                  </a:lnTo>
                  <a:lnTo>
                    <a:pt x="12877" y="9495"/>
                  </a:lnTo>
                  <a:lnTo>
                    <a:pt x="12861" y="9523"/>
                  </a:lnTo>
                  <a:lnTo>
                    <a:pt x="12846" y="9552"/>
                  </a:lnTo>
                  <a:lnTo>
                    <a:pt x="12832" y="9582"/>
                  </a:lnTo>
                  <a:lnTo>
                    <a:pt x="12819" y="9612"/>
                  </a:lnTo>
                  <a:lnTo>
                    <a:pt x="12807" y="9642"/>
                  </a:lnTo>
                  <a:lnTo>
                    <a:pt x="12795" y="9674"/>
                  </a:lnTo>
                  <a:lnTo>
                    <a:pt x="12769" y="9743"/>
                  </a:lnTo>
                  <a:lnTo>
                    <a:pt x="12744" y="9812"/>
                  </a:lnTo>
                  <a:lnTo>
                    <a:pt x="12717" y="9880"/>
                  </a:lnTo>
                  <a:lnTo>
                    <a:pt x="12690" y="9948"/>
                  </a:lnTo>
                  <a:lnTo>
                    <a:pt x="12661" y="10015"/>
                  </a:lnTo>
                  <a:lnTo>
                    <a:pt x="12632" y="10082"/>
                  </a:lnTo>
                  <a:lnTo>
                    <a:pt x="12601" y="10148"/>
                  </a:lnTo>
                  <a:lnTo>
                    <a:pt x="12570" y="10214"/>
                  </a:lnTo>
                  <a:lnTo>
                    <a:pt x="12556" y="10244"/>
                  </a:lnTo>
                  <a:lnTo>
                    <a:pt x="12543" y="10274"/>
                  </a:lnTo>
                  <a:lnTo>
                    <a:pt x="12531" y="10305"/>
                  </a:lnTo>
                  <a:lnTo>
                    <a:pt x="12520" y="10336"/>
                  </a:lnTo>
                  <a:lnTo>
                    <a:pt x="12510" y="10367"/>
                  </a:lnTo>
                  <a:lnTo>
                    <a:pt x="12501" y="10399"/>
                  </a:lnTo>
                  <a:lnTo>
                    <a:pt x="12494" y="10430"/>
                  </a:lnTo>
                  <a:lnTo>
                    <a:pt x="12487" y="10462"/>
                  </a:lnTo>
                  <a:lnTo>
                    <a:pt x="12481" y="10495"/>
                  </a:lnTo>
                  <a:lnTo>
                    <a:pt x="12477" y="10527"/>
                  </a:lnTo>
                  <a:lnTo>
                    <a:pt x="12473" y="10559"/>
                  </a:lnTo>
                  <a:lnTo>
                    <a:pt x="12471" y="10591"/>
                  </a:lnTo>
                  <a:lnTo>
                    <a:pt x="12469" y="10623"/>
                  </a:lnTo>
                  <a:lnTo>
                    <a:pt x="12469" y="10655"/>
                  </a:lnTo>
                  <a:lnTo>
                    <a:pt x="12470" y="10687"/>
                  </a:lnTo>
                  <a:lnTo>
                    <a:pt x="12471" y="10719"/>
                  </a:lnTo>
                  <a:lnTo>
                    <a:pt x="12474" y="10752"/>
                  </a:lnTo>
                  <a:lnTo>
                    <a:pt x="12478" y="10784"/>
                  </a:lnTo>
                  <a:lnTo>
                    <a:pt x="12483" y="10816"/>
                  </a:lnTo>
                  <a:lnTo>
                    <a:pt x="12488" y="10848"/>
                  </a:lnTo>
                  <a:lnTo>
                    <a:pt x="12495" y="10879"/>
                  </a:lnTo>
                  <a:lnTo>
                    <a:pt x="12503" y="10911"/>
                  </a:lnTo>
                  <a:lnTo>
                    <a:pt x="12512" y="10942"/>
                  </a:lnTo>
                  <a:lnTo>
                    <a:pt x="12522" y="10972"/>
                  </a:lnTo>
                  <a:lnTo>
                    <a:pt x="12532" y="11003"/>
                  </a:lnTo>
                  <a:lnTo>
                    <a:pt x="12544" y="11034"/>
                  </a:lnTo>
                  <a:lnTo>
                    <a:pt x="12557" y="11064"/>
                  </a:lnTo>
                  <a:lnTo>
                    <a:pt x="12571" y="11093"/>
                  </a:lnTo>
                  <a:lnTo>
                    <a:pt x="12586" y="11123"/>
                  </a:lnTo>
                  <a:lnTo>
                    <a:pt x="12602" y="11151"/>
                  </a:lnTo>
                  <a:lnTo>
                    <a:pt x="12619" y="11180"/>
                  </a:lnTo>
                  <a:lnTo>
                    <a:pt x="12638" y="11207"/>
                  </a:lnTo>
                  <a:lnTo>
                    <a:pt x="13511" y="12514"/>
                  </a:lnTo>
                  <a:lnTo>
                    <a:pt x="12543" y="13480"/>
                  </a:lnTo>
                  <a:lnTo>
                    <a:pt x="11233" y="12608"/>
                  </a:lnTo>
                  <a:lnTo>
                    <a:pt x="11202" y="12588"/>
                  </a:lnTo>
                  <a:lnTo>
                    <a:pt x="11169" y="12569"/>
                  </a:lnTo>
                  <a:lnTo>
                    <a:pt x="11137" y="12551"/>
                  </a:lnTo>
                  <a:lnTo>
                    <a:pt x="11103" y="12535"/>
                  </a:lnTo>
                  <a:lnTo>
                    <a:pt x="11069" y="12520"/>
                  </a:lnTo>
                  <a:lnTo>
                    <a:pt x="11035" y="12506"/>
                  </a:lnTo>
                  <a:lnTo>
                    <a:pt x="11000" y="12494"/>
                  </a:lnTo>
                  <a:lnTo>
                    <a:pt x="10965" y="12483"/>
                  </a:lnTo>
                  <a:lnTo>
                    <a:pt x="10930" y="12473"/>
                  </a:lnTo>
                  <a:lnTo>
                    <a:pt x="10894" y="12464"/>
                  </a:lnTo>
                  <a:lnTo>
                    <a:pt x="10858" y="12457"/>
                  </a:lnTo>
                  <a:lnTo>
                    <a:pt x="10822" y="12451"/>
                  </a:lnTo>
                  <a:lnTo>
                    <a:pt x="10786" y="12446"/>
                  </a:lnTo>
                  <a:lnTo>
                    <a:pt x="10748" y="12443"/>
                  </a:lnTo>
                  <a:lnTo>
                    <a:pt x="10712" y="12441"/>
                  </a:lnTo>
                  <a:lnTo>
                    <a:pt x="10676" y="12440"/>
                  </a:lnTo>
                  <a:lnTo>
                    <a:pt x="10648" y="12441"/>
                  </a:lnTo>
                  <a:lnTo>
                    <a:pt x="10620" y="12442"/>
                  </a:lnTo>
                  <a:lnTo>
                    <a:pt x="10592" y="12444"/>
                  </a:lnTo>
                  <a:lnTo>
                    <a:pt x="10563" y="12446"/>
                  </a:lnTo>
                  <a:lnTo>
                    <a:pt x="10536" y="12450"/>
                  </a:lnTo>
                  <a:lnTo>
                    <a:pt x="10508" y="12454"/>
                  </a:lnTo>
                  <a:lnTo>
                    <a:pt x="10480" y="12459"/>
                  </a:lnTo>
                  <a:lnTo>
                    <a:pt x="10453" y="12465"/>
                  </a:lnTo>
                  <a:lnTo>
                    <a:pt x="10425" y="12472"/>
                  </a:lnTo>
                  <a:lnTo>
                    <a:pt x="10397" y="12479"/>
                  </a:lnTo>
                  <a:lnTo>
                    <a:pt x="10370" y="12488"/>
                  </a:lnTo>
                  <a:lnTo>
                    <a:pt x="10343" y="12497"/>
                  </a:lnTo>
                  <a:lnTo>
                    <a:pt x="10317" y="12506"/>
                  </a:lnTo>
                  <a:lnTo>
                    <a:pt x="10290" y="12517"/>
                  </a:lnTo>
                  <a:lnTo>
                    <a:pt x="10264" y="12528"/>
                  </a:lnTo>
                  <a:lnTo>
                    <a:pt x="10237" y="12540"/>
                  </a:lnTo>
                  <a:lnTo>
                    <a:pt x="10172" y="12571"/>
                  </a:lnTo>
                  <a:lnTo>
                    <a:pt x="10106" y="12602"/>
                  </a:lnTo>
                  <a:lnTo>
                    <a:pt x="10038" y="12631"/>
                  </a:lnTo>
                  <a:lnTo>
                    <a:pt x="9971" y="12661"/>
                  </a:lnTo>
                  <a:lnTo>
                    <a:pt x="9903" y="12688"/>
                  </a:lnTo>
                  <a:lnTo>
                    <a:pt x="9835" y="12715"/>
                  </a:lnTo>
                  <a:lnTo>
                    <a:pt x="9766" y="12740"/>
                  </a:lnTo>
                  <a:lnTo>
                    <a:pt x="9696" y="12765"/>
                  </a:lnTo>
                  <a:lnTo>
                    <a:pt x="9665" y="12777"/>
                  </a:lnTo>
                  <a:lnTo>
                    <a:pt x="9635" y="12789"/>
                  </a:lnTo>
                  <a:lnTo>
                    <a:pt x="9605" y="12802"/>
                  </a:lnTo>
                  <a:lnTo>
                    <a:pt x="9575" y="12816"/>
                  </a:lnTo>
                  <a:lnTo>
                    <a:pt x="9545" y="12832"/>
                  </a:lnTo>
                  <a:lnTo>
                    <a:pt x="9517" y="12848"/>
                  </a:lnTo>
                  <a:lnTo>
                    <a:pt x="9489" y="12864"/>
                  </a:lnTo>
                  <a:lnTo>
                    <a:pt x="9462" y="12882"/>
                  </a:lnTo>
                  <a:lnTo>
                    <a:pt x="9436" y="12901"/>
                  </a:lnTo>
                  <a:lnTo>
                    <a:pt x="9410" y="12920"/>
                  </a:lnTo>
                  <a:lnTo>
                    <a:pt x="9384" y="12941"/>
                  </a:lnTo>
                  <a:lnTo>
                    <a:pt x="9360" y="12962"/>
                  </a:lnTo>
                  <a:lnTo>
                    <a:pt x="9336" y="12984"/>
                  </a:lnTo>
                  <a:lnTo>
                    <a:pt x="9313" y="13007"/>
                  </a:lnTo>
                  <a:lnTo>
                    <a:pt x="9291" y="13030"/>
                  </a:lnTo>
                  <a:lnTo>
                    <a:pt x="9269" y="13054"/>
                  </a:lnTo>
                  <a:lnTo>
                    <a:pt x="9249" y="13078"/>
                  </a:lnTo>
                  <a:lnTo>
                    <a:pt x="9228" y="13103"/>
                  </a:lnTo>
                  <a:lnTo>
                    <a:pt x="9209" y="13129"/>
                  </a:lnTo>
                  <a:lnTo>
                    <a:pt x="9190" y="13156"/>
                  </a:lnTo>
                  <a:lnTo>
                    <a:pt x="9173" y="13183"/>
                  </a:lnTo>
                  <a:lnTo>
                    <a:pt x="9156" y="13211"/>
                  </a:lnTo>
                  <a:lnTo>
                    <a:pt x="9141" y="13239"/>
                  </a:lnTo>
                  <a:lnTo>
                    <a:pt x="9126" y="13268"/>
                  </a:lnTo>
                  <a:lnTo>
                    <a:pt x="9112" y="13297"/>
                  </a:lnTo>
                  <a:lnTo>
                    <a:pt x="9099" y="13327"/>
                  </a:lnTo>
                  <a:lnTo>
                    <a:pt x="9087" y="13357"/>
                  </a:lnTo>
                  <a:lnTo>
                    <a:pt x="9076" y="13388"/>
                  </a:lnTo>
                  <a:lnTo>
                    <a:pt x="9066" y="13419"/>
                  </a:lnTo>
                  <a:lnTo>
                    <a:pt x="9056" y="13451"/>
                  </a:lnTo>
                  <a:lnTo>
                    <a:pt x="9048" y="13484"/>
                  </a:lnTo>
                  <a:lnTo>
                    <a:pt x="9041" y="13516"/>
                  </a:lnTo>
                  <a:lnTo>
                    <a:pt x="8732" y="15054"/>
                  </a:lnTo>
                  <a:lnTo>
                    <a:pt x="7363" y="15054"/>
                  </a:lnTo>
                  <a:lnTo>
                    <a:pt x="7055" y="13516"/>
                  </a:lnTo>
                  <a:lnTo>
                    <a:pt x="7048" y="13484"/>
                  </a:lnTo>
                  <a:lnTo>
                    <a:pt x="7040" y="13451"/>
                  </a:lnTo>
                  <a:lnTo>
                    <a:pt x="7030" y="13419"/>
                  </a:lnTo>
                  <a:lnTo>
                    <a:pt x="7020" y="13388"/>
                  </a:lnTo>
                  <a:lnTo>
                    <a:pt x="7009" y="13357"/>
                  </a:lnTo>
                  <a:lnTo>
                    <a:pt x="6997" y="13327"/>
                  </a:lnTo>
                  <a:lnTo>
                    <a:pt x="6984" y="13297"/>
                  </a:lnTo>
                  <a:lnTo>
                    <a:pt x="6970" y="13268"/>
                  </a:lnTo>
                  <a:lnTo>
                    <a:pt x="6955" y="13239"/>
                  </a:lnTo>
                  <a:lnTo>
                    <a:pt x="6940" y="13211"/>
                  </a:lnTo>
                  <a:lnTo>
                    <a:pt x="6923" y="13183"/>
                  </a:lnTo>
                  <a:lnTo>
                    <a:pt x="6906" y="13156"/>
                  </a:lnTo>
                  <a:lnTo>
                    <a:pt x="6887" y="13129"/>
                  </a:lnTo>
                  <a:lnTo>
                    <a:pt x="6868" y="13103"/>
                  </a:lnTo>
                  <a:lnTo>
                    <a:pt x="6847" y="13078"/>
                  </a:lnTo>
                  <a:lnTo>
                    <a:pt x="6827" y="13054"/>
                  </a:lnTo>
                  <a:lnTo>
                    <a:pt x="6805" y="13030"/>
                  </a:lnTo>
                  <a:lnTo>
                    <a:pt x="6783" y="13007"/>
                  </a:lnTo>
                  <a:lnTo>
                    <a:pt x="6760" y="12984"/>
                  </a:lnTo>
                  <a:lnTo>
                    <a:pt x="6736" y="12962"/>
                  </a:lnTo>
                  <a:lnTo>
                    <a:pt x="6712" y="12941"/>
                  </a:lnTo>
                  <a:lnTo>
                    <a:pt x="6686" y="12920"/>
                  </a:lnTo>
                  <a:lnTo>
                    <a:pt x="6660" y="12901"/>
                  </a:lnTo>
                  <a:lnTo>
                    <a:pt x="6634" y="12882"/>
                  </a:lnTo>
                  <a:lnTo>
                    <a:pt x="6607" y="12864"/>
                  </a:lnTo>
                  <a:lnTo>
                    <a:pt x="6579" y="12848"/>
                  </a:lnTo>
                  <a:lnTo>
                    <a:pt x="6551" y="12832"/>
                  </a:lnTo>
                  <a:lnTo>
                    <a:pt x="6521" y="12816"/>
                  </a:lnTo>
                  <a:lnTo>
                    <a:pt x="6491" y="12802"/>
                  </a:lnTo>
                  <a:lnTo>
                    <a:pt x="6461" y="12789"/>
                  </a:lnTo>
                  <a:lnTo>
                    <a:pt x="6431" y="12777"/>
                  </a:lnTo>
                  <a:lnTo>
                    <a:pt x="6400" y="12765"/>
                  </a:lnTo>
                  <a:lnTo>
                    <a:pt x="6330" y="12740"/>
                  </a:lnTo>
                  <a:lnTo>
                    <a:pt x="6261" y="12715"/>
                  </a:lnTo>
                  <a:lnTo>
                    <a:pt x="6193" y="12688"/>
                  </a:lnTo>
                  <a:lnTo>
                    <a:pt x="6125" y="12661"/>
                  </a:lnTo>
                  <a:lnTo>
                    <a:pt x="6058" y="12632"/>
                  </a:lnTo>
                  <a:lnTo>
                    <a:pt x="5990" y="12602"/>
                  </a:lnTo>
                  <a:lnTo>
                    <a:pt x="5924" y="12572"/>
                  </a:lnTo>
                  <a:lnTo>
                    <a:pt x="5859" y="12541"/>
                  </a:lnTo>
                  <a:lnTo>
                    <a:pt x="5832" y="12529"/>
                  </a:lnTo>
                  <a:lnTo>
                    <a:pt x="5806" y="12517"/>
                  </a:lnTo>
                  <a:lnTo>
                    <a:pt x="5779" y="12507"/>
                  </a:lnTo>
                  <a:lnTo>
                    <a:pt x="5752" y="12497"/>
                  </a:lnTo>
                  <a:lnTo>
                    <a:pt x="5725" y="12488"/>
                  </a:lnTo>
                  <a:lnTo>
                    <a:pt x="5698" y="12479"/>
                  </a:lnTo>
                  <a:lnTo>
                    <a:pt x="5670" y="12472"/>
                  </a:lnTo>
                  <a:lnTo>
                    <a:pt x="5643" y="12465"/>
                  </a:lnTo>
                  <a:lnTo>
                    <a:pt x="5615" y="12459"/>
                  </a:lnTo>
                  <a:lnTo>
                    <a:pt x="5588" y="12454"/>
                  </a:lnTo>
                  <a:lnTo>
                    <a:pt x="5560" y="12450"/>
                  </a:lnTo>
                  <a:lnTo>
                    <a:pt x="5533" y="12446"/>
                  </a:lnTo>
                  <a:lnTo>
                    <a:pt x="5504" y="12444"/>
                  </a:lnTo>
                  <a:lnTo>
                    <a:pt x="5476" y="12442"/>
                  </a:lnTo>
                  <a:lnTo>
                    <a:pt x="5448" y="12441"/>
                  </a:lnTo>
                  <a:lnTo>
                    <a:pt x="5420" y="12440"/>
                  </a:lnTo>
                  <a:lnTo>
                    <a:pt x="5384" y="12441"/>
                  </a:lnTo>
                  <a:lnTo>
                    <a:pt x="5347" y="12443"/>
                  </a:lnTo>
                  <a:lnTo>
                    <a:pt x="5310" y="12446"/>
                  </a:lnTo>
                  <a:lnTo>
                    <a:pt x="5274" y="12451"/>
                  </a:lnTo>
                  <a:lnTo>
                    <a:pt x="5238" y="12457"/>
                  </a:lnTo>
                  <a:lnTo>
                    <a:pt x="5202" y="12464"/>
                  </a:lnTo>
                  <a:lnTo>
                    <a:pt x="5166" y="12473"/>
                  </a:lnTo>
                  <a:lnTo>
                    <a:pt x="5130" y="12483"/>
                  </a:lnTo>
                  <a:lnTo>
                    <a:pt x="5096" y="12494"/>
                  </a:lnTo>
                  <a:lnTo>
                    <a:pt x="5061" y="12506"/>
                  </a:lnTo>
                  <a:lnTo>
                    <a:pt x="5027" y="12520"/>
                  </a:lnTo>
                  <a:lnTo>
                    <a:pt x="4992" y="12535"/>
                  </a:lnTo>
                  <a:lnTo>
                    <a:pt x="4959" y="12551"/>
                  </a:lnTo>
                  <a:lnTo>
                    <a:pt x="4926" y="12569"/>
                  </a:lnTo>
                  <a:lnTo>
                    <a:pt x="4894" y="12588"/>
                  </a:lnTo>
                  <a:lnTo>
                    <a:pt x="4862" y="12608"/>
                  </a:lnTo>
                  <a:lnTo>
                    <a:pt x="3552" y="13480"/>
                  </a:lnTo>
                  <a:lnTo>
                    <a:pt x="2584" y="12514"/>
                  </a:lnTo>
                  <a:lnTo>
                    <a:pt x="3457" y="11207"/>
                  </a:lnTo>
                  <a:lnTo>
                    <a:pt x="3476" y="11180"/>
                  </a:lnTo>
                  <a:lnTo>
                    <a:pt x="3493" y="11151"/>
                  </a:lnTo>
                  <a:lnTo>
                    <a:pt x="3509" y="11123"/>
                  </a:lnTo>
                  <a:lnTo>
                    <a:pt x="3524" y="11093"/>
                  </a:lnTo>
                  <a:lnTo>
                    <a:pt x="3537" y="11064"/>
                  </a:lnTo>
                  <a:lnTo>
                    <a:pt x="3550" y="11034"/>
                  </a:lnTo>
                  <a:lnTo>
                    <a:pt x="3562" y="11003"/>
                  </a:lnTo>
                  <a:lnTo>
                    <a:pt x="3573" y="10972"/>
                  </a:lnTo>
                  <a:lnTo>
                    <a:pt x="3583" y="10942"/>
                  </a:lnTo>
                  <a:lnTo>
                    <a:pt x="3592" y="10911"/>
                  </a:lnTo>
                  <a:lnTo>
                    <a:pt x="3600" y="10879"/>
                  </a:lnTo>
                  <a:lnTo>
                    <a:pt x="3606" y="10848"/>
                  </a:lnTo>
                  <a:lnTo>
                    <a:pt x="3612" y="10816"/>
                  </a:lnTo>
                  <a:lnTo>
                    <a:pt x="3617" y="10784"/>
                  </a:lnTo>
                  <a:lnTo>
                    <a:pt x="3621" y="10753"/>
                  </a:lnTo>
                  <a:lnTo>
                    <a:pt x="3624" y="10720"/>
                  </a:lnTo>
                  <a:lnTo>
                    <a:pt x="3625" y="10688"/>
                  </a:lnTo>
                  <a:lnTo>
                    <a:pt x="3626" y="10655"/>
                  </a:lnTo>
                  <a:lnTo>
                    <a:pt x="3626" y="10623"/>
                  </a:lnTo>
                  <a:lnTo>
                    <a:pt x="3624" y="10591"/>
                  </a:lnTo>
                  <a:lnTo>
                    <a:pt x="3622" y="10559"/>
                  </a:lnTo>
                  <a:lnTo>
                    <a:pt x="3618" y="10527"/>
                  </a:lnTo>
                  <a:lnTo>
                    <a:pt x="3614" y="10495"/>
                  </a:lnTo>
                  <a:lnTo>
                    <a:pt x="3608" y="10462"/>
                  </a:lnTo>
                  <a:lnTo>
                    <a:pt x="3602" y="10431"/>
                  </a:lnTo>
                  <a:lnTo>
                    <a:pt x="3594" y="10399"/>
                  </a:lnTo>
                  <a:lnTo>
                    <a:pt x="3585" y="10368"/>
                  </a:lnTo>
                  <a:lnTo>
                    <a:pt x="3576" y="10337"/>
                  </a:lnTo>
                  <a:lnTo>
                    <a:pt x="3565" y="10306"/>
                  </a:lnTo>
                  <a:lnTo>
                    <a:pt x="3553" y="10275"/>
                  </a:lnTo>
                  <a:lnTo>
                    <a:pt x="3540" y="10245"/>
                  </a:lnTo>
                  <a:lnTo>
                    <a:pt x="3526" y="10215"/>
                  </a:lnTo>
                  <a:lnTo>
                    <a:pt x="3495" y="10148"/>
                  </a:lnTo>
                  <a:lnTo>
                    <a:pt x="3464" y="10082"/>
                  </a:lnTo>
                  <a:lnTo>
                    <a:pt x="3435" y="10016"/>
                  </a:lnTo>
                  <a:lnTo>
                    <a:pt x="3406" y="9949"/>
                  </a:lnTo>
                  <a:lnTo>
                    <a:pt x="3378" y="9881"/>
                  </a:lnTo>
                  <a:lnTo>
                    <a:pt x="3352" y="9813"/>
                  </a:lnTo>
                  <a:lnTo>
                    <a:pt x="3326" y="9744"/>
                  </a:lnTo>
                  <a:lnTo>
                    <a:pt x="3300" y="9675"/>
                  </a:lnTo>
                  <a:lnTo>
                    <a:pt x="3289" y="9643"/>
                  </a:lnTo>
                  <a:lnTo>
                    <a:pt x="3277" y="9612"/>
                  </a:lnTo>
                  <a:lnTo>
                    <a:pt x="3263" y="9582"/>
                  </a:lnTo>
                  <a:lnTo>
                    <a:pt x="3249" y="9553"/>
                  </a:lnTo>
                  <a:lnTo>
                    <a:pt x="3234" y="9524"/>
                  </a:lnTo>
                  <a:lnTo>
                    <a:pt x="3218" y="9496"/>
                  </a:lnTo>
                  <a:lnTo>
                    <a:pt x="3201" y="9468"/>
                  </a:lnTo>
                  <a:lnTo>
                    <a:pt x="3183" y="9441"/>
                  </a:lnTo>
                  <a:lnTo>
                    <a:pt x="3165" y="9414"/>
                  </a:lnTo>
                  <a:lnTo>
                    <a:pt x="3145" y="9388"/>
                  </a:lnTo>
                  <a:lnTo>
                    <a:pt x="3124" y="9362"/>
                  </a:lnTo>
                  <a:lnTo>
                    <a:pt x="3103" y="9338"/>
                  </a:lnTo>
                  <a:lnTo>
                    <a:pt x="3081" y="9314"/>
                  </a:lnTo>
                  <a:lnTo>
                    <a:pt x="3059" y="9291"/>
                  </a:lnTo>
                  <a:lnTo>
                    <a:pt x="3036" y="9269"/>
                  </a:lnTo>
                  <a:lnTo>
                    <a:pt x="3012" y="9248"/>
                  </a:lnTo>
                  <a:lnTo>
                    <a:pt x="2987" y="9227"/>
                  </a:lnTo>
                  <a:lnTo>
                    <a:pt x="2961" y="9207"/>
                  </a:lnTo>
                  <a:lnTo>
                    <a:pt x="2935" y="9188"/>
                  </a:lnTo>
                  <a:lnTo>
                    <a:pt x="2909" y="9170"/>
                  </a:lnTo>
                  <a:lnTo>
                    <a:pt x="2882" y="9152"/>
                  </a:lnTo>
                  <a:lnTo>
                    <a:pt x="2854" y="9136"/>
                  </a:lnTo>
                  <a:lnTo>
                    <a:pt x="2826" y="9120"/>
                  </a:lnTo>
                  <a:lnTo>
                    <a:pt x="2797" y="9104"/>
                  </a:lnTo>
                  <a:lnTo>
                    <a:pt x="2767" y="9090"/>
                  </a:lnTo>
                  <a:lnTo>
                    <a:pt x="2737" y="9077"/>
                  </a:lnTo>
                  <a:lnTo>
                    <a:pt x="2707" y="9065"/>
                  </a:lnTo>
                  <a:lnTo>
                    <a:pt x="2676" y="9054"/>
                  </a:lnTo>
                  <a:lnTo>
                    <a:pt x="2645" y="9044"/>
                  </a:lnTo>
                  <a:lnTo>
                    <a:pt x="2613" y="9035"/>
                  </a:lnTo>
                  <a:lnTo>
                    <a:pt x="2581" y="9027"/>
                  </a:lnTo>
                  <a:lnTo>
                    <a:pt x="2548" y="9020"/>
                  </a:lnTo>
                  <a:lnTo>
                    <a:pt x="1006" y="8712"/>
                  </a:lnTo>
                  <a:lnTo>
                    <a:pt x="1006" y="7347"/>
                  </a:lnTo>
                  <a:lnTo>
                    <a:pt x="2548" y="7039"/>
                  </a:lnTo>
                  <a:lnTo>
                    <a:pt x="2581" y="7032"/>
                  </a:lnTo>
                  <a:lnTo>
                    <a:pt x="2613" y="7024"/>
                  </a:lnTo>
                  <a:lnTo>
                    <a:pt x="2645" y="7015"/>
                  </a:lnTo>
                  <a:lnTo>
                    <a:pt x="2676" y="7005"/>
                  </a:lnTo>
                  <a:lnTo>
                    <a:pt x="2707" y="6994"/>
                  </a:lnTo>
                  <a:lnTo>
                    <a:pt x="2737" y="6982"/>
                  </a:lnTo>
                  <a:lnTo>
                    <a:pt x="2767" y="6969"/>
                  </a:lnTo>
                  <a:lnTo>
                    <a:pt x="2797" y="6955"/>
                  </a:lnTo>
                  <a:lnTo>
                    <a:pt x="2826" y="6939"/>
                  </a:lnTo>
                  <a:lnTo>
                    <a:pt x="2854" y="6923"/>
                  </a:lnTo>
                  <a:lnTo>
                    <a:pt x="2882" y="6907"/>
                  </a:lnTo>
                  <a:lnTo>
                    <a:pt x="2909" y="6889"/>
                  </a:lnTo>
                  <a:lnTo>
                    <a:pt x="2935" y="6871"/>
                  </a:lnTo>
                  <a:lnTo>
                    <a:pt x="2961" y="6852"/>
                  </a:lnTo>
                  <a:lnTo>
                    <a:pt x="2987" y="6832"/>
                  </a:lnTo>
                  <a:lnTo>
                    <a:pt x="3012" y="6812"/>
                  </a:lnTo>
                  <a:lnTo>
                    <a:pt x="3036" y="6790"/>
                  </a:lnTo>
                  <a:lnTo>
                    <a:pt x="3059" y="6768"/>
                  </a:lnTo>
                  <a:lnTo>
                    <a:pt x="3081" y="6745"/>
                  </a:lnTo>
                  <a:lnTo>
                    <a:pt x="3103" y="6721"/>
                  </a:lnTo>
                  <a:lnTo>
                    <a:pt x="3124" y="6697"/>
                  </a:lnTo>
                  <a:lnTo>
                    <a:pt x="3145" y="6672"/>
                  </a:lnTo>
                  <a:lnTo>
                    <a:pt x="3165" y="6645"/>
                  </a:lnTo>
                  <a:lnTo>
                    <a:pt x="3183" y="6618"/>
                  </a:lnTo>
                  <a:lnTo>
                    <a:pt x="3201" y="6591"/>
                  </a:lnTo>
                  <a:lnTo>
                    <a:pt x="3218" y="6564"/>
                  </a:lnTo>
                  <a:lnTo>
                    <a:pt x="3234" y="6535"/>
                  </a:lnTo>
                  <a:lnTo>
                    <a:pt x="3249" y="6506"/>
                  </a:lnTo>
                  <a:lnTo>
                    <a:pt x="3263" y="6477"/>
                  </a:lnTo>
                  <a:lnTo>
                    <a:pt x="3277" y="6447"/>
                  </a:lnTo>
                  <a:lnTo>
                    <a:pt x="3289" y="6416"/>
                  </a:lnTo>
                  <a:lnTo>
                    <a:pt x="3300" y="6384"/>
                  </a:lnTo>
                  <a:lnTo>
                    <a:pt x="3326" y="6315"/>
                  </a:lnTo>
                  <a:lnTo>
                    <a:pt x="3351" y="6247"/>
                  </a:lnTo>
                  <a:lnTo>
                    <a:pt x="3378" y="6179"/>
                  </a:lnTo>
                  <a:lnTo>
                    <a:pt x="3406" y="6110"/>
                  </a:lnTo>
                  <a:lnTo>
                    <a:pt x="3434" y="6043"/>
                  </a:lnTo>
                  <a:lnTo>
                    <a:pt x="3463" y="5977"/>
                  </a:lnTo>
                  <a:lnTo>
                    <a:pt x="3495" y="5911"/>
                  </a:lnTo>
                  <a:lnTo>
                    <a:pt x="3526" y="5845"/>
                  </a:lnTo>
                  <a:lnTo>
                    <a:pt x="3540" y="5815"/>
                  </a:lnTo>
                  <a:lnTo>
                    <a:pt x="3553" y="5784"/>
                  </a:lnTo>
                  <a:lnTo>
                    <a:pt x="3565" y="5754"/>
                  </a:lnTo>
                  <a:lnTo>
                    <a:pt x="3575" y="5723"/>
                  </a:lnTo>
                  <a:lnTo>
                    <a:pt x="3585" y="5692"/>
                  </a:lnTo>
                  <a:lnTo>
                    <a:pt x="3594" y="5660"/>
                  </a:lnTo>
                  <a:lnTo>
                    <a:pt x="3602" y="5629"/>
                  </a:lnTo>
                  <a:lnTo>
                    <a:pt x="3608" y="5597"/>
                  </a:lnTo>
                  <a:lnTo>
                    <a:pt x="3614" y="5564"/>
                  </a:lnTo>
                  <a:lnTo>
                    <a:pt x="3618" y="5532"/>
                  </a:lnTo>
                  <a:lnTo>
                    <a:pt x="3622" y="5500"/>
                  </a:lnTo>
                  <a:lnTo>
                    <a:pt x="3624" y="5468"/>
                  </a:lnTo>
                  <a:lnTo>
                    <a:pt x="3626" y="5436"/>
                  </a:lnTo>
                  <a:lnTo>
                    <a:pt x="3626" y="5403"/>
                  </a:lnTo>
                  <a:lnTo>
                    <a:pt x="3625" y="5371"/>
                  </a:lnTo>
                  <a:lnTo>
                    <a:pt x="3624" y="5339"/>
                  </a:lnTo>
                  <a:lnTo>
                    <a:pt x="3621" y="5306"/>
                  </a:lnTo>
                  <a:lnTo>
                    <a:pt x="3617" y="5274"/>
                  </a:lnTo>
                  <a:lnTo>
                    <a:pt x="3613" y="5243"/>
                  </a:lnTo>
                  <a:lnTo>
                    <a:pt x="3607" y="5211"/>
                  </a:lnTo>
                  <a:lnTo>
                    <a:pt x="3600" y="5179"/>
                  </a:lnTo>
                  <a:lnTo>
                    <a:pt x="3592" y="5148"/>
                  </a:lnTo>
                  <a:lnTo>
                    <a:pt x="3583" y="5117"/>
                  </a:lnTo>
                  <a:lnTo>
                    <a:pt x="3573" y="5086"/>
                  </a:lnTo>
                  <a:lnTo>
                    <a:pt x="3562" y="5056"/>
                  </a:lnTo>
                  <a:lnTo>
                    <a:pt x="3551" y="5024"/>
                  </a:lnTo>
                  <a:lnTo>
                    <a:pt x="3538" y="4995"/>
                  </a:lnTo>
                  <a:lnTo>
                    <a:pt x="3524" y="4965"/>
                  </a:lnTo>
                  <a:lnTo>
                    <a:pt x="3509" y="4936"/>
                  </a:lnTo>
                  <a:lnTo>
                    <a:pt x="3493" y="4907"/>
                  </a:lnTo>
                  <a:lnTo>
                    <a:pt x="3476" y="4879"/>
                  </a:lnTo>
                  <a:lnTo>
                    <a:pt x="3457" y="4851"/>
                  </a:lnTo>
                  <a:lnTo>
                    <a:pt x="2584" y="3544"/>
                  </a:lnTo>
                  <a:lnTo>
                    <a:pt x="3552" y="2578"/>
                  </a:lnTo>
                  <a:lnTo>
                    <a:pt x="4862" y="3450"/>
                  </a:lnTo>
                  <a:lnTo>
                    <a:pt x="4894" y="3470"/>
                  </a:lnTo>
                  <a:lnTo>
                    <a:pt x="4926" y="3489"/>
                  </a:lnTo>
                  <a:lnTo>
                    <a:pt x="4959" y="3507"/>
                  </a:lnTo>
                  <a:lnTo>
                    <a:pt x="4992" y="3523"/>
                  </a:lnTo>
                  <a:lnTo>
                    <a:pt x="5027" y="3538"/>
                  </a:lnTo>
                  <a:lnTo>
                    <a:pt x="5061" y="3552"/>
                  </a:lnTo>
                  <a:lnTo>
                    <a:pt x="5096" y="3564"/>
                  </a:lnTo>
                  <a:lnTo>
                    <a:pt x="5130" y="3576"/>
                  </a:lnTo>
                  <a:lnTo>
                    <a:pt x="5166" y="3586"/>
                  </a:lnTo>
                  <a:lnTo>
                    <a:pt x="5202" y="3594"/>
                  </a:lnTo>
                  <a:lnTo>
                    <a:pt x="5238" y="3601"/>
                  </a:lnTo>
                  <a:lnTo>
                    <a:pt x="5274" y="3607"/>
                  </a:lnTo>
                  <a:lnTo>
                    <a:pt x="5310" y="3612"/>
                  </a:lnTo>
                  <a:lnTo>
                    <a:pt x="5347" y="3615"/>
                  </a:lnTo>
                  <a:lnTo>
                    <a:pt x="5384" y="3617"/>
                  </a:lnTo>
                  <a:lnTo>
                    <a:pt x="5420" y="3618"/>
                  </a:lnTo>
                  <a:lnTo>
                    <a:pt x="5448" y="3617"/>
                  </a:lnTo>
                  <a:lnTo>
                    <a:pt x="5476" y="3616"/>
                  </a:lnTo>
                  <a:lnTo>
                    <a:pt x="5504" y="3614"/>
                  </a:lnTo>
                  <a:lnTo>
                    <a:pt x="5532" y="3612"/>
                  </a:lnTo>
                  <a:lnTo>
                    <a:pt x="5560" y="3608"/>
                  </a:lnTo>
                  <a:lnTo>
                    <a:pt x="5588" y="3604"/>
                  </a:lnTo>
                  <a:lnTo>
                    <a:pt x="5615" y="3599"/>
                  </a:lnTo>
                  <a:lnTo>
                    <a:pt x="5643" y="3593"/>
                  </a:lnTo>
                  <a:lnTo>
                    <a:pt x="5670" y="3586"/>
                  </a:lnTo>
                  <a:lnTo>
                    <a:pt x="5698" y="3579"/>
                  </a:lnTo>
                  <a:lnTo>
                    <a:pt x="5725" y="3571"/>
                  </a:lnTo>
                  <a:lnTo>
                    <a:pt x="5752" y="3562"/>
                  </a:lnTo>
                  <a:lnTo>
                    <a:pt x="5779" y="3552"/>
                  </a:lnTo>
                  <a:lnTo>
                    <a:pt x="5805" y="3542"/>
                  </a:lnTo>
                  <a:lnTo>
                    <a:pt x="5832" y="3531"/>
                  </a:lnTo>
                  <a:lnTo>
                    <a:pt x="5859" y="3518"/>
                  </a:lnTo>
                  <a:lnTo>
                    <a:pt x="5924" y="3487"/>
                  </a:lnTo>
                  <a:lnTo>
                    <a:pt x="5990" y="3457"/>
                  </a:lnTo>
                  <a:lnTo>
                    <a:pt x="6057" y="3428"/>
                  </a:lnTo>
                  <a:lnTo>
                    <a:pt x="6124" y="3398"/>
                  </a:lnTo>
                  <a:lnTo>
                    <a:pt x="6192" y="3370"/>
                  </a:lnTo>
                  <a:lnTo>
                    <a:pt x="6260" y="3344"/>
                  </a:lnTo>
                  <a:lnTo>
                    <a:pt x="6329" y="3318"/>
                  </a:lnTo>
                  <a:lnTo>
                    <a:pt x="6399" y="3293"/>
                  </a:lnTo>
                  <a:lnTo>
                    <a:pt x="6430" y="3282"/>
                  </a:lnTo>
                  <a:lnTo>
                    <a:pt x="6461" y="3270"/>
                  </a:lnTo>
                  <a:lnTo>
                    <a:pt x="6491" y="3256"/>
                  </a:lnTo>
                  <a:lnTo>
                    <a:pt x="6520" y="3242"/>
                  </a:lnTo>
                  <a:lnTo>
                    <a:pt x="6550" y="3227"/>
                  </a:lnTo>
                  <a:lnTo>
                    <a:pt x="6578" y="3211"/>
                  </a:lnTo>
                  <a:lnTo>
                    <a:pt x="6606" y="3194"/>
                  </a:lnTo>
                  <a:lnTo>
                    <a:pt x="6633" y="3176"/>
                  </a:lnTo>
                  <a:lnTo>
                    <a:pt x="6660" y="3158"/>
                  </a:lnTo>
                  <a:lnTo>
                    <a:pt x="6686" y="3138"/>
                  </a:lnTo>
                  <a:lnTo>
                    <a:pt x="6712" y="3117"/>
                  </a:lnTo>
                  <a:lnTo>
                    <a:pt x="6736" y="3096"/>
                  </a:lnTo>
                  <a:lnTo>
                    <a:pt x="6760" y="3074"/>
                  </a:lnTo>
                  <a:lnTo>
                    <a:pt x="6783" y="3052"/>
                  </a:lnTo>
                  <a:lnTo>
                    <a:pt x="6805" y="3029"/>
                  </a:lnTo>
                  <a:lnTo>
                    <a:pt x="6827" y="3005"/>
                  </a:lnTo>
                  <a:lnTo>
                    <a:pt x="6847" y="2980"/>
                  </a:lnTo>
                  <a:lnTo>
                    <a:pt x="6868" y="2955"/>
                  </a:lnTo>
                  <a:lnTo>
                    <a:pt x="6887" y="2929"/>
                  </a:lnTo>
                  <a:lnTo>
                    <a:pt x="6906" y="2903"/>
                  </a:lnTo>
                  <a:lnTo>
                    <a:pt x="6923" y="2876"/>
                  </a:lnTo>
                  <a:lnTo>
                    <a:pt x="6940" y="2847"/>
                  </a:lnTo>
                  <a:lnTo>
                    <a:pt x="6955" y="2819"/>
                  </a:lnTo>
                  <a:lnTo>
                    <a:pt x="6970" y="2790"/>
                  </a:lnTo>
                  <a:lnTo>
                    <a:pt x="6984" y="2761"/>
                  </a:lnTo>
                  <a:lnTo>
                    <a:pt x="6997" y="2731"/>
                  </a:lnTo>
                  <a:lnTo>
                    <a:pt x="7009" y="2701"/>
                  </a:lnTo>
                  <a:lnTo>
                    <a:pt x="7020" y="2670"/>
                  </a:lnTo>
                  <a:lnTo>
                    <a:pt x="7030" y="2639"/>
                  </a:lnTo>
                  <a:lnTo>
                    <a:pt x="7040" y="2608"/>
                  </a:lnTo>
                  <a:lnTo>
                    <a:pt x="7048" y="2575"/>
                  </a:lnTo>
                  <a:lnTo>
                    <a:pt x="7055" y="2542"/>
                  </a:lnTo>
                  <a:lnTo>
                    <a:pt x="7363" y="1004"/>
                  </a:lnTo>
                  <a:lnTo>
                    <a:pt x="8732" y="1004"/>
                  </a:lnTo>
                  <a:lnTo>
                    <a:pt x="9040" y="2542"/>
                  </a:lnTo>
                  <a:lnTo>
                    <a:pt x="9047" y="2575"/>
                  </a:lnTo>
                  <a:lnTo>
                    <a:pt x="9055" y="2608"/>
                  </a:lnTo>
                  <a:lnTo>
                    <a:pt x="9065" y="2639"/>
                  </a:lnTo>
                  <a:lnTo>
                    <a:pt x="9075" y="2670"/>
                  </a:lnTo>
                  <a:lnTo>
                    <a:pt x="9086" y="2701"/>
                  </a:lnTo>
                  <a:lnTo>
                    <a:pt x="9098" y="2731"/>
                  </a:lnTo>
                  <a:lnTo>
                    <a:pt x="9111" y="2761"/>
                  </a:lnTo>
                  <a:lnTo>
                    <a:pt x="9125" y="2790"/>
                  </a:lnTo>
                  <a:lnTo>
                    <a:pt x="9140" y="2819"/>
                  </a:lnTo>
                  <a:lnTo>
                    <a:pt x="9155" y="2847"/>
                  </a:lnTo>
                  <a:lnTo>
                    <a:pt x="9172" y="2876"/>
                  </a:lnTo>
                  <a:lnTo>
                    <a:pt x="9189" y="2903"/>
                  </a:lnTo>
                  <a:lnTo>
                    <a:pt x="9208" y="2929"/>
                  </a:lnTo>
                  <a:lnTo>
                    <a:pt x="9227" y="2955"/>
                  </a:lnTo>
                  <a:lnTo>
                    <a:pt x="9248" y="2980"/>
                  </a:lnTo>
                  <a:lnTo>
                    <a:pt x="9268" y="3005"/>
                  </a:lnTo>
                  <a:lnTo>
                    <a:pt x="9290" y="3029"/>
                  </a:lnTo>
                  <a:lnTo>
                    <a:pt x="9312" y="3052"/>
                  </a:lnTo>
                  <a:lnTo>
                    <a:pt x="9335" y="3074"/>
                  </a:lnTo>
                  <a:lnTo>
                    <a:pt x="9359" y="3096"/>
                  </a:lnTo>
                  <a:lnTo>
                    <a:pt x="9383" y="3117"/>
                  </a:lnTo>
                  <a:lnTo>
                    <a:pt x="9409" y="3138"/>
                  </a:lnTo>
                  <a:lnTo>
                    <a:pt x="9435" y="3158"/>
                  </a:lnTo>
                  <a:lnTo>
                    <a:pt x="9462" y="3176"/>
                  </a:lnTo>
                  <a:lnTo>
                    <a:pt x="9489" y="3194"/>
                  </a:lnTo>
                  <a:lnTo>
                    <a:pt x="9517" y="3211"/>
                  </a:lnTo>
                  <a:lnTo>
                    <a:pt x="9545" y="3227"/>
                  </a:lnTo>
                  <a:lnTo>
                    <a:pt x="9575" y="3242"/>
                  </a:lnTo>
                  <a:lnTo>
                    <a:pt x="9604" y="3256"/>
                  </a:lnTo>
                  <a:lnTo>
                    <a:pt x="9634" y="3270"/>
                  </a:lnTo>
                  <a:lnTo>
                    <a:pt x="9665" y="3282"/>
                  </a:lnTo>
                  <a:lnTo>
                    <a:pt x="9696" y="3293"/>
                  </a:lnTo>
                  <a:lnTo>
                    <a:pt x="9766" y="3318"/>
                  </a:lnTo>
                  <a:lnTo>
                    <a:pt x="9834" y="3344"/>
                  </a:lnTo>
                  <a:lnTo>
                    <a:pt x="9902" y="3370"/>
                  </a:lnTo>
                  <a:lnTo>
                    <a:pt x="9971" y="3398"/>
                  </a:lnTo>
                  <a:lnTo>
                    <a:pt x="10037" y="3427"/>
                  </a:lnTo>
                  <a:lnTo>
                    <a:pt x="10105" y="3456"/>
                  </a:lnTo>
                  <a:lnTo>
                    <a:pt x="10171" y="3487"/>
                  </a:lnTo>
                  <a:lnTo>
                    <a:pt x="10236" y="3518"/>
                  </a:lnTo>
                  <a:lnTo>
                    <a:pt x="10263" y="3530"/>
                  </a:lnTo>
                  <a:lnTo>
                    <a:pt x="10290" y="3541"/>
                  </a:lnTo>
                  <a:lnTo>
                    <a:pt x="10316" y="3552"/>
                  </a:lnTo>
                  <a:lnTo>
                    <a:pt x="10343" y="3562"/>
                  </a:lnTo>
                  <a:lnTo>
                    <a:pt x="10370" y="3571"/>
                  </a:lnTo>
                  <a:lnTo>
                    <a:pt x="10397" y="3579"/>
                  </a:lnTo>
                  <a:lnTo>
                    <a:pt x="10425" y="3586"/>
                  </a:lnTo>
                  <a:lnTo>
                    <a:pt x="10452" y="3593"/>
                  </a:lnTo>
                  <a:lnTo>
                    <a:pt x="10480" y="3599"/>
                  </a:lnTo>
                  <a:lnTo>
                    <a:pt x="10507" y="3604"/>
                  </a:lnTo>
                  <a:lnTo>
                    <a:pt x="10535" y="3608"/>
                  </a:lnTo>
                  <a:lnTo>
                    <a:pt x="10563" y="3612"/>
                  </a:lnTo>
                  <a:lnTo>
                    <a:pt x="10592" y="3614"/>
                  </a:lnTo>
                  <a:lnTo>
                    <a:pt x="10620" y="3616"/>
                  </a:lnTo>
                  <a:lnTo>
                    <a:pt x="10648" y="3617"/>
                  </a:lnTo>
                  <a:lnTo>
                    <a:pt x="10676" y="3618"/>
                  </a:lnTo>
                  <a:lnTo>
                    <a:pt x="10712" y="3617"/>
                  </a:lnTo>
                  <a:lnTo>
                    <a:pt x="10748" y="3615"/>
                  </a:lnTo>
                  <a:lnTo>
                    <a:pt x="10786" y="3612"/>
                  </a:lnTo>
                  <a:lnTo>
                    <a:pt x="10822" y="3607"/>
                  </a:lnTo>
                  <a:lnTo>
                    <a:pt x="10858" y="3601"/>
                  </a:lnTo>
                  <a:lnTo>
                    <a:pt x="10894" y="3594"/>
                  </a:lnTo>
                  <a:lnTo>
                    <a:pt x="10930" y="3586"/>
                  </a:lnTo>
                  <a:lnTo>
                    <a:pt x="10965" y="3576"/>
                  </a:lnTo>
                  <a:lnTo>
                    <a:pt x="11000" y="3564"/>
                  </a:lnTo>
                  <a:lnTo>
                    <a:pt x="11035" y="3552"/>
                  </a:lnTo>
                  <a:lnTo>
                    <a:pt x="11069" y="3538"/>
                  </a:lnTo>
                  <a:lnTo>
                    <a:pt x="11103" y="3523"/>
                  </a:lnTo>
                  <a:lnTo>
                    <a:pt x="11137" y="3507"/>
                  </a:lnTo>
                  <a:lnTo>
                    <a:pt x="11169" y="3489"/>
                  </a:lnTo>
                  <a:lnTo>
                    <a:pt x="11202" y="3470"/>
                  </a:lnTo>
                  <a:lnTo>
                    <a:pt x="11233" y="3450"/>
                  </a:lnTo>
                  <a:lnTo>
                    <a:pt x="12543" y="2578"/>
                  </a:lnTo>
                  <a:lnTo>
                    <a:pt x="13511" y="3544"/>
                  </a:lnTo>
                  <a:lnTo>
                    <a:pt x="12638" y="4851"/>
                  </a:lnTo>
                  <a:lnTo>
                    <a:pt x="12619" y="4879"/>
                  </a:lnTo>
                  <a:lnTo>
                    <a:pt x="12602" y="4907"/>
                  </a:lnTo>
                  <a:lnTo>
                    <a:pt x="12586" y="4936"/>
                  </a:lnTo>
                  <a:lnTo>
                    <a:pt x="12571" y="4965"/>
                  </a:lnTo>
                  <a:lnTo>
                    <a:pt x="12557" y="4995"/>
                  </a:lnTo>
                  <a:lnTo>
                    <a:pt x="12544" y="5024"/>
                  </a:lnTo>
                  <a:lnTo>
                    <a:pt x="12533" y="5056"/>
                  </a:lnTo>
                  <a:lnTo>
                    <a:pt x="12522" y="5086"/>
                  </a:lnTo>
                  <a:lnTo>
                    <a:pt x="12512" y="5117"/>
                  </a:lnTo>
                  <a:lnTo>
                    <a:pt x="12503" y="5148"/>
                  </a:lnTo>
                  <a:lnTo>
                    <a:pt x="12495" y="5179"/>
                  </a:lnTo>
                  <a:lnTo>
                    <a:pt x="12489" y="5211"/>
                  </a:lnTo>
                  <a:lnTo>
                    <a:pt x="12483" y="5242"/>
                  </a:lnTo>
                  <a:lnTo>
                    <a:pt x="12478" y="5274"/>
                  </a:lnTo>
                  <a:lnTo>
                    <a:pt x="12474" y="5306"/>
                  </a:lnTo>
                  <a:lnTo>
                    <a:pt x="12472" y="5339"/>
                  </a:lnTo>
                  <a:lnTo>
                    <a:pt x="12470" y="5371"/>
                  </a:lnTo>
                  <a:lnTo>
                    <a:pt x="12469" y="5403"/>
                  </a:lnTo>
                  <a:lnTo>
                    <a:pt x="12470" y="5435"/>
                  </a:lnTo>
                  <a:lnTo>
                    <a:pt x="12471" y="5467"/>
                  </a:lnTo>
                  <a:lnTo>
                    <a:pt x="12473" y="5500"/>
                  </a:lnTo>
                  <a:lnTo>
                    <a:pt x="12477" y="5532"/>
                  </a:lnTo>
                  <a:lnTo>
                    <a:pt x="12481" y="5563"/>
                  </a:lnTo>
                  <a:lnTo>
                    <a:pt x="12487" y="5596"/>
                  </a:lnTo>
                  <a:lnTo>
                    <a:pt x="12494" y="5628"/>
                  </a:lnTo>
                  <a:lnTo>
                    <a:pt x="12501" y="5660"/>
                  </a:lnTo>
                  <a:lnTo>
                    <a:pt x="12510" y="5691"/>
                  </a:lnTo>
                  <a:lnTo>
                    <a:pt x="12519" y="5722"/>
                  </a:lnTo>
                  <a:lnTo>
                    <a:pt x="12530" y="5753"/>
                  </a:lnTo>
                  <a:lnTo>
                    <a:pt x="12542" y="5784"/>
                  </a:lnTo>
                  <a:lnTo>
                    <a:pt x="12555" y="5814"/>
                  </a:lnTo>
                  <a:lnTo>
                    <a:pt x="12569" y="5844"/>
                  </a:lnTo>
                  <a:lnTo>
                    <a:pt x="12600" y="5910"/>
                  </a:lnTo>
                  <a:lnTo>
                    <a:pt x="12631" y="5976"/>
                  </a:lnTo>
                  <a:lnTo>
                    <a:pt x="12661" y="6043"/>
                  </a:lnTo>
                  <a:lnTo>
                    <a:pt x="12689" y="6110"/>
                  </a:lnTo>
                  <a:lnTo>
                    <a:pt x="12717" y="6178"/>
                  </a:lnTo>
                  <a:lnTo>
                    <a:pt x="12744" y="6246"/>
                  </a:lnTo>
                  <a:lnTo>
                    <a:pt x="12769" y="6315"/>
                  </a:lnTo>
                  <a:lnTo>
                    <a:pt x="12795" y="6384"/>
                  </a:lnTo>
                  <a:lnTo>
                    <a:pt x="12807" y="6416"/>
                  </a:lnTo>
                  <a:lnTo>
                    <a:pt x="12819" y="6446"/>
                  </a:lnTo>
                  <a:lnTo>
                    <a:pt x="12832" y="6476"/>
                  </a:lnTo>
                  <a:lnTo>
                    <a:pt x="12846" y="6506"/>
                  </a:lnTo>
                  <a:lnTo>
                    <a:pt x="12861" y="6535"/>
                  </a:lnTo>
                  <a:lnTo>
                    <a:pt x="12877" y="6563"/>
                  </a:lnTo>
                  <a:lnTo>
                    <a:pt x="12894" y="6591"/>
                  </a:lnTo>
                  <a:lnTo>
                    <a:pt x="12912" y="6618"/>
                  </a:lnTo>
                  <a:lnTo>
                    <a:pt x="12931" y="6644"/>
                  </a:lnTo>
                  <a:lnTo>
                    <a:pt x="12950" y="6671"/>
                  </a:lnTo>
                  <a:lnTo>
                    <a:pt x="12971" y="6696"/>
                  </a:lnTo>
                  <a:lnTo>
                    <a:pt x="12992" y="6721"/>
                  </a:lnTo>
                  <a:lnTo>
                    <a:pt x="13014" y="6744"/>
                  </a:lnTo>
                  <a:lnTo>
                    <a:pt x="13036" y="6767"/>
                  </a:lnTo>
                  <a:lnTo>
                    <a:pt x="13059" y="6790"/>
                  </a:lnTo>
                  <a:lnTo>
                    <a:pt x="13083" y="6811"/>
                  </a:lnTo>
                  <a:lnTo>
                    <a:pt x="13108" y="6832"/>
                  </a:lnTo>
                  <a:lnTo>
                    <a:pt x="13134" y="6852"/>
                  </a:lnTo>
                  <a:lnTo>
                    <a:pt x="13160" y="6871"/>
                  </a:lnTo>
                  <a:lnTo>
                    <a:pt x="13186" y="6889"/>
                  </a:lnTo>
                  <a:lnTo>
                    <a:pt x="13213" y="6907"/>
                  </a:lnTo>
                  <a:lnTo>
                    <a:pt x="13241" y="6923"/>
                  </a:lnTo>
                  <a:lnTo>
                    <a:pt x="13269" y="6939"/>
                  </a:lnTo>
                  <a:lnTo>
                    <a:pt x="13298" y="6955"/>
                  </a:lnTo>
                  <a:lnTo>
                    <a:pt x="13328" y="6968"/>
                  </a:lnTo>
                  <a:lnTo>
                    <a:pt x="13358" y="6981"/>
                  </a:lnTo>
                  <a:lnTo>
                    <a:pt x="13388" y="6993"/>
                  </a:lnTo>
                  <a:lnTo>
                    <a:pt x="13419" y="7004"/>
                  </a:lnTo>
                  <a:lnTo>
                    <a:pt x="13450" y="7014"/>
                  </a:lnTo>
                  <a:lnTo>
                    <a:pt x="13483" y="7024"/>
                  </a:lnTo>
                  <a:lnTo>
                    <a:pt x="13515" y="7032"/>
                  </a:lnTo>
                  <a:lnTo>
                    <a:pt x="13547" y="7039"/>
                  </a:lnTo>
                  <a:lnTo>
                    <a:pt x="15088" y="7347"/>
                  </a:lnTo>
                  <a:lnTo>
                    <a:pt x="15089" y="8712"/>
                  </a:lnTo>
                  <a:lnTo>
                    <a:pt x="13547" y="9020"/>
                  </a:lnTo>
                  <a:close/>
                  <a:moveTo>
                    <a:pt x="15286" y="6362"/>
                  </a:moveTo>
                  <a:lnTo>
                    <a:pt x="13745" y="6054"/>
                  </a:lnTo>
                  <a:lnTo>
                    <a:pt x="13715" y="5971"/>
                  </a:lnTo>
                  <a:lnTo>
                    <a:pt x="13684" y="5889"/>
                  </a:lnTo>
                  <a:lnTo>
                    <a:pt x="13652" y="5807"/>
                  </a:lnTo>
                  <a:lnTo>
                    <a:pt x="13618" y="5726"/>
                  </a:lnTo>
                  <a:lnTo>
                    <a:pt x="13584" y="5646"/>
                  </a:lnTo>
                  <a:lnTo>
                    <a:pt x="13548" y="5565"/>
                  </a:lnTo>
                  <a:lnTo>
                    <a:pt x="13512" y="5486"/>
                  </a:lnTo>
                  <a:lnTo>
                    <a:pt x="13475" y="5408"/>
                  </a:lnTo>
                  <a:lnTo>
                    <a:pt x="14348" y="4101"/>
                  </a:lnTo>
                  <a:lnTo>
                    <a:pt x="14372" y="4063"/>
                  </a:lnTo>
                  <a:lnTo>
                    <a:pt x="14394" y="4025"/>
                  </a:lnTo>
                  <a:lnTo>
                    <a:pt x="14414" y="3986"/>
                  </a:lnTo>
                  <a:lnTo>
                    <a:pt x="14433" y="3947"/>
                  </a:lnTo>
                  <a:lnTo>
                    <a:pt x="14449" y="3906"/>
                  </a:lnTo>
                  <a:lnTo>
                    <a:pt x="14464" y="3865"/>
                  </a:lnTo>
                  <a:lnTo>
                    <a:pt x="14476" y="3824"/>
                  </a:lnTo>
                  <a:lnTo>
                    <a:pt x="14489" y="3783"/>
                  </a:lnTo>
                  <a:lnTo>
                    <a:pt x="14498" y="3741"/>
                  </a:lnTo>
                  <a:lnTo>
                    <a:pt x="14505" y="3699"/>
                  </a:lnTo>
                  <a:lnTo>
                    <a:pt x="14511" y="3656"/>
                  </a:lnTo>
                  <a:lnTo>
                    <a:pt x="14515" y="3614"/>
                  </a:lnTo>
                  <a:lnTo>
                    <a:pt x="14517" y="3572"/>
                  </a:lnTo>
                  <a:lnTo>
                    <a:pt x="14517" y="3530"/>
                  </a:lnTo>
                  <a:lnTo>
                    <a:pt x="14515" y="3488"/>
                  </a:lnTo>
                  <a:lnTo>
                    <a:pt x="14512" y="3446"/>
                  </a:lnTo>
                  <a:lnTo>
                    <a:pt x="14507" y="3404"/>
                  </a:lnTo>
                  <a:lnTo>
                    <a:pt x="14500" y="3361"/>
                  </a:lnTo>
                  <a:lnTo>
                    <a:pt x="14492" y="3320"/>
                  </a:lnTo>
                  <a:lnTo>
                    <a:pt x="14480" y="3279"/>
                  </a:lnTo>
                  <a:lnTo>
                    <a:pt x="14468" y="3239"/>
                  </a:lnTo>
                  <a:lnTo>
                    <a:pt x="14455" y="3198"/>
                  </a:lnTo>
                  <a:lnTo>
                    <a:pt x="14439" y="3159"/>
                  </a:lnTo>
                  <a:lnTo>
                    <a:pt x="14422" y="3119"/>
                  </a:lnTo>
                  <a:lnTo>
                    <a:pt x="14403" y="3081"/>
                  </a:lnTo>
                  <a:lnTo>
                    <a:pt x="14382" y="3043"/>
                  </a:lnTo>
                  <a:lnTo>
                    <a:pt x="14360" y="3006"/>
                  </a:lnTo>
                  <a:lnTo>
                    <a:pt x="14336" y="2970"/>
                  </a:lnTo>
                  <a:lnTo>
                    <a:pt x="14309" y="2935"/>
                  </a:lnTo>
                  <a:lnTo>
                    <a:pt x="14282" y="2901"/>
                  </a:lnTo>
                  <a:lnTo>
                    <a:pt x="14253" y="2868"/>
                  </a:lnTo>
                  <a:lnTo>
                    <a:pt x="14222" y="2834"/>
                  </a:lnTo>
                  <a:lnTo>
                    <a:pt x="13254" y="1869"/>
                  </a:lnTo>
                  <a:lnTo>
                    <a:pt x="13236" y="1852"/>
                  </a:lnTo>
                  <a:lnTo>
                    <a:pt x="13217" y="1834"/>
                  </a:lnTo>
                  <a:lnTo>
                    <a:pt x="13198" y="1817"/>
                  </a:lnTo>
                  <a:lnTo>
                    <a:pt x="13179" y="1801"/>
                  </a:lnTo>
                  <a:lnTo>
                    <a:pt x="13159" y="1786"/>
                  </a:lnTo>
                  <a:lnTo>
                    <a:pt x="13139" y="1771"/>
                  </a:lnTo>
                  <a:lnTo>
                    <a:pt x="13118" y="1755"/>
                  </a:lnTo>
                  <a:lnTo>
                    <a:pt x="13097" y="1741"/>
                  </a:lnTo>
                  <a:lnTo>
                    <a:pt x="13076" y="1728"/>
                  </a:lnTo>
                  <a:lnTo>
                    <a:pt x="13055" y="1715"/>
                  </a:lnTo>
                  <a:lnTo>
                    <a:pt x="13034" y="1702"/>
                  </a:lnTo>
                  <a:lnTo>
                    <a:pt x="13012" y="1691"/>
                  </a:lnTo>
                  <a:lnTo>
                    <a:pt x="12990" y="1680"/>
                  </a:lnTo>
                  <a:lnTo>
                    <a:pt x="12968" y="1669"/>
                  </a:lnTo>
                  <a:lnTo>
                    <a:pt x="12945" y="1659"/>
                  </a:lnTo>
                  <a:lnTo>
                    <a:pt x="12923" y="1649"/>
                  </a:lnTo>
                  <a:lnTo>
                    <a:pt x="12900" y="1640"/>
                  </a:lnTo>
                  <a:lnTo>
                    <a:pt x="12877" y="1632"/>
                  </a:lnTo>
                  <a:lnTo>
                    <a:pt x="12854" y="1624"/>
                  </a:lnTo>
                  <a:lnTo>
                    <a:pt x="12831" y="1617"/>
                  </a:lnTo>
                  <a:lnTo>
                    <a:pt x="12808" y="1610"/>
                  </a:lnTo>
                  <a:lnTo>
                    <a:pt x="12783" y="1604"/>
                  </a:lnTo>
                  <a:lnTo>
                    <a:pt x="12759" y="1599"/>
                  </a:lnTo>
                  <a:lnTo>
                    <a:pt x="12736" y="1594"/>
                  </a:lnTo>
                  <a:lnTo>
                    <a:pt x="12712" y="1590"/>
                  </a:lnTo>
                  <a:lnTo>
                    <a:pt x="12688" y="1586"/>
                  </a:lnTo>
                  <a:lnTo>
                    <a:pt x="12664" y="1583"/>
                  </a:lnTo>
                  <a:lnTo>
                    <a:pt x="12640" y="1580"/>
                  </a:lnTo>
                  <a:lnTo>
                    <a:pt x="12615" y="1578"/>
                  </a:lnTo>
                  <a:lnTo>
                    <a:pt x="12591" y="1577"/>
                  </a:lnTo>
                  <a:lnTo>
                    <a:pt x="12566" y="1576"/>
                  </a:lnTo>
                  <a:lnTo>
                    <a:pt x="12542" y="1575"/>
                  </a:lnTo>
                  <a:lnTo>
                    <a:pt x="12506" y="1576"/>
                  </a:lnTo>
                  <a:lnTo>
                    <a:pt x="12470" y="1578"/>
                  </a:lnTo>
                  <a:lnTo>
                    <a:pt x="12433" y="1581"/>
                  </a:lnTo>
                  <a:lnTo>
                    <a:pt x="12398" y="1586"/>
                  </a:lnTo>
                  <a:lnTo>
                    <a:pt x="12362" y="1592"/>
                  </a:lnTo>
                  <a:lnTo>
                    <a:pt x="12326" y="1599"/>
                  </a:lnTo>
                  <a:lnTo>
                    <a:pt x="12291" y="1607"/>
                  </a:lnTo>
                  <a:lnTo>
                    <a:pt x="12255" y="1617"/>
                  </a:lnTo>
                  <a:lnTo>
                    <a:pt x="12220" y="1628"/>
                  </a:lnTo>
                  <a:lnTo>
                    <a:pt x="12185" y="1641"/>
                  </a:lnTo>
                  <a:lnTo>
                    <a:pt x="12151" y="1654"/>
                  </a:lnTo>
                  <a:lnTo>
                    <a:pt x="12117" y="1670"/>
                  </a:lnTo>
                  <a:lnTo>
                    <a:pt x="12083" y="1686"/>
                  </a:lnTo>
                  <a:lnTo>
                    <a:pt x="12050" y="1704"/>
                  </a:lnTo>
                  <a:lnTo>
                    <a:pt x="12018" y="1723"/>
                  </a:lnTo>
                  <a:lnTo>
                    <a:pt x="11986" y="1743"/>
                  </a:lnTo>
                  <a:lnTo>
                    <a:pt x="10676" y="2615"/>
                  </a:lnTo>
                  <a:lnTo>
                    <a:pt x="10597" y="2577"/>
                  </a:lnTo>
                  <a:lnTo>
                    <a:pt x="10517" y="2540"/>
                  </a:lnTo>
                  <a:lnTo>
                    <a:pt x="10437" y="2505"/>
                  </a:lnTo>
                  <a:lnTo>
                    <a:pt x="10356" y="2471"/>
                  </a:lnTo>
                  <a:lnTo>
                    <a:pt x="10275" y="2438"/>
                  </a:lnTo>
                  <a:lnTo>
                    <a:pt x="10192" y="2406"/>
                  </a:lnTo>
                  <a:lnTo>
                    <a:pt x="10110" y="2375"/>
                  </a:lnTo>
                  <a:lnTo>
                    <a:pt x="10026" y="2346"/>
                  </a:lnTo>
                  <a:lnTo>
                    <a:pt x="9718" y="808"/>
                  </a:lnTo>
                  <a:lnTo>
                    <a:pt x="9708" y="764"/>
                  </a:lnTo>
                  <a:lnTo>
                    <a:pt x="9697" y="721"/>
                  </a:lnTo>
                  <a:lnTo>
                    <a:pt x="9683" y="679"/>
                  </a:lnTo>
                  <a:lnTo>
                    <a:pt x="9668" y="638"/>
                  </a:lnTo>
                  <a:lnTo>
                    <a:pt x="9652" y="598"/>
                  </a:lnTo>
                  <a:lnTo>
                    <a:pt x="9633" y="559"/>
                  </a:lnTo>
                  <a:lnTo>
                    <a:pt x="9614" y="520"/>
                  </a:lnTo>
                  <a:lnTo>
                    <a:pt x="9592" y="483"/>
                  </a:lnTo>
                  <a:lnTo>
                    <a:pt x="9568" y="447"/>
                  </a:lnTo>
                  <a:lnTo>
                    <a:pt x="9544" y="413"/>
                  </a:lnTo>
                  <a:lnTo>
                    <a:pt x="9518" y="378"/>
                  </a:lnTo>
                  <a:lnTo>
                    <a:pt x="9491" y="345"/>
                  </a:lnTo>
                  <a:lnTo>
                    <a:pt x="9463" y="314"/>
                  </a:lnTo>
                  <a:lnTo>
                    <a:pt x="9433" y="284"/>
                  </a:lnTo>
                  <a:lnTo>
                    <a:pt x="9401" y="255"/>
                  </a:lnTo>
                  <a:lnTo>
                    <a:pt x="9369" y="228"/>
                  </a:lnTo>
                  <a:lnTo>
                    <a:pt x="9336" y="202"/>
                  </a:lnTo>
                  <a:lnTo>
                    <a:pt x="9302" y="177"/>
                  </a:lnTo>
                  <a:lnTo>
                    <a:pt x="9267" y="154"/>
                  </a:lnTo>
                  <a:lnTo>
                    <a:pt x="9229" y="131"/>
                  </a:lnTo>
                  <a:lnTo>
                    <a:pt x="9192" y="111"/>
                  </a:lnTo>
                  <a:lnTo>
                    <a:pt x="9154" y="92"/>
                  </a:lnTo>
                  <a:lnTo>
                    <a:pt x="9115" y="75"/>
                  </a:lnTo>
                  <a:lnTo>
                    <a:pt x="9075" y="60"/>
                  </a:lnTo>
                  <a:lnTo>
                    <a:pt x="9034" y="46"/>
                  </a:lnTo>
                  <a:lnTo>
                    <a:pt x="8993" y="34"/>
                  </a:lnTo>
                  <a:lnTo>
                    <a:pt x="8951" y="24"/>
                  </a:lnTo>
                  <a:lnTo>
                    <a:pt x="8908" y="15"/>
                  </a:lnTo>
                  <a:lnTo>
                    <a:pt x="8864" y="9"/>
                  </a:lnTo>
                  <a:lnTo>
                    <a:pt x="8821" y="4"/>
                  </a:lnTo>
                  <a:lnTo>
                    <a:pt x="8777" y="1"/>
                  </a:lnTo>
                  <a:lnTo>
                    <a:pt x="8732" y="0"/>
                  </a:lnTo>
                  <a:lnTo>
                    <a:pt x="7363" y="0"/>
                  </a:lnTo>
                  <a:lnTo>
                    <a:pt x="7318" y="1"/>
                  </a:lnTo>
                  <a:lnTo>
                    <a:pt x="7274" y="4"/>
                  </a:lnTo>
                  <a:lnTo>
                    <a:pt x="7231" y="9"/>
                  </a:lnTo>
                  <a:lnTo>
                    <a:pt x="7187" y="15"/>
                  </a:lnTo>
                  <a:lnTo>
                    <a:pt x="7144" y="24"/>
                  </a:lnTo>
                  <a:lnTo>
                    <a:pt x="7102" y="34"/>
                  </a:lnTo>
                  <a:lnTo>
                    <a:pt x="7061" y="46"/>
                  </a:lnTo>
                  <a:lnTo>
                    <a:pt x="7020" y="60"/>
                  </a:lnTo>
                  <a:lnTo>
                    <a:pt x="6980" y="75"/>
                  </a:lnTo>
                  <a:lnTo>
                    <a:pt x="6941" y="92"/>
                  </a:lnTo>
                  <a:lnTo>
                    <a:pt x="6903" y="111"/>
                  </a:lnTo>
                  <a:lnTo>
                    <a:pt x="6866" y="131"/>
                  </a:lnTo>
                  <a:lnTo>
                    <a:pt x="6829" y="154"/>
                  </a:lnTo>
                  <a:lnTo>
                    <a:pt x="6793" y="177"/>
                  </a:lnTo>
                  <a:lnTo>
                    <a:pt x="6759" y="202"/>
                  </a:lnTo>
                  <a:lnTo>
                    <a:pt x="6726" y="228"/>
                  </a:lnTo>
                  <a:lnTo>
                    <a:pt x="6694" y="255"/>
                  </a:lnTo>
                  <a:lnTo>
                    <a:pt x="6662" y="284"/>
                  </a:lnTo>
                  <a:lnTo>
                    <a:pt x="6633" y="314"/>
                  </a:lnTo>
                  <a:lnTo>
                    <a:pt x="6604" y="345"/>
                  </a:lnTo>
                  <a:lnTo>
                    <a:pt x="6577" y="378"/>
                  </a:lnTo>
                  <a:lnTo>
                    <a:pt x="6551" y="413"/>
                  </a:lnTo>
                  <a:lnTo>
                    <a:pt x="6527" y="447"/>
                  </a:lnTo>
                  <a:lnTo>
                    <a:pt x="6503" y="483"/>
                  </a:lnTo>
                  <a:lnTo>
                    <a:pt x="6482" y="520"/>
                  </a:lnTo>
                  <a:lnTo>
                    <a:pt x="6462" y="559"/>
                  </a:lnTo>
                  <a:lnTo>
                    <a:pt x="6444" y="598"/>
                  </a:lnTo>
                  <a:lnTo>
                    <a:pt x="6427" y="638"/>
                  </a:lnTo>
                  <a:lnTo>
                    <a:pt x="6412" y="679"/>
                  </a:lnTo>
                  <a:lnTo>
                    <a:pt x="6398" y="721"/>
                  </a:lnTo>
                  <a:lnTo>
                    <a:pt x="6387" y="764"/>
                  </a:lnTo>
                  <a:lnTo>
                    <a:pt x="6377" y="808"/>
                  </a:lnTo>
                  <a:lnTo>
                    <a:pt x="6069" y="2346"/>
                  </a:lnTo>
                  <a:lnTo>
                    <a:pt x="5985" y="2375"/>
                  </a:lnTo>
                  <a:lnTo>
                    <a:pt x="5903" y="2406"/>
                  </a:lnTo>
                  <a:lnTo>
                    <a:pt x="5820" y="2438"/>
                  </a:lnTo>
                  <a:lnTo>
                    <a:pt x="5739" y="2471"/>
                  </a:lnTo>
                  <a:lnTo>
                    <a:pt x="5658" y="2505"/>
                  </a:lnTo>
                  <a:lnTo>
                    <a:pt x="5578" y="2540"/>
                  </a:lnTo>
                  <a:lnTo>
                    <a:pt x="5499" y="2577"/>
                  </a:lnTo>
                  <a:lnTo>
                    <a:pt x="5420" y="2615"/>
                  </a:lnTo>
                  <a:lnTo>
                    <a:pt x="4110" y="1743"/>
                  </a:lnTo>
                  <a:lnTo>
                    <a:pt x="4078" y="1723"/>
                  </a:lnTo>
                  <a:lnTo>
                    <a:pt x="4046" y="1704"/>
                  </a:lnTo>
                  <a:lnTo>
                    <a:pt x="4012" y="1686"/>
                  </a:lnTo>
                  <a:lnTo>
                    <a:pt x="3978" y="1670"/>
                  </a:lnTo>
                  <a:lnTo>
                    <a:pt x="3944" y="1654"/>
                  </a:lnTo>
                  <a:lnTo>
                    <a:pt x="3910" y="1641"/>
                  </a:lnTo>
                  <a:lnTo>
                    <a:pt x="3875" y="1628"/>
                  </a:lnTo>
                  <a:lnTo>
                    <a:pt x="3840" y="1617"/>
                  </a:lnTo>
                  <a:lnTo>
                    <a:pt x="3804" y="1607"/>
                  </a:lnTo>
                  <a:lnTo>
                    <a:pt x="3769" y="1599"/>
                  </a:lnTo>
                  <a:lnTo>
                    <a:pt x="3733" y="1592"/>
                  </a:lnTo>
                  <a:lnTo>
                    <a:pt x="3698" y="1586"/>
                  </a:lnTo>
                  <a:lnTo>
                    <a:pt x="3662" y="1581"/>
                  </a:lnTo>
                  <a:lnTo>
                    <a:pt x="3625" y="1578"/>
                  </a:lnTo>
                  <a:lnTo>
                    <a:pt x="3589" y="1576"/>
                  </a:lnTo>
                  <a:lnTo>
                    <a:pt x="3553" y="1575"/>
                  </a:lnTo>
                  <a:lnTo>
                    <a:pt x="3529" y="1576"/>
                  </a:lnTo>
                  <a:lnTo>
                    <a:pt x="3504" y="1577"/>
                  </a:lnTo>
                  <a:lnTo>
                    <a:pt x="3480" y="1578"/>
                  </a:lnTo>
                  <a:lnTo>
                    <a:pt x="3455" y="1580"/>
                  </a:lnTo>
                  <a:lnTo>
                    <a:pt x="3431" y="1583"/>
                  </a:lnTo>
                  <a:lnTo>
                    <a:pt x="3407" y="1586"/>
                  </a:lnTo>
                  <a:lnTo>
                    <a:pt x="3383" y="1590"/>
                  </a:lnTo>
                  <a:lnTo>
                    <a:pt x="3359" y="1594"/>
                  </a:lnTo>
                  <a:lnTo>
                    <a:pt x="3336" y="1599"/>
                  </a:lnTo>
                  <a:lnTo>
                    <a:pt x="3312" y="1604"/>
                  </a:lnTo>
                  <a:lnTo>
                    <a:pt x="3288" y="1610"/>
                  </a:lnTo>
                  <a:lnTo>
                    <a:pt x="3264" y="1617"/>
                  </a:lnTo>
                  <a:lnTo>
                    <a:pt x="3241" y="1624"/>
                  </a:lnTo>
                  <a:lnTo>
                    <a:pt x="3218" y="1632"/>
                  </a:lnTo>
                  <a:lnTo>
                    <a:pt x="3195" y="1640"/>
                  </a:lnTo>
                  <a:lnTo>
                    <a:pt x="3173" y="1649"/>
                  </a:lnTo>
                  <a:lnTo>
                    <a:pt x="3150" y="1659"/>
                  </a:lnTo>
                  <a:lnTo>
                    <a:pt x="3127" y="1669"/>
                  </a:lnTo>
                  <a:lnTo>
                    <a:pt x="3105" y="1680"/>
                  </a:lnTo>
                  <a:lnTo>
                    <a:pt x="3083" y="1691"/>
                  </a:lnTo>
                  <a:lnTo>
                    <a:pt x="3061" y="1702"/>
                  </a:lnTo>
                  <a:lnTo>
                    <a:pt x="3040" y="1715"/>
                  </a:lnTo>
                  <a:lnTo>
                    <a:pt x="3019" y="1728"/>
                  </a:lnTo>
                  <a:lnTo>
                    <a:pt x="2998" y="1741"/>
                  </a:lnTo>
                  <a:lnTo>
                    <a:pt x="2978" y="1755"/>
                  </a:lnTo>
                  <a:lnTo>
                    <a:pt x="2956" y="1771"/>
                  </a:lnTo>
                  <a:lnTo>
                    <a:pt x="2936" y="1786"/>
                  </a:lnTo>
                  <a:lnTo>
                    <a:pt x="2917" y="1801"/>
                  </a:lnTo>
                  <a:lnTo>
                    <a:pt x="2897" y="1817"/>
                  </a:lnTo>
                  <a:lnTo>
                    <a:pt x="2878" y="1834"/>
                  </a:lnTo>
                  <a:lnTo>
                    <a:pt x="2860" y="1852"/>
                  </a:lnTo>
                  <a:lnTo>
                    <a:pt x="2841" y="1869"/>
                  </a:lnTo>
                  <a:lnTo>
                    <a:pt x="1873" y="2834"/>
                  </a:lnTo>
                  <a:lnTo>
                    <a:pt x="1843" y="2868"/>
                  </a:lnTo>
                  <a:lnTo>
                    <a:pt x="1814" y="2901"/>
                  </a:lnTo>
                  <a:lnTo>
                    <a:pt x="1786" y="2935"/>
                  </a:lnTo>
                  <a:lnTo>
                    <a:pt x="1759" y="2970"/>
                  </a:lnTo>
                  <a:lnTo>
                    <a:pt x="1735" y="3006"/>
                  </a:lnTo>
                  <a:lnTo>
                    <a:pt x="1713" y="3043"/>
                  </a:lnTo>
                  <a:lnTo>
                    <a:pt x="1692" y="3081"/>
                  </a:lnTo>
                  <a:lnTo>
                    <a:pt x="1673" y="3119"/>
                  </a:lnTo>
                  <a:lnTo>
                    <a:pt x="1656" y="3159"/>
                  </a:lnTo>
                  <a:lnTo>
                    <a:pt x="1641" y="3198"/>
                  </a:lnTo>
                  <a:lnTo>
                    <a:pt x="1627" y="3239"/>
                  </a:lnTo>
                  <a:lnTo>
                    <a:pt x="1615" y="3279"/>
                  </a:lnTo>
                  <a:lnTo>
                    <a:pt x="1604" y="3320"/>
                  </a:lnTo>
                  <a:lnTo>
                    <a:pt x="1595" y="3361"/>
                  </a:lnTo>
                  <a:lnTo>
                    <a:pt x="1588" y="3404"/>
                  </a:lnTo>
                  <a:lnTo>
                    <a:pt x="1583" y="3446"/>
                  </a:lnTo>
                  <a:lnTo>
                    <a:pt x="1580" y="3488"/>
                  </a:lnTo>
                  <a:lnTo>
                    <a:pt x="1579" y="3530"/>
                  </a:lnTo>
                  <a:lnTo>
                    <a:pt x="1579" y="3572"/>
                  </a:lnTo>
                  <a:lnTo>
                    <a:pt x="1581" y="3614"/>
                  </a:lnTo>
                  <a:lnTo>
                    <a:pt x="1585" y="3656"/>
                  </a:lnTo>
                  <a:lnTo>
                    <a:pt x="1590" y="3699"/>
                  </a:lnTo>
                  <a:lnTo>
                    <a:pt x="1598" y="3741"/>
                  </a:lnTo>
                  <a:lnTo>
                    <a:pt x="1607" y="3783"/>
                  </a:lnTo>
                  <a:lnTo>
                    <a:pt x="1619" y="3824"/>
                  </a:lnTo>
                  <a:lnTo>
                    <a:pt x="1632" y="3865"/>
                  </a:lnTo>
                  <a:lnTo>
                    <a:pt x="1646" y="3906"/>
                  </a:lnTo>
                  <a:lnTo>
                    <a:pt x="1663" y="3947"/>
                  </a:lnTo>
                  <a:lnTo>
                    <a:pt x="1681" y="3986"/>
                  </a:lnTo>
                  <a:lnTo>
                    <a:pt x="1702" y="4025"/>
                  </a:lnTo>
                  <a:lnTo>
                    <a:pt x="1724" y="4063"/>
                  </a:lnTo>
                  <a:lnTo>
                    <a:pt x="1747" y="4101"/>
                  </a:lnTo>
                  <a:lnTo>
                    <a:pt x="2620" y="5408"/>
                  </a:lnTo>
                  <a:lnTo>
                    <a:pt x="2583" y="5486"/>
                  </a:lnTo>
                  <a:lnTo>
                    <a:pt x="2546" y="5565"/>
                  </a:lnTo>
                  <a:lnTo>
                    <a:pt x="2511" y="5646"/>
                  </a:lnTo>
                  <a:lnTo>
                    <a:pt x="2477" y="5726"/>
                  </a:lnTo>
                  <a:lnTo>
                    <a:pt x="2443" y="5807"/>
                  </a:lnTo>
                  <a:lnTo>
                    <a:pt x="2411" y="5890"/>
                  </a:lnTo>
                  <a:lnTo>
                    <a:pt x="2380" y="5972"/>
                  </a:lnTo>
                  <a:lnTo>
                    <a:pt x="2351" y="6055"/>
                  </a:lnTo>
                  <a:lnTo>
                    <a:pt x="809" y="6362"/>
                  </a:lnTo>
                  <a:lnTo>
                    <a:pt x="766" y="6372"/>
                  </a:lnTo>
                  <a:lnTo>
                    <a:pt x="722" y="6383"/>
                  </a:lnTo>
                  <a:lnTo>
                    <a:pt x="681" y="6398"/>
                  </a:lnTo>
                  <a:lnTo>
                    <a:pt x="640" y="6413"/>
                  </a:lnTo>
                  <a:lnTo>
                    <a:pt x="600" y="6429"/>
                  </a:lnTo>
                  <a:lnTo>
                    <a:pt x="559" y="6448"/>
                  </a:lnTo>
                  <a:lnTo>
                    <a:pt x="521" y="6467"/>
                  </a:lnTo>
                  <a:lnTo>
                    <a:pt x="484" y="6489"/>
                  </a:lnTo>
                  <a:lnTo>
                    <a:pt x="448" y="6512"/>
                  </a:lnTo>
                  <a:lnTo>
                    <a:pt x="412" y="6536"/>
                  </a:lnTo>
                  <a:lnTo>
                    <a:pt x="379" y="6562"/>
                  </a:lnTo>
                  <a:lnTo>
                    <a:pt x="346" y="6589"/>
                  </a:lnTo>
                  <a:lnTo>
                    <a:pt x="315" y="6617"/>
                  </a:lnTo>
                  <a:lnTo>
                    <a:pt x="285" y="6647"/>
                  </a:lnTo>
                  <a:lnTo>
                    <a:pt x="256" y="6679"/>
                  </a:lnTo>
                  <a:lnTo>
                    <a:pt x="228" y="6711"/>
                  </a:lnTo>
                  <a:lnTo>
                    <a:pt x="202" y="6744"/>
                  </a:lnTo>
                  <a:lnTo>
                    <a:pt x="177" y="6778"/>
                  </a:lnTo>
                  <a:lnTo>
                    <a:pt x="154" y="6813"/>
                  </a:lnTo>
                  <a:lnTo>
                    <a:pt x="132" y="6850"/>
                  </a:lnTo>
                  <a:lnTo>
                    <a:pt x="112" y="6887"/>
                  </a:lnTo>
                  <a:lnTo>
                    <a:pt x="93" y="6925"/>
                  </a:lnTo>
                  <a:lnTo>
                    <a:pt x="75" y="6965"/>
                  </a:lnTo>
                  <a:lnTo>
                    <a:pt x="60" y="7005"/>
                  </a:lnTo>
                  <a:lnTo>
                    <a:pt x="46" y="7045"/>
                  </a:lnTo>
                  <a:lnTo>
                    <a:pt x="34" y="7086"/>
                  </a:lnTo>
                  <a:lnTo>
                    <a:pt x="24" y="7128"/>
                  </a:lnTo>
                  <a:lnTo>
                    <a:pt x="15" y="7171"/>
                  </a:lnTo>
                  <a:lnTo>
                    <a:pt x="9" y="7215"/>
                  </a:lnTo>
                  <a:lnTo>
                    <a:pt x="4" y="7258"/>
                  </a:lnTo>
                  <a:lnTo>
                    <a:pt x="1" y="7302"/>
                  </a:lnTo>
                  <a:lnTo>
                    <a:pt x="0" y="7347"/>
                  </a:lnTo>
                  <a:lnTo>
                    <a:pt x="0" y="8712"/>
                  </a:lnTo>
                  <a:lnTo>
                    <a:pt x="1" y="8757"/>
                  </a:lnTo>
                  <a:lnTo>
                    <a:pt x="4" y="8801"/>
                  </a:lnTo>
                  <a:lnTo>
                    <a:pt x="9" y="8844"/>
                  </a:lnTo>
                  <a:lnTo>
                    <a:pt x="15" y="8888"/>
                  </a:lnTo>
                  <a:lnTo>
                    <a:pt x="24" y="8931"/>
                  </a:lnTo>
                  <a:lnTo>
                    <a:pt x="34" y="8972"/>
                  </a:lnTo>
                  <a:lnTo>
                    <a:pt x="46" y="9014"/>
                  </a:lnTo>
                  <a:lnTo>
                    <a:pt x="60" y="9054"/>
                  </a:lnTo>
                  <a:lnTo>
                    <a:pt x="75" y="9094"/>
                  </a:lnTo>
                  <a:lnTo>
                    <a:pt x="93" y="9134"/>
                  </a:lnTo>
                  <a:lnTo>
                    <a:pt x="112" y="9172"/>
                  </a:lnTo>
                  <a:lnTo>
                    <a:pt x="132" y="9209"/>
                  </a:lnTo>
                  <a:lnTo>
                    <a:pt x="154" y="9245"/>
                  </a:lnTo>
                  <a:lnTo>
                    <a:pt x="177" y="9280"/>
                  </a:lnTo>
                  <a:lnTo>
                    <a:pt x="202" y="9315"/>
                  </a:lnTo>
                  <a:lnTo>
                    <a:pt x="228" y="9348"/>
                  </a:lnTo>
                  <a:lnTo>
                    <a:pt x="256" y="9380"/>
                  </a:lnTo>
                  <a:lnTo>
                    <a:pt x="285" y="9412"/>
                  </a:lnTo>
                  <a:lnTo>
                    <a:pt x="315" y="9441"/>
                  </a:lnTo>
                  <a:lnTo>
                    <a:pt x="346" y="9470"/>
                  </a:lnTo>
                  <a:lnTo>
                    <a:pt x="379" y="9497"/>
                  </a:lnTo>
                  <a:lnTo>
                    <a:pt x="412" y="9523"/>
                  </a:lnTo>
                  <a:lnTo>
                    <a:pt x="448" y="9547"/>
                  </a:lnTo>
                  <a:lnTo>
                    <a:pt x="484" y="9570"/>
                  </a:lnTo>
                  <a:lnTo>
                    <a:pt x="521" y="9591"/>
                  </a:lnTo>
                  <a:lnTo>
                    <a:pt x="559" y="9611"/>
                  </a:lnTo>
                  <a:lnTo>
                    <a:pt x="600" y="9629"/>
                  </a:lnTo>
                  <a:lnTo>
                    <a:pt x="640" y="9646"/>
                  </a:lnTo>
                  <a:lnTo>
                    <a:pt x="681" y="9661"/>
                  </a:lnTo>
                  <a:lnTo>
                    <a:pt x="722" y="9675"/>
                  </a:lnTo>
                  <a:lnTo>
                    <a:pt x="766" y="9687"/>
                  </a:lnTo>
                  <a:lnTo>
                    <a:pt x="809" y="9697"/>
                  </a:lnTo>
                  <a:lnTo>
                    <a:pt x="2351" y="10004"/>
                  </a:lnTo>
                  <a:lnTo>
                    <a:pt x="2380" y="10087"/>
                  </a:lnTo>
                  <a:lnTo>
                    <a:pt x="2411" y="10169"/>
                  </a:lnTo>
                  <a:lnTo>
                    <a:pt x="2443" y="10252"/>
                  </a:lnTo>
                  <a:lnTo>
                    <a:pt x="2477" y="10333"/>
                  </a:lnTo>
                  <a:lnTo>
                    <a:pt x="2511" y="10413"/>
                  </a:lnTo>
                  <a:lnTo>
                    <a:pt x="2546" y="10494"/>
                  </a:lnTo>
                  <a:lnTo>
                    <a:pt x="2583" y="10573"/>
                  </a:lnTo>
                  <a:lnTo>
                    <a:pt x="2620" y="10651"/>
                  </a:lnTo>
                  <a:lnTo>
                    <a:pt x="1747" y="11957"/>
                  </a:lnTo>
                  <a:lnTo>
                    <a:pt x="1724" y="11995"/>
                  </a:lnTo>
                  <a:lnTo>
                    <a:pt x="1702" y="12033"/>
                  </a:lnTo>
                  <a:lnTo>
                    <a:pt x="1681" y="12072"/>
                  </a:lnTo>
                  <a:lnTo>
                    <a:pt x="1663" y="12111"/>
                  </a:lnTo>
                  <a:lnTo>
                    <a:pt x="1646" y="12153"/>
                  </a:lnTo>
                  <a:lnTo>
                    <a:pt x="1632" y="12193"/>
                  </a:lnTo>
                  <a:lnTo>
                    <a:pt x="1619" y="12234"/>
                  </a:lnTo>
                  <a:lnTo>
                    <a:pt x="1607" y="12275"/>
                  </a:lnTo>
                  <a:lnTo>
                    <a:pt x="1598" y="12317"/>
                  </a:lnTo>
                  <a:lnTo>
                    <a:pt x="1590" y="12359"/>
                  </a:lnTo>
                  <a:lnTo>
                    <a:pt x="1585" y="12402"/>
                  </a:lnTo>
                  <a:lnTo>
                    <a:pt x="1581" y="12444"/>
                  </a:lnTo>
                  <a:lnTo>
                    <a:pt x="1579" y="12486"/>
                  </a:lnTo>
                  <a:lnTo>
                    <a:pt x="1579" y="12528"/>
                  </a:lnTo>
                  <a:lnTo>
                    <a:pt x="1580" y="12571"/>
                  </a:lnTo>
                  <a:lnTo>
                    <a:pt x="1583" y="12613"/>
                  </a:lnTo>
                  <a:lnTo>
                    <a:pt x="1588" y="12654"/>
                  </a:lnTo>
                  <a:lnTo>
                    <a:pt x="1595" y="12697"/>
                  </a:lnTo>
                  <a:lnTo>
                    <a:pt x="1604" y="12738"/>
                  </a:lnTo>
                  <a:lnTo>
                    <a:pt x="1615" y="12779"/>
                  </a:lnTo>
                  <a:lnTo>
                    <a:pt x="1627" y="12820"/>
                  </a:lnTo>
                  <a:lnTo>
                    <a:pt x="1641" y="12860"/>
                  </a:lnTo>
                  <a:lnTo>
                    <a:pt x="1656" y="12900"/>
                  </a:lnTo>
                  <a:lnTo>
                    <a:pt x="1673" y="12940"/>
                  </a:lnTo>
                  <a:lnTo>
                    <a:pt x="1692" y="12978"/>
                  </a:lnTo>
                  <a:lnTo>
                    <a:pt x="1713" y="13016"/>
                  </a:lnTo>
                  <a:lnTo>
                    <a:pt x="1735" y="13052"/>
                  </a:lnTo>
                  <a:lnTo>
                    <a:pt x="1759" y="13088"/>
                  </a:lnTo>
                  <a:lnTo>
                    <a:pt x="1786" y="13124"/>
                  </a:lnTo>
                  <a:lnTo>
                    <a:pt x="1814" y="13158"/>
                  </a:lnTo>
                  <a:lnTo>
                    <a:pt x="1843" y="13191"/>
                  </a:lnTo>
                  <a:lnTo>
                    <a:pt x="1873" y="13224"/>
                  </a:lnTo>
                  <a:lnTo>
                    <a:pt x="2841" y="14189"/>
                  </a:lnTo>
                  <a:lnTo>
                    <a:pt x="2860" y="14207"/>
                  </a:lnTo>
                  <a:lnTo>
                    <a:pt x="2878" y="14224"/>
                  </a:lnTo>
                  <a:lnTo>
                    <a:pt x="2897" y="14241"/>
                  </a:lnTo>
                  <a:lnTo>
                    <a:pt x="2917" y="14257"/>
                  </a:lnTo>
                  <a:lnTo>
                    <a:pt x="2936" y="14273"/>
                  </a:lnTo>
                  <a:lnTo>
                    <a:pt x="2956" y="14288"/>
                  </a:lnTo>
                  <a:lnTo>
                    <a:pt x="2978" y="14303"/>
                  </a:lnTo>
                  <a:lnTo>
                    <a:pt x="2998" y="14317"/>
                  </a:lnTo>
                  <a:lnTo>
                    <a:pt x="3019" y="14331"/>
                  </a:lnTo>
                  <a:lnTo>
                    <a:pt x="3040" y="14344"/>
                  </a:lnTo>
                  <a:lnTo>
                    <a:pt x="3061" y="14356"/>
                  </a:lnTo>
                  <a:lnTo>
                    <a:pt x="3083" y="14368"/>
                  </a:lnTo>
                  <a:lnTo>
                    <a:pt x="3105" y="14379"/>
                  </a:lnTo>
                  <a:lnTo>
                    <a:pt x="3127" y="14389"/>
                  </a:lnTo>
                  <a:lnTo>
                    <a:pt x="3150" y="14399"/>
                  </a:lnTo>
                  <a:lnTo>
                    <a:pt x="3173" y="14409"/>
                  </a:lnTo>
                  <a:lnTo>
                    <a:pt x="3195" y="14418"/>
                  </a:lnTo>
                  <a:lnTo>
                    <a:pt x="3218" y="14426"/>
                  </a:lnTo>
                  <a:lnTo>
                    <a:pt x="3241" y="14434"/>
                  </a:lnTo>
                  <a:lnTo>
                    <a:pt x="3264" y="14441"/>
                  </a:lnTo>
                  <a:lnTo>
                    <a:pt x="3288" y="14448"/>
                  </a:lnTo>
                  <a:lnTo>
                    <a:pt x="3312" y="14454"/>
                  </a:lnTo>
                  <a:lnTo>
                    <a:pt x="3336" y="14459"/>
                  </a:lnTo>
                  <a:lnTo>
                    <a:pt x="3359" y="14464"/>
                  </a:lnTo>
                  <a:lnTo>
                    <a:pt x="3383" y="14469"/>
                  </a:lnTo>
                  <a:lnTo>
                    <a:pt x="3407" y="14473"/>
                  </a:lnTo>
                  <a:lnTo>
                    <a:pt x="3431" y="14476"/>
                  </a:lnTo>
                  <a:lnTo>
                    <a:pt x="3455" y="14478"/>
                  </a:lnTo>
                  <a:lnTo>
                    <a:pt x="3480" y="14480"/>
                  </a:lnTo>
                  <a:lnTo>
                    <a:pt x="3504" y="14482"/>
                  </a:lnTo>
                  <a:lnTo>
                    <a:pt x="3529" y="14483"/>
                  </a:lnTo>
                  <a:lnTo>
                    <a:pt x="3553" y="14483"/>
                  </a:lnTo>
                  <a:lnTo>
                    <a:pt x="3589" y="14482"/>
                  </a:lnTo>
                  <a:lnTo>
                    <a:pt x="3625" y="14480"/>
                  </a:lnTo>
                  <a:lnTo>
                    <a:pt x="3662" y="14477"/>
                  </a:lnTo>
                  <a:lnTo>
                    <a:pt x="3698" y="14473"/>
                  </a:lnTo>
                  <a:lnTo>
                    <a:pt x="3733" y="14467"/>
                  </a:lnTo>
                  <a:lnTo>
                    <a:pt x="3769" y="14460"/>
                  </a:lnTo>
                  <a:lnTo>
                    <a:pt x="3804" y="14451"/>
                  </a:lnTo>
                  <a:lnTo>
                    <a:pt x="3840" y="14441"/>
                  </a:lnTo>
                  <a:lnTo>
                    <a:pt x="3875" y="14430"/>
                  </a:lnTo>
                  <a:lnTo>
                    <a:pt x="3910" y="14418"/>
                  </a:lnTo>
                  <a:lnTo>
                    <a:pt x="3944" y="14404"/>
                  </a:lnTo>
                  <a:lnTo>
                    <a:pt x="3978" y="14389"/>
                  </a:lnTo>
                  <a:lnTo>
                    <a:pt x="4013" y="14372"/>
                  </a:lnTo>
                  <a:lnTo>
                    <a:pt x="4046" y="14355"/>
                  </a:lnTo>
                  <a:lnTo>
                    <a:pt x="4078" y="14336"/>
                  </a:lnTo>
                  <a:lnTo>
                    <a:pt x="4110" y="14315"/>
                  </a:lnTo>
                  <a:lnTo>
                    <a:pt x="5420" y="13443"/>
                  </a:lnTo>
                  <a:lnTo>
                    <a:pt x="5499" y="13482"/>
                  </a:lnTo>
                  <a:lnTo>
                    <a:pt x="5578" y="13518"/>
                  </a:lnTo>
                  <a:lnTo>
                    <a:pt x="5658" y="13553"/>
                  </a:lnTo>
                  <a:lnTo>
                    <a:pt x="5739" y="13587"/>
                  </a:lnTo>
                  <a:lnTo>
                    <a:pt x="5820" y="13620"/>
                  </a:lnTo>
                  <a:lnTo>
                    <a:pt x="5903" y="13652"/>
                  </a:lnTo>
                  <a:lnTo>
                    <a:pt x="5985" y="13683"/>
                  </a:lnTo>
                  <a:lnTo>
                    <a:pt x="6069" y="13713"/>
                  </a:lnTo>
                  <a:lnTo>
                    <a:pt x="6377" y="15251"/>
                  </a:lnTo>
                  <a:lnTo>
                    <a:pt x="6387" y="15295"/>
                  </a:lnTo>
                  <a:lnTo>
                    <a:pt x="6398" y="15337"/>
                  </a:lnTo>
                  <a:lnTo>
                    <a:pt x="6412" y="15380"/>
                  </a:lnTo>
                  <a:lnTo>
                    <a:pt x="6427" y="15421"/>
                  </a:lnTo>
                  <a:lnTo>
                    <a:pt x="6444" y="15461"/>
                  </a:lnTo>
                  <a:lnTo>
                    <a:pt x="6462" y="15500"/>
                  </a:lnTo>
                  <a:lnTo>
                    <a:pt x="6482" y="15538"/>
                  </a:lnTo>
                  <a:lnTo>
                    <a:pt x="6503" y="15575"/>
                  </a:lnTo>
                  <a:lnTo>
                    <a:pt x="6527" y="15611"/>
                  </a:lnTo>
                  <a:lnTo>
                    <a:pt x="6551" y="15646"/>
                  </a:lnTo>
                  <a:lnTo>
                    <a:pt x="6577" y="15681"/>
                  </a:lnTo>
                  <a:lnTo>
                    <a:pt x="6604" y="15713"/>
                  </a:lnTo>
                  <a:lnTo>
                    <a:pt x="6633" y="15744"/>
                  </a:lnTo>
                  <a:lnTo>
                    <a:pt x="6662" y="15774"/>
                  </a:lnTo>
                  <a:lnTo>
                    <a:pt x="6694" y="15803"/>
                  </a:lnTo>
                  <a:lnTo>
                    <a:pt x="6726" y="15831"/>
                  </a:lnTo>
                  <a:lnTo>
                    <a:pt x="6759" y="15857"/>
                  </a:lnTo>
                  <a:lnTo>
                    <a:pt x="6793" y="15881"/>
                  </a:lnTo>
                  <a:lnTo>
                    <a:pt x="6829" y="15904"/>
                  </a:lnTo>
                  <a:lnTo>
                    <a:pt x="6866" y="15927"/>
                  </a:lnTo>
                  <a:lnTo>
                    <a:pt x="6903" y="15947"/>
                  </a:lnTo>
                  <a:lnTo>
                    <a:pt x="6941" y="15966"/>
                  </a:lnTo>
                  <a:lnTo>
                    <a:pt x="6980" y="15983"/>
                  </a:lnTo>
                  <a:lnTo>
                    <a:pt x="7020" y="15998"/>
                  </a:lnTo>
                  <a:lnTo>
                    <a:pt x="7061" y="16012"/>
                  </a:lnTo>
                  <a:lnTo>
                    <a:pt x="7102" y="16024"/>
                  </a:lnTo>
                  <a:lnTo>
                    <a:pt x="7144" y="16034"/>
                  </a:lnTo>
                  <a:lnTo>
                    <a:pt x="7187" y="16043"/>
                  </a:lnTo>
                  <a:lnTo>
                    <a:pt x="7231" y="16049"/>
                  </a:lnTo>
                  <a:lnTo>
                    <a:pt x="7274" y="16054"/>
                  </a:lnTo>
                  <a:lnTo>
                    <a:pt x="7318" y="16057"/>
                  </a:lnTo>
                  <a:lnTo>
                    <a:pt x="7363" y="16058"/>
                  </a:lnTo>
                  <a:lnTo>
                    <a:pt x="8732" y="16058"/>
                  </a:lnTo>
                  <a:lnTo>
                    <a:pt x="8777" y="16057"/>
                  </a:lnTo>
                  <a:lnTo>
                    <a:pt x="8821" y="16054"/>
                  </a:lnTo>
                  <a:lnTo>
                    <a:pt x="8864" y="16049"/>
                  </a:lnTo>
                  <a:lnTo>
                    <a:pt x="8908" y="16043"/>
                  </a:lnTo>
                  <a:lnTo>
                    <a:pt x="8951" y="16034"/>
                  </a:lnTo>
                  <a:lnTo>
                    <a:pt x="8993" y="16024"/>
                  </a:lnTo>
                  <a:lnTo>
                    <a:pt x="9034" y="16012"/>
                  </a:lnTo>
                  <a:lnTo>
                    <a:pt x="9075" y="15998"/>
                  </a:lnTo>
                  <a:lnTo>
                    <a:pt x="9115" y="15983"/>
                  </a:lnTo>
                  <a:lnTo>
                    <a:pt x="9154" y="15966"/>
                  </a:lnTo>
                  <a:lnTo>
                    <a:pt x="9192" y="15947"/>
                  </a:lnTo>
                  <a:lnTo>
                    <a:pt x="9229" y="15927"/>
                  </a:lnTo>
                  <a:lnTo>
                    <a:pt x="9267" y="15904"/>
                  </a:lnTo>
                  <a:lnTo>
                    <a:pt x="9302" y="15881"/>
                  </a:lnTo>
                  <a:lnTo>
                    <a:pt x="9336" y="15857"/>
                  </a:lnTo>
                  <a:lnTo>
                    <a:pt x="9369" y="15831"/>
                  </a:lnTo>
                  <a:lnTo>
                    <a:pt x="9401" y="15803"/>
                  </a:lnTo>
                  <a:lnTo>
                    <a:pt x="9433" y="15774"/>
                  </a:lnTo>
                  <a:lnTo>
                    <a:pt x="9463" y="15744"/>
                  </a:lnTo>
                  <a:lnTo>
                    <a:pt x="9491" y="15713"/>
                  </a:lnTo>
                  <a:lnTo>
                    <a:pt x="9518" y="15681"/>
                  </a:lnTo>
                  <a:lnTo>
                    <a:pt x="9544" y="15646"/>
                  </a:lnTo>
                  <a:lnTo>
                    <a:pt x="9568" y="15611"/>
                  </a:lnTo>
                  <a:lnTo>
                    <a:pt x="9592" y="15575"/>
                  </a:lnTo>
                  <a:lnTo>
                    <a:pt x="9614" y="15538"/>
                  </a:lnTo>
                  <a:lnTo>
                    <a:pt x="9633" y="15500"/>
                  </a:lnTo>
                  <a:lnTo>
                    <a:pt x="9652" y="15461"/>
                  </a:lnTo>
                  <a:lnTo>
                    <a:pt x="9668" y="15421"/>
                  </a:lnTo>
                  <a:lnTo>
                    <a:pt x="9683" y="15380"/>
                  </a:lnTo>
                  <a:lnTo>
                    <a:pt x="9697" y="15337"/>
                  </a:lnTo>
                  <a:lnTo>
                    <a:pt x="9708" y="15295"/>
                  </a:lnTo>
                  <a:lnTo>
                    <a:pt x="9718" y="15251"/>
                  </a:lnTo>
                  <a:lnTo>
                    <a:pt x="10027" y="13713"/>
                  </a:lnTo>
                  <a:lnTo>
                    <a:pt x="10111" y="13683"/>
                  </a:lnTo>
                  <a:lnTo>
                    <a:pt x="10193" y="13652"/>
                  </a:lnTo>
                  <a:lnTo>
                    <a:pt x="10276" y="13620"/>
                  </a:lnTo>
                  <a:lnTo>
                    <a:pt x="10357" y="13587"/>
                  </a:lnTo>
                  <a:lnTo>
                    <a:pt x="10438" y="13553"/>
                  </a:lnTo>
                  <a:lnTo>
                    <a:pt x="10517" y="13518"/>
                  </a:lnTo>
                  <a:lnTo>
                    <a:pt x="10597" y="13481"/>
                  </a:lnTo>
                  <a:lnTo>
                    <a:pt x="10676" y="13443"/>
                  </a:lnTo>
                  <a:lnTo>
                    <a:pt x="11986" y="14315"/>
                  </a:lnTo>
                  <a:lnTo>
                    <a:pt x="12018" y="14336"/>
                  </a:lnTo>
                  <a:lnTo>
                    <a:pt x="12050" y="14355"/>
                  </a:lnTo>
                  <a:lnTo>
                    <a:pt x="12083" y="14372"/>
                  </a:lnTo>
                  <a:lnTo>
                    <a:pt x="12117" y="14389"/>
                  </a:lnTo>
                  <a:lnTo>
                    <a:pt x="12151" y="14404"/>
                  </a:lnTo>
                  <a:lnTo>
                    <a:pt x="12185" y="14418"/>
                  </a:lnTo>
                  <a:lnTo>
                    <a:pt x="12220" y="14430"/>
                  </a:lnTo>
                  <a:lnTo>
                    <a:pt x="12255" y="14441"/>
                  </a:lnTo>
                  <a:lnTo>
                    <a:pt x="12291" y="14451"/>
                  </a:lnTo>
                  <a:lnTo>
                    <a:pt x="12326" y="14460"/>
                  </a:lnTo>
                  <a:lnTo>
                    <a:pt x="12362" y="14467"/>
                  </a:lnTo>
                  <a:lnTo>
                    <a:pt x="12398" y="14473"/>
                  </a:lnTo>
                  <a:lnTo>
                    <a:pt x="12433" y="14477"/>
                  </a:lnTo>
                  <a:lnTo>
                    <a:pt x="12470" y="14480"/>
                  </a:lnTo>
                  <a:lnTo>
                    <a:pt x="12506" y="14482"/>
                  </a:lnTo>
                  <a:lnTo>
                    <a:pt x="12542" y="14483"/>
                  </a:lnTo>
                  <a:lnTo>
                    <a:pt x="12566" y="14483"/>
                  </a:lnTo>
                  <a:lnTo>
                    <a:pt x="12591" y="14482"/>
                  </a:lnTo>
                  <a:lnTo>
                    <a:pt x="12615" y="14480"/>
                  </a:lnTo>
                  <a:lnTo>
                    <a:pt x="12640" y="14478"/>
                  </a:lnTo>
                  <a:lnTo>
                    <a:pt x="12664" y="14476"/>
                  </a:lnTo>
                  <a:lnTo>
                    <a:pt x="12688" y="14473"/>
                  </a:lnTo>
                  <a:lnTo>
                    <a:pt x="12712" y="14469"/>
                  </a:lnTo>
                  <a:lnTo>
                    <a:pt x="12736" y="14464"/>
                  </a:lnTo>
                  <a:lnTo>
                    <a:pt x="12759" y="14459"/>
                  </a:lnTo>
                  <a:lnTo>
                    <a:pt x="12783" y="14454"/>
                  </a:lnTo>
                  <a:lnTo>
                    <a:pt x="12808" y="14448"/>
                  </a:lnTo>
                  <a:lnTo>
                    <a:pt x="12831" y="14441"/>
                  </a:lnTo>
                  <a:lnTo>
                    <a:pt x="12854" y="14434"/>
                  </a:lnTo>
                  <a:lnTo>
                    <a:pt x="12877" y="14426"/>
                  </a:lnTo>
                  <a:lnTo>
                    <a:pt x="12900" y="14418"/>
                  </a:lnTo>
                  <a:lnTo>
                    <a:pt x="12923" y="14409"/>
                  </a:lnTo>
                  <a:lnTo>
                    <a:pt x="12945" y="14399"/>
                  </a:lnTo>
                  <a:lnTo>
                    <a:pt x="12968" y="14389"/>
                  </a:lnTo>
                  <a:lnTo>
                    <a:pt x="12990" y="14379"/>
                  </a:lnTo>
                  <a:lnTo>
                    <a:pt x="13012" y="14368"/>
                  </a:lnTo>
                  <a:lnTo>
                    <a:pt x="13034" y="14356"/>
                  </a:lnTo>
                  <a:lnTo>
                    <a:pt x="13055" y="14344"/>
                  </a:lnTo>
                  <a:lnTo>
                    <a:pt x="13076" y="14331"/>
                  </a:lnTo>
                  <a:lnTo>
                    <a:pt x="13097" y="14317"/>
                  </a:lnTo>
                  <a:lnTo>
                    <a:pt x="13118" y="14303"/>
                  </a:lnTo>
                  <a:lnTo>
                    <a:pt x="13139" y="14288"/>
                  </a:lnTo>
                  <a:lnTo>
                    <a:pt x="13159" y="14273"/>
                  </a:lnTo>
                  <a:lnTo>
                    <a:pt x="13179" y="14257"/>
                  </a:lnTo>
                  <a:lnTo>
                    <a:pt x="13198" y="14241"/>
                  </a:lnTo>
                  <a:lnTo>
                    <a:pt x="13217" y="14224"/>
                  </a:lnTo>
                  <a:lnTo>
                    <a:pt x="13236" y="14207"/>
                  </a:lnTo>
                  <a:lnTo>
                    <a:pt x="13254" y="14189"/>
                  </a:lnTo>
                  <a:lnTo>
                    <a:pt x="14222" y="13224"/>
                  </a:lnTo>
                  <a:lnTo>
                    <a:pt x="14253" y="13191"/>
                  </a:lnTo>
                  <a:lnTo>
                    <a:pt x="14282" y="13158"/>
                  </a:lnTo>
                  <a:lnTo>
                    <a:pt x="14309" y="13124"/>
                  </a:lnTo>
                  <a:lnTo>
                    <a:pt x="14336" y="13088"/>
                  </a:lnTo>
                  <a:lnTo>
                    <a:pt x="14360" y="13052"/>
                  </a:lnTo>
                  <a:lnTo>
                    <a:pt x="14382" y="13016"/>
                  </a:lnTo>
                  <a:lnTo>
                    <a:pt x="14403" y="12978"/>
                  </a:lnTo>
                  <a:lnTo>
                    <a:pt x="14422" y="12940"/>
                  </a:lnTo>
                  <a:lnTo>
                    <a:pt x="14439" y="12900"/>
                  </a:lnTo>
                  <a:lnTo>
                    <a:pt x="14455" y="12860"/>
                  </a:lnTo>
                  <a:lnTo>
                    <a:pt x="14468" y="12820"/>
                  </a:lnTo>
                  <a:lnTo>
                    <a:pt x="14480" y="12779"/>
                  </a:lnTo>
                  <a:lnTo>
                    <a:pt x="14492" y="12738"/>
                  </a:lnTo>
                  <a:lnTo>
                    <a:pt x="14500" y="12697"/>
                  </a:lnTo>
                  <a:lnTo>
                    <a:pt x="14507" y="12654"/>
                  </a:lnTo>
                  <a:lnTo>
                    <a:pt x="14512" y="12613"/>
                  </a:lnTo>
                  <a:lnTo>
                    <a:pt x="14515" y="12571"/>
                  </a:lnTo>
                  <a:lnTo>
                    <a:pt x="14517" y="12528"/>
                  </a:lnTo>
                  <a:lnTo>
                    <a:pt x="14517" y="12486"/>
                  </a:lnTo>
                  <a:lnTo>
                    <a:pt x="14515" y="12444"/>
                  </a:lnTo>
                  <a:lnTo>
                    <a:pt x="14511" y="12402"/>
                  </a:lnTo>
                  <a:lnTo>
                    <a:pt x="14505" y="12359"/>
                  </a:lnTo>
                  <a:lnTo>
                    <a:pt x="14498" y="12317"/>
                  </a:lnTo>
                  <a:lnTo>
                    <a:pt x="14489" y="12275"/>
                  </a:lnTo>
                  <a:lnTo>
                    <a:pt x="14476" y="12234"/>
                  </a:lnTo>
                  <a:lnTo>
                    <a:pt x="14464" y="12193"/>
                  </a:lnTo>
                  <a:lnTo>
                    <a:pt x="14449" y="12153"/>
                  </a:lnTo>
                  <a:lnTo>
                    <a:pt x="14433" y="12111"/>
                  </a:lnTo>
                  <a:lnTo>
                    <a:pt x="14414" y="12072"/>
                  </a:lnTo>
                  <a:lnTo>
                    <a:pt x="14394" y="12033"/>
                  </a:lnTo>
                  <a:lnTo>
                    <a:pt x="14372" y="11995"/>
                  </a:lnTo>
                  <a:lnTo>
                    <a:pt x="14348" y="11957"/>
                  </a:lnTo>
                  <a:lnTo>
                    <a:pt x="13475" y="10651"/>
                  </a:lnTo>
                  <a:lnTo>
                    <a:pt x="13512" y="10572"/>
                  </a:lnTo>
                  <a:lnTo>
                    <a:pt x="13549" y="10493"/>
                  </a:lnTo>
                  <a:lnTo>
                    <a:pt x="13584" y="10413"/>
                  </a:lnTo>
                  <a:lnTo>
                    <a:pt x="13618" y="10332"/>
                  </a:lnTo>
                  <a:lnTo>
                    <a:pt x="13652" y="10251"/>
                  </a:lnTo>
                  <a:lnTo>
                    <a:pt x="13684" y="10169"/>
                  </a:lnTo>
                  <a:lnTo>
                    <a:pt x="13715" y="10087"/>
                  </a:lnTo>
                  <a:lnTo>
                    <a:pt x="13745" y="10004"/>
                  </a:lnTo>
                  <a:lnTo>
                    <a:pt x="15286" y="9697"/>
                  </a:lnTo>
                  <a:lnTo>
                    <a:pt x="15329" y="9687"/>
                  </a:lnTo>
                  <a:lnTo>
                    <a:pt x="15373" y="9675"/>
                  </a:lnTo>
                  <a:lnTo>
                    <a:pt x="15414" y="9661"/>
                  </a:lnTo>
                  <a:lnTo>
                    <a:pt x="15455" y="9646"/>
                  </a:lnTo>
                  <a:lnTo>
                    <a:pt x="15495" y="9629"/>
                  </a:lnTo>
                  <a:lnTo>
                    <a:pt x="15536" y="9611"/>
                  </a:lnTo>
                  <a:lnTo>
                    <a:pt x="15574" y="9591"/>
                  </a:lnTo>
                  <a:lnTo>
                    <a:pt x="15611" y="9570"/>
                  </a:lnTo>
                  <a:lnTo>
                    <a:pt x="15647" y="9547"/>
                  </a:lnTo>
                  <a:lnTo>
                    <a:pt x="15683" y="9523"/>
                  </a:lnTo>
                  <a:lnTo>
                    <a:pt x="15716" y="9497"/>
                  </a:lnTo>
                  <a:lnTo>
                    <a:pt x="15749" y="9470"/>
                  </a:lnTo>
                  <a:lnTo>
                    <a:pt x="15780" y="9441"/>
                  </a:lnTo>
                  <a:lnTo>
                    <a:pt x="15810" y="9412"/>
                  </a:lnTo>
                  <a:lnTo>
                    <a:pt x="15839" y="9380"/>
                  </a:lnTo>
                  <a:lnTo>
                    <a:pt x="15867" y="9348"/>
                  </a:lnTo>
                  <a:lnTo>
                    <a:pt x="15893" y="9315"/>
                  </a:lnTo>
                  <a:lnTo>
                    <a:pt x="15918" y="9280"/>
                  </a:lnTo>
                  <a:lnTo>
                    <a:pt x="15941" y="9245"/>
                  </a:lnTo>
                  <a:lnTo>
                    <a:pt x="15963" y="9209"/>
                  </a:lnTo>
                  <a:lnTo>
                    <a:pt x="15983" y="9172"/>
                  </a:lnTo>
                  <a:lnTo>
                    <a:pt x="16002" y="9134"/>
                  </a:lnTo>
                  <a:lnTo>
                    <a:pt x="16020" y="9094"/>
                  </a:lnTo>
                  <a:lnTo>
                    <a:pt x="16035" y="9054"/>
                  </a:lnTo>
                  <a:lnTo>
                    <a:pt x="16049" y="9014"/>
                  </a:lnTo>
                  <a:lnTo>
                    <a:pt x="16061" y="8972"/>
                  </a:lnTo>
                  <a:lnTo>
                    <a:pt x="16071" y="8931"/>
                  </a:lnTo>
                  <a:lnTo>
                    <a:pt x="16080" y="8888"/>
                  </a:lnTo>
                  <a:lnTo>
                    <a:pt x="16086" y="8844"/>
                  </a:lnTo>
                  <a:lnTo>
                    <a:pt x="16091" y="8801"/>
                  </a:lnTo>
                  <a:lnTo>
                    <a:pt x="16094" y="8757"/>
                  </a:lnTo>
                  <a:lnTo>
                    <a:pt x="16095" y="8712"/>
                  </a:lnTo>
                  <a:lnTo>
                    <a:pt x="16095" y="7347"/>
                  </a:lnTo>
                  <a:lnTo>
                    <a:pt x="16094" y="7302"/>
                  </a:lnTo>
                  <a:lnTo>
                    <a:pt x="16091" y="7258"/>
                  </a:lnTo>
                  <a:lnTo>
                    <a:pt x="16086" y="7215"/>
                  </a:lnTo>
                  <a:lnTo>
                    <a:pt x="16080" y="7171"/>
                  </a:lnTo>
                  <a:lnTo>
                    <a:pt x="16071" y="7128"/>
                  </a:lnTo>
                  <a:lnTo>
                    <a:pt x="16061" y="7086"/>
                  </a:lnTo>
                  <a:lnTo>
                    <a:pt x="16049" y="7045"/>
                  </a:lnTo>
                  <a:lnTo>
                    <a:pt x="16035" y="7005"/>
                  </a:lnTo>
                  <a:lnTo>
                    <a:pt x="16020" y="6965"/>
                  </a:lnTo>
                  <a:lnTo>
                    <a:pt x="16002" y="6925"/>
                  </a:lnTo>
                  <a:lnTo>
                    <a:pt x="15983" y="6887"/>
                  </a:lnTo>
                  <a:lnTo>
                    <a:pt x="15963" y="6850"/>
                  </a:lnTo>
                  <a:lnTo>
                    <a:pt x="15941" y="6813"/>
                  </a:lnTo>
                  <a:lnTo>
                    <a:pt x="15918" y="6778"/>
                  </a:lnTo>
                  <a:lnTo>
                    <a:pt x="15893" y="6744"/>
                  </a:lnTo>
                  <a:lnTo>
                    <a:pt x="15867" y="6711"/>
                  </a:lnTo>
                  <a:lnTo>
                    <a:pt x="15839" y="6679"/>
                  </a:lnTo>
                  <a:lnTo>
                    <a:pt x="15810" y="6647"/>
                  </a:lnTo>
                  <a:lnTo>
                    <a:pt x="15780" y="6617"/>
                  </a:lnTo>
                  <a:lnTo>
                    <a:pt x="15749" y="6589"/>
                  </a:lnTo>
                  <a:lnTo>
                    <a:pt x="15716" y="6562"/>
                  </a:lnTo>
                  <a:lnTo>
                    <a:pt x="15683" y="6536"/>
                  </a:lnTo>
                  <a:lnTo>
                    <a:pt x="15647" y="6512"/>
                  </a:lnTo>
                  <a:lnTo>
                    <a:pt x="15611" y="6489"/>
                  </a:lnTo>
                  <a:lnTo>
                    <a:pt x="15574" y="6467"/>
                  </a:lnTo>
                  <a:lnTo>
                    <a:pt x="15536" y="6448"/>
                  </a:lnTo>
                  <a:lnTo>
                    <a:pt x="15495" y="6429"/>
                  </a:lnTo>
                  <a:lnTo>
                    <a:pt x="15455" y="6413"/>
                  </a:lnTo>
                  <a:lnTo>
                    <a:pt x="15414" y="6398"/>
                  </a:lnTo>
                  <a:lnTo>
                    <a:pt x="15373" y="6383"/>
                  </a:lnTo>
                  <a:lnTo>
                    <a:pt x="15329" y="6372"/>
                  </a:lnTo>
                  <a:lnTo>
                    <a:pt x="15286" y="636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latin typeface="微软雅黑" panose="020B0503020204020204" charset="-122"/>
                <a:ea typeface="微软雅黑" panose="020B0503020204020204" charset="-122"/>
              </a:endParaRPr>
            </a:p>
          </p:txBody>
        </p:sp>
        <p:sp>
          <p:nvSpPr>
            <p:cNvPr id="53" name="Freeform 75"/>
            <p:cNvSpPr>
              <a:spLocks noEditPoints="1"/>
            </p:cNvSpPr>
            <p:nvPr>
              <p:custDataLst>
                <p:tags r:id="rId35"/>
              </p:custDataLst>
            </p:nvPr>
          </p:nvSpPr>
          <p:spPr bwMode="auto">
            <a:xfrm>
              <a:off x="4787900" y="2312988"/>
              <a:ext cx="303213" cy="301625"/>
            </a:xfrm>
            <a:custGeom>
              <a:avLst/>
              <a:gdLst>
                <a:gd name="T0" fmla="*/ 2899 w 7040"/>
                <a:gd name="T1" fmla="*/ 6524 h 7025"/>
                <a:gd name="T2" fmla="*/ 2185 w 7040"/>
                <a:gd name="T3" fmla="*/ 6283 h 7025"/>
                <a:gd name="T4" fmla="*/ 1560 w 7040"/>
                <a:gd name="T5" fmla="*/ 5884 h 7025"/>
                <a:gd name="T6" fmla="*/ 1051 w 7040"/>
                <a:gd name="T7" fmla="*/ 5351 h 7025"/>
                <a:gd name="T8" fmla="*/ 682 w 7040"/>
                <a:gd name="T9" fmla="*/ 4709 h 7025"/>
                <a:gd name="T10" fmla="*/ 475 w 7040"/>
                <a:gd name="T11" fmla="*/ 3980 h 7025"/>
                <a:gd name="T12" fmla="*/ 455 w 7040"/>
                <a:gd name="T13" fmla="*/ 3198 h 7025"/>
                <a:gd name="T14" fmla="*/ 626 w 7040"/>
                <a:gd name="T15" fmla="*/ 2456 h 7025"/>
                <a:gd name="T16" fmla="*/ 965 w 7040"/>
                <a:gd name="T17" fmla="*/ 1794 h 7025"/>
                <a:gd name="T18" fmla="*/ 1448 w 7040"/>
                <a:gd name="T19" fmla="*/ 1237 h 7025"/>
                <a:gd name="T20" fmla="*/ 2052 w 7040"/>
                <a:gd name="T21" fmla="*/ 810 h 7025"/>
                <a:gd name="T22" fmla="*/ 2750 w 7040"/>
                <a:gd name="T23" fmla="*/ 536 h 7025"/>
                <a:gd name="T24" fmla="*/ 3520 w 7040"/>
                <a:gd name="T25" fmla="*/ 439 h 7025"/>
                <a:gd name="T26" fmla="*/ 4289 w 7040"/>
                <a:gd name="T27" fmla="*/ 536 h 7025"/>
                <a:gd name="T28" fmla="*/ 4988 w 7040"/>
                <a:gd name="T29" fmla="*/ 810 h 7025"/>
                <a:gd name="T30" fmla="*/ 5591 w 7040"/>
                <a:gd name="T31" fmla="*/ 1237 h 7025"/>
                <a:gd name="T32" fmla="*/ 6075 w 7040"/>
                <a:gd name="T33" fmla="*/ 1794 h 7025"/>
                <a:gd name="T34" fmla="*/ 6414 w 7040"/>
                <a:gd name="T35" fmla="*/ 2456 h 7025"/>
                <a:gd name="T36" fmla="*/ 6585 w 7040"/>
                <a:gd name="T37" fmla="*/ 3198 h 7025"/>
                <a:gd name="T38" fmla="*/ 6565 w 7040"/>
                <a:gd name="T39" fmla="*/ 3980 h 7025"/>
                <a:gd name="T40" fmla="*/ 6358 w 7040"/>
                <a:gd name="T41" fmla="*/ 4709 h 7025"/>
                <a:gd name="T42" fmla="*/ 5988 w 7040"/>
                <a:gd name="T43" fmla="*/ 5351 h 7025"/>
                <a:gd name="T44" fmla="*/ 5479 w 7040"/>
                <a:gd name="T45" fmla="*/ 5884 h 7025"/>
                <a:gd name="T46" fmla="*/ 4855 w 7040"/>
                <a:gd name="T47" fmla="*/ 6283 h 7025"/>
                <a:gd name="T48" fmla="*/ 4140 w 7040"/>
                <a:gd name="T49" fmla="*/ 6524 h 7025"/>
                <a:gd name="T50" fmla="*/ 3520 w 7040"/>
                <a:gd name="T51" fmla="*/ 0 h 7025"/>
                <a:gd name="T52" fmla="*/ 2640 w 7040"/>
                <a:gd name="T53" fmla="*/ 110 h 7025"/>
                <a:gd name="T54" fmla="*/ 1842 w 7040"/>
                <a:gd name="T55" fmla="*/ 424 h 7025"/>
                <a:gd name="T56" fmla="*/ 1153 w 7040"/>
                <a:gd name="T57" fmla="*/ 912 h 7025"/>
                <a:gd name="T58" fmla="*/ 600 w 7040"/>
                <a:gd name="T59" fmla="*/ 1548 h 7025"/>
                <a:gd name="T60" fmla="*/ 213 w 7040"/>
                <a:gd name="T61" fmla="*/ 2305 h 7025"/>
                <a:gd name="T62" fmla="*/ 18 w 7040"/>
                <a:gd name="T63" fmla="*/ 3153 h 7025"/>
                <a:gd name="T64" fmla="*/ 40 w 7040"/>
                <a:gd name="T65" fmla="*/ 4047 h 7025"/>
                <a:gd name="T66" fmla="*/ 276 w 7040"/>
                <a:gd name="T67" fmla="*/ 4880 h 7025"/>
                <a:gd name="T68" fmla="*/ 699 w 7040"/>
                <a:gd name="T69" fmla="*/ 5614 h 7025"/>
                <a:gd name="T70" fmla="*/ 1280 w 7040"/>
                <a:gd name="T71" fmla="*/ 6222 h 7025"/>
                <a:gd name="T72" fmla="*/ 1993 w 7040"/>
                <a:gd name="T73" fmla="*/ 6678 h 7025"/>
                <a:gd name="T74" fmla="*/ 2810 w 7040"/>
                <a:gd name="T75" fmla="*/ 6953 h 7025"/>
                <a:gd name="T76" fmla="*/ 3702 w 7040"/>
                <a:gd name="T77" fmla="*/ 7020 h 7025"/>
                <a:gd name="T78" fmla="*/ 4567 w 7040"/>
                <a:gd name="T79" fmla="*/ 6867 h 7025"/>
                <a:gd name="T80" fmla="*/ 5345 w 7040"/>
                <a:gd name="T81" fmla="*/ 6517 h 7025"/>
                <a:gd name="T82" fmla="*/ 6009 w 7040"/>
                <a:gd name="T83" fmla="*/ 5996 h 7025"/>
                <a:gd name="T84" fmla="*/ 6531 w 7040"/>
                <a:gd name="T85" fmla="*/ 5333 h 7025"/>
                <a:gd name="T86" fmla="*/ 6882 w 7040"/>
                <a:gd name="T87" fmla="*/ 4556 h 7025"/>
                <a:gd name="T88" fmla="*/ 7036 w 7040"/>
                <a:gd name="T89" fmla="*/ 3693 h 7025"/>
                <a:gd name="T90" fmla="*/ 6969 w 7040"/>
                <a:gd name="T91" fmla="*/ 2805 h 7025"/>
                <a:gd name="T92" fmla="*/ 6693 w 7040"/>
                <a:gd name="T93" fmla="*/ 1990 h 7025"/>
                <a:gd name="T94" fmla="*/ 6237 w 7040"/>
                <a:gd name="T95" fmla="*/ 1278 h 7025"/>
                <a:gd name="T96" fmla="*/ 5626 w 7040"/>
                <a:gd name="T97" fmla="*/ 697 h 7025"/>
                <a:gd name="T98" fmla="*/ 4891 w 7040"/>
                <a:gd name="T99" fmla="*/ 276 h 7025"/>
                <a:gd name="T100" fmla="*/ 4056 w 7040"/>
                <a:gd name="T101" fmla="*/ 40 h 70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7040" h="7025">
                  <a:moveTo>
                    <a:pt x="3520" y="6586"/>
                  </a:moveTo>
                  <a:lnTo>
                    <a:pt x="3362" y="6582"/>
                  </a:lnTo>
                  <a:lnTo>
                    <a:pt x="3205" y="6570"/>
                  </a:lnTo>
                  <a:lnTo>
                    <a:pt x="3051" y="6551"/>
                  </a:lnTo>
                  <a:lnTo>
                    <a:pt x="2899" y="6524"/>
                  </a:lnTo>
                  <a:lnTo>
                    <a:pt x="2750" y="6489"/>
                  </a:lnTo>
                  <a:lnTo>
                    <a:pt x="2604" y="6447"/>
                  </a:lnTo>
                  <a:lnTo>
                    <a:pt x="2460" y="6399"/>
                  </a:lnTo>
                  <a:lnTo>
                    <a:pt x="2320" y="6344"/>
                  </a:lnTo>
                  <a:lnTo>
                    <a:pt x="2185" y="6283"/>
                  </a:lnTo>
                  <a:lnTo>
                    <a:pt x="2052" y="6214"/>
                  </a:lnTo>
                  <a:lnTo>
                    <a:pt x="1922" y="6141"/>
                  </a:lnTo>
                  <a:lnTo>
                    <a:pt x="1797" y="6061"/>
                  </a:lnTo>
                  <a:lnTo>
                    <a:pt x="1677" y="5976"/>
                  </a:lnTo>
                  <a:lnTo>
                    <a:pt x="1560" y="5884"/>
                  </a:lnTo>
                  <a:lnTo>
                    <a:pt x="1448" y="5788"/>
                  </a:lnTo>
                  <a:lnTo>
                    <a:pt x="1342" y="5685"/>
                  </a:lnTo>
                  <a:lnTo>
                    <a:pt x="1240" y="5579"/>
                  </a:lnTo>
                  <a:lnTo>
                    <a:pt x="1142" y="5468"/>
                  </a:lnTo>
                  <a:lnTo>
                    <a:pt x="1051" y="5351"/>
                  </a:lnTo>
                  <a:lnTo>
                    <a:pt x="965" y="5231"/>
                  </a:lnTo>
                  <a:lnTo>
                    <a:pt x="885" y="5106"/>
                  </a:lnTo>
                  <a:lnTo>
                    <a:pt x="812" y="4977"/>
                  </a:lnTo>
                  <a:lnTo>
                    <a:pt x="743" y="4844"/>
                  </a:lnTo>
                  <a:lnTo>
                    <a:pt x="682" y="4709"/>
                  </a:lnTo>
                  <a:lnTo>
                    <a:pt x="626" y="4569"/>
                  </a:lnTo>
                  <a:lnTo>
                    <a:pt x="578" y="4426"/>
                  </a:lnTo>
                  <a:lnTo>
                    <a:pt x="536" y="4280"/>
                  </a:lnTo>
                  <a:lnTo>
                    <a:pt x="502" y="4132"/>
                  </a:lnTo>
                  <a:lnTo>
                    <a:pt x="475" y="3980"/>
                  </a:lnTo>
                  <a:lnTo>
                    <a:pt x="455" y="3827"/>
                  </a:lnTo>
                  <a:lnTo>
                    <a:pt x="443" y="3670"/>
                  </a:lnTo>
                  <a:lnTo>
                    <a:pt x="439" y="3513"/>
                  </a:lnTo>
                  <a:lnTo>
                    <a:pt x="443" y="3354"/>
                  </a:lnTo>
                  <a:lnTo>
                    <a:pt x="455" y="3198"/>
                  </a:lnTo>
                  <a:lnTo>
                    <a:pt x="475" y="3044"/>
                  </a:lnTo>
                  <a:lnTo>
                    <a:pt x="502" y="2893"/>
                  </a:lnTo>
                  <a:lnTo>
                    <a:pt x="536" y="2745"/>
                  </a:lnTo>
                  <a:lnTo>
                    <a:pt x="578" y="2598"/>
                  </a:lnTo>
                  <a:lnTo>
                    <a:pt x="626" y="2456"/>
                  </a:lnTo>
                  <a:lnTo>
                    <a:pt x="682" y="2316"/>
                  </a:lnTo>
                  <a:lnTo>
                    <a:pt x="743" y="2180"/>
                  </a:lnTo>
                  <a:lnTo>
                    <a:pt x="812" y="2047"/>
                  </a:lnTo>
                  <a:lnTo>
                    <a:pt x="885" y="1919"/>
                  </a:lnTo>
                  <a:lnTo>
                    <a:pt x="965" y="1794"/>
                  </a:lnTo>
                  <a:lnTo>
                    <a:pt x="1051" y="1674"/>
                  </a:lnTo>
                  <a:lnTo>
                    <a:pt x="1142" y="1557"/>
                  </a:lnTo>
                  <a:lnTo>
                    <a:pt x="1240" y="1446"/>
                  </a:lnTo>
                  <a:lnTo>
                    <a:pt x="1342" y="1340"/>
                  </a:lnTo>
                  <a:lnTo>
                    <a:pt x="1448" y="1237"/>
                  </a:lnTo>
                  <a:lnTo>
                    <a:pt x="1560" y="1141"/>
                  </a:lnTo>
                  <a:lnTo>
                    <a:pt x="1677" y="1049"/>
                  </a:lnTo>
                  <a:lnTo>
                    <a:pt x="1797" y="964"/>
                  </a:lnTo>
                  <a:lnTo>
                    <a:pt x="1922" y="884"/>
                  </a:lnTo>
                  <a:lnTo>
                    <a:pt x="2052" y="810"/>
                  </a:lnTo>
                  <a:lnTo>
                    <a:pt x="2185" y="742"/>
                  </a:lnTo>
                  <a:lnTo>
                    <a:pt x="2320" y="680"/>
                  </a:lnTo>
                  <a:lnTo>
                    <a:pt x="2460" y="625"/>
                  </a:lnTo>
                  <a:lnTo>
                    <a:pt x="2604" y="577"/>
                  </a:lnTo>
                  <a:lnTo>
                    <a:pt x="2750" y="536"/>
                  </a:lnTo>
                  <a:lnTo>
                    <a:pt x="2899" y="501"/>
                  </a:lnTo>
                  <a:lnTo>
                    <a:pt x="3051" y="474"/>
                  </a:lnTo>
                  <a:lnTo>
                    <a:pt x="3205" y="454"/>
                  </a:lnTo>
                  <a:lnTo>
                    <a:pt x="3362" y="443"/>
                  </a:lnTo>
                  <a:lnTo>
                    <a:pt x="3520" y="439"/>
                  </a:lnTo>
                  <a:lnTo>
                    <a:pt x="3678" y="443"/>
                  </a:lnTo>
                  <a:lnTo>
                    <a:pt x="3834" y="454"/>
                  </a:lnTo>
                  <a:lnTo>
                    <a:pt x="3989" y="474"/>
                  </a:lnTo>
                  <a:lnTo>
                    <a:pt x="4140" y="501"/>
                  </a:lnTo>
                  <a:lnTo>
                    <a:pt x="4289" y="536"/>
                  </a:lnTo>
                  <a:lnTo>
                    <a:pt x="4436" y="577"/>
                  </a:lnTo>
                  <a:lnTo>
                    <a:pt x="4579" y="625"/>
                  </a:lnTo>
                  <a:lnTo>
                    <a:pt x="4719" y="680"/>
                  </a:lnTo>
                  <a:lnTo>
                    <a:pt x="4855" y="742"/>
                  </a:lnTo>
                  <a:lnTo>
                    <a:pt x="4988" y="810"/>
                  </a:lnTo>
                  <a:lnTo>
                    <a:pt x="5117" y="884"/>
                  </a:lnTo>
                  <a:lnTo>
                    <a:pt x="5242" y="964"/>
                  </a:lnTo>
                  <a:lnTo>
                    <a:pt x="5362" y="1049"/>
                  </a:lnTo>
                  <a:lnTo>
                    <a:pt x="5479" y="1141"/>
                  </a:lnTo>
                  <a:lnTo>
                    <a:pt x="5591" y="1237"/>
                  </a:lnTo>
                  <a:lnTo>
                    <a:pt x="5698" y="1340"/>
                  </a:lnTo>
                  <a:lnTo>
                    <a:pt x="5800" y="1446"/>
                  </a:lnTo>
                  <a:lnTo>
                    <a:pt x="5897" y="1557"/>
                  </a:lnTo>
                  <a:lnTo>
                    <a:pt x="5988" y="1674"/>
                  </a:lnTo>
                  <a:lnTo>
                    <a:pt x="6075" y="1794"/>
                  </a:lnTo>
                  <a:lnTo>
                    <a:pt x="6154" y="1919"/>
                  </a:lnTo>
                  <a:lnTo>
                    <a:pt x="6228" y="2047"/>
                  </a:lnTo>
                  <a:lnTo>
                    <a:pt x="6297" y="2180"/>
                  </a:lnTo>
                  <a:lnTo>
                    <a:pt x="6358" y="2316"/>
                  </a:lnTo>
                  <a:lnTo>
                    <a:pt x="6414" y="2456"/>
                  </a:lnTo>
                  <a:lnTo>
                    <a:pt x="6462" y="2598"/>
                  </a:lnTo>
                  <a:lnTo>
                    <a:pt x="6503" y="2745"/>
                  </a:lnTo>
                  <a:lnTo>
                    <a:pt x="6538" y="2893"/>
                  </a:lnTo>
                  <a:lnTo>
                    <a:pt x="6565" y="3044"/>
                  </a:lnTo>
                  <a:lnTo>
                    <a:pt x="6585" y="3198"/>
                  </a:lnTo>
                  <a:lnTo>
                    <a:pt x="6597" y="3354"/>
                  </a:lnTo>
                  <a:lnTo>
                    <a:pt x="6601" y="3513"/>
                  </a:lnTo>
                  <a:lnTo>
                    <a:pt x="6597" y="3670"/>
                  </a:lnTo>
                  <a:lnTo>
                    <a:pt x="6585" y="3827"/>
                  </a:lnTo>
                  <a:lnTo>
                    <a:pt x="6565" y="3980"/>
                  </a:lnTo>
                  <a:lnTo>
                    <a:pt x="6538" y="4132"/>
                  </a:lnTo>
                  <a:lnTo>
                    <a:pt x="6503" y="4280"/>
                  </a:lnTo>
                  <a:lnTo>
                    <a:pt x="6462" y="4426"/>
                  </a:lnTo>
                  <a:lnTo>
                    <a:pt x="6414" y="4569"/>
                  </a:lnTo>
                  <a:lnTo>
                    <a:pt x="6358" y="4709"/>
                  </a:lnTo>
                  <a:lnTo>
                    <a:pt x="6297" y="4844"/>
                  </a:lnTo>
                  <a:lnTo>
                    <a:pt x="6228" y="4977"/>
                  </a:lnTo>
                  <a:lnTo>
                    <a:pt x="6154" y="5106"/>
                  </a:lnTo>
                  <a:lnTo>
                    <a:pt x="6075" y="5231"/>
                  </a:lnTo>
                  <a:lnTo>
                    <a:pt x="5988" y="5351"/>
                  </a:lnTo>
                  <a:lnTo>
                    <a:pt x="5897" y="5468"/>
                  </a:lnTo>
                  <a:lnTo>
                    <a:pt x="5800" y="5579"/>
                  </a:lnTo>
                  <a:lnTo>
                    <a:pt x="5698" y="5685"/>
                  </a:lnTo>
                  <a:lnTo>
                    <a:pt x="5591" y="5788"/>
                  </a:lnTo>
                  <a:lnTo>
                    <a:pt x="5479" y="5884"/>
                  </a:lnTo>
                  <a:lnTo>
                    <a:pt x="5362" y="5976"/>
                  </a:lnTo>
                  <a:lnTo>
                    <a:pt x="5242" y="6061"/>
                  </a:lnTo>
                  <a:lnTo>
                    <a:pt x="5117" y="6141"/>
                  </a:lnTo>
                  <a:lnTo>
                    <a:pt x="4988" y="6214"/>
                  </a:lnTo>
                  <a:lnTo>
                    <a:pt x="4855" y="6283"/>
                  </a:lnTo>
                  <a:lnTo>
                    <a:pt x="4719" y="6344"/>
                  </a:lnTo>
                  <a:lnTo>
                    <a:pt x="4579" y="6399"/>
                  </a:lnTo>
                  <a:lnTo>
                    <a:pt x="4436" y="6447"/>
                  </a:lnTo>
                  <a:lnTo>
                    <a:pt x="4289" y="6489"/>
                  </a:lnTo>
                  <a:lnTo>
                    <a:pt x="4140" y="6524"/>
                  </a:lnTo>
                  <a:lnTo>
                    <a:pt x="3989" y="6551"/>
                  </a:lnTo>
                  <a:lnTo>
                    <a:pt x="3834" y="6570"/>
                  </a:lnTo>
                  <a:lnTo>
                    <a:pt x="3678" y="6582"/>
                  </a:lnTo>
                  <a:lnTo>
                    <a:pt x="3520" y="6586"/>
                  </a:lnTo>
                  <a:close/>
                  <a:moveTo>
                    <a:pt x="3520" y="0"/>
                  </a:moveTo>
                  <a:lnTo>
                    <a:pt x="3338" y="5"/>
                  </a:lnTo>
                  <a:lnTo>
                    <a:pt x="3160" y="18"/>
                  </a:lnTo>
                  <a:lnTo>
                    <a:pt x="2984" y="40"/>
                  </a:lnTo>
                  <a:lnTo>
                    <a:pt x="2810" y="71"/>
                  </a:lnTo>
                  <a:lnTo>
                    <a:pt x="2640" y="110"/>
                  </a:lnTo>
                  <a:lnTo>
                    <a:pt x="2473" y="157"/>
                  </a:lnTo>
                  <a:lnTo>
                    <a:pt x="2309" y="213"/>
                  </a:lnTo>
                  <a:lnTo>
                    <a:pt x="2149" y="276"/>
                  </a:lnTo>
                  <a:lnTo>
                    <a:pt x="1993" y="346"/>
                  </a:lnTo>
                  <a:lnTo>
                    <a:pt x="1842" y="424"/>
                  </a:lnTo>
                  <a:lnTo>
                    <a:pt x="1695" y="508"/>
                  </a:lnTo>
                  <a:lnTo>
                    <a:pt x="1552" y="600"/>
                  </a:lnTo>
                  <a:lnTo>
                    <a:pt x="1414" y="697"/>
                  </a:lnTo>
                  <a:lnTo>
                    <a:pt x="1280" y="802"/>
                  </a:lnTo>
                  <a:lnTo>
                    <a:pt x="1153" y="912"/>
                  </a:lnTo>
                  <a:lnTo>
                    <a:pt x="1031" y="1028"/>
                  </a:lnTo>
                  <a:lnTo>
                    <a:pt x="914" y="1151"/>
                  </a:lnTo>
                  <a:lnTo>
                    <a:pt x="803" y="1278"/>
                  </a:lnTo>
                  <a:lnTo>
                    <a:pt x="699" y="1411"/>
                  </a:lnTo>
                  <a:lnTo>
                    <a:pt x="600" y="1548"/>
                  </a:lnTo>
                  <a:lnTo>
                    <a:pt x="509" y="1691"/>
                  </a:lnTo>
                  <a:lnTo>
                    <a:pt x="424" y="1838"/>
                  </a:lnTo>
                  <a:lnTo>
                    <a:pt x="347" y="1990"/>
                  </a:lnTo>
                  <a:lnTo>
                    <a:pt x="276" y="2145"/>
                  </a:lnTo>
                  <a:lnTo>
                    <a:pt x="213" y="2305"/>
                  </a:lnTo>
                  <a:lnTo>
                    <a:pt x="158" y="2468"/>
                  </a:lnTo>
                  <a:lnTo>
                    <a:pt x="110" y="2634"/>
                  </a:lnTo>
                  <a:lnTo>
                    <a:pt x="71" y="2805"/>
                  </a:lnTo>
                  <a:lnTo>
                    <a:pt x="40" y="2978"/>
                  </a:lnTo>
                  <a:lnTo>
                    <a:pt x="18" y="3153"/>
                  </a:lnTo>
                  <a:lnTo>
                    <a:pt x="4" y="3332"/>
                  </a:lnTo>
                  <a:lnTo>
                    <a:pt x="0" y="3513"/>
                  </a:lnTo>
                  <a:lnTo>
                    <a:pt x="4" y="3693"/>
                  </a:lnTo>
                  <a:lnTo>
                    <a:pt x="18" y="3872"/>
                  </a:lnTo>
                  <a:lnTo>
                    <a:pt x="40" y="4047"/>
                  </a:lnTo>
                  <a:lnTo>
                    <a:pt x="71" y="4220"/>
                  </a:lnTo>
                  <a:lnTo>
                    <a:pt x="110" y="4390"/>
                  </a:lnTo>
                  <a:lnTo>
                    <a:pt x="158" y="4556"/>
                  </a:lnTo>
                  <a:lnTo>
                    <a:pt x="213" y="4720"/>
                  </a:lnTo>
                  <a:lnTo>
                    <a:pt x="276" y="4880"/>
                  </a:lnTo>
                  <a:lnTo>
                    <a:pt x="347" y="5035"/>
                  </a:lnTo>
                  <a:lnTo>
                    <a:pt x="424" y="5187"/>
                  </a:lnTo>
                  <a:lnTo>
                    <a:pt x="509" y="5333"/>
                  </a:lnTo>
                  <a:lnTo>
                    <a:pt x="600" y="5476"/>
                  </a:lnTo>
                  <a:lnTo>
                    <a:pt x="699" y="5614"/>
                  </a:lnTo>
                  <a:lnTo>
                    <a:pt x="803" y="5747"/>
                  </a:lnTo>
                  <a:lnTo>
                    <a:pt x="914" y="5874"/>
                  </a:lnTo>
                  <a:lnTo>
                    <a:pt x="1031" y="5996"/>
                  </a:lnTo>
                  <a:lnTo>
                    <a:pt x="1153" y="6112"/>
                  </a:lnTo>
                  <a:lnTo>
                    <a:pt x="1280" y="6222"/>
                  </a:lnTo>
                  <a:lnTo>
                    <a:pt x="1414" y="6327"/>
                  </a:lnTo>
                  <a:lnTo>
                    <a:pt x="1552" y="6425"/>
                  </a:lnTo>
                  <a:lnTo>
                    <a:pt x="1695" y="6517"/>
                  </a:lnTo>
                  <a:lnTo>
                    <a:pt x="1842" y="6601"/>
                  </a:lnTo>
                  <a:lnTo>
                    <a:pt x="1993" y="6678"/>
                  </a:lnTo>
                  <a:lnTo>
                    <a:pt x="2149" y="6748"/>
                  </a:lnTo>
                  <a:lnTo>
                    <a:pt x="2309" y="6812"/>
                  </a:lnTo>
                  <a:lnTo>
                    <a:pt x="2473" y="6867"/>
                  </a:lnTo>
                  <a:lnTo>
                    <a:pt x="2640" y="6914"/>
                  </a:lnTo>
                  <a:lnTo>
                    <a:pt x="2810" y="6953"/>
                  </a:lnTo>
                  <a:lnTo>
                    <a:pt x="2984" y="6984"/>
                  </a:lnTo>
                  <a:lnTo>
                    <a:pt x="3160" y="7006"/>
                  </a:lnTo>
                  <a:lnTo>
                    <a:pt x="3338" y="7020"/>
                  </a:lnTo>
                  <a:lnTo>
                    <a:pt x="3520" y="7025"/>
                  </a:lnTo>
                  <a:lnTo>
                    <a:pt x="3702" y="7020"/>
                  </a:lnTo>
                  <a:lnTo>
                    <a:pt x="3880" y="7006"/>
                  </a:lnTo>
                  <a:lnTo>
                    <a:pt x="4056" y="6984"/>
                  </a:lnTo>
                  <a:lnTo>
                    <a:pt x="4230" y="6953"/>
                  </a:lnTo>
                  <a:lnTo>
                    <a:pt x="4400" y="6914"/>
                  </a:lnTo>
                  <a:lnTo>
                    <a:pt x="4567" y="6867"/>
                  </a:lnTo>
                  <a:lnTo>
                    <a:pt x="4731" y="6812"/>
                  </a:lnTo>
                  <a:lnTo>
                    <a:pt x="4891" y="6748"/>
                  </a:lnTo>
                  <a:lnTo>
                    <a:pt x="5047" y="6678"/>
                  </a:lnTo>
                  <a:lnTo>
                    <a:pt x="5197" y="6601"/>
                  </a:lnTo>
                  <a:lnTo>
                    <a:pt x="5345" y="6517"/>
                  </a:lnTo>
                  <a:lnTo>
                    <a:pt x="5488" y="6425"/>
                  </a:lnTo>
                  <a:lnTo>
                    <a:pt x="5626" y="6327"/>
                  </a:lnTo>
                  <a:lnTo>
                    <a:pt x="5759" y="6222"/>
                  </a:lnTo>
                  <a:lnTo>
                    <a:pt x="5886" y="6112"/>
                  </a:lnTo>
                  <a:lnTo>
                    <a:pt x="6009" y="5996"/>
                  </a:lnTo>
                  <a:lnTo>
                    <a:pt x="6126" y="5874"/>
                  </a:lnTo>
                  <a:lnTo>
                    <a:pt x="6237" y="5747"/>
                  </a:lnTo>
                  <a:lnTo>
                    <a:pt x="6341" y="5614"/>
                  </a:lnTo>
                  <a:lnTo>
                    <a:pt x="6439" y="5476"/>
                  </a:lnTo>
                  <a:lnTo>
                    <a:pt x="6531" y="5333"/>
                  </a:lnTo>
                  <a:lnTo>
                    <a:pt x="6616" y="5187"/>
                  </a:lnTo>
                  <a:lnTo>
                    <a:pt x="6693" y="5035"/>
                  </a:lnTo>
                  <a:lnTo>
                    <a:pt x="6764" y="4880"/>
                  </a:lnTo>
                  <a:lnTo>
                    <a:pt x="6827" y="4720"/>
                  </a:lnTo>
                  <a:lnTo>
                    <a:pt x="6882" y="4556"/>
                  </a:lnTo>
                  <a:lnTo>
                    <a:pt x="6930" y="4390"/>
                  </a:lnTo>
                  <a:lnTo>
                    <a:pt x="6969" y="4220"/>
                  </a:lnTo>
                  <a:lnTo>
                    <a:pt x="7000" y="4047"/>
                  </a:lnTo>
                  <a:lnTo>
                    <a:pt x="7022" y="3872"/>
                  </a:lnTo>
                  <a:lnTo>
                    <a:pt x="7036" y="3693"/>
                  </a:lnTo>
                  <a:lnTo>
                    <a:pt x="7040" y="3513"/>
                  </a:lnTo>
                  <a:lnTo>
                    <a:pt x="7036" y="3332"/>
                  </a:lnTo>
                  <a:lnTo>
                    <a:pt x="7022" y="3153"/>
                  </a:lnTo>
                  <a:lnTo>
                    <a:pt x="7000" y="2978"/>
                  </a:lnTo>
                  <a:lnTo>
                    <a:pt x="6969" y="2805"/>
                  </a:lnTo>
                  <a:lnTo>
                    <a:pt x="6930" y="2634"/>
                  </a:lnTo>
                  <a:lnTo>
                    <a:pt x="6882" y="2468"/>
                  </a:lnTo>
                  <a:lnTo>
                    <a:pt x="6827" y="2305"/>
                  </a:lnTo>
                  <a:lnTo>
                    <a:pt x="6764" y="2145"/>
                  </a:lnTo>
                  <a:lnTo>
                    <a:pt x="6693" y="1990"/>
                  </a:lnTo>
                  <a:lnTo>
                    <a:pt x="6616" y="1838"/>
                  </a:lnTo>
                  <a:lnTo>
                    <a:pt x="6531" y="1691"/>
                  </a:lnTo>
                  <a:lnTo>
                    <a:pt x="6439" y="1548"/>
                  </a:lnTo>
                  <a:lnTo>
                    <a:pt x="6341" y="1411"/>
                  </a:lnTo>
                  <a:lnTo>
                    <a:pt x="6237" y="1278"/>
                  </a:lnTo>
                  <a:lnTo>
                    <a:pt x="6126" y="1151"/>
                  </a:lnTo>
                  <a:lnTo>
                    <a:pt x="6009" y="1028"/>
                  </a:lnTo>
                  <a:lnTo>
                    <a:pt x="5886" y="912"/>
                  </a:lnTo>
                  <a:lnTo>
                    <a:pt x="5759" y="802"/>
                  </a:lnTo>
                  <a:lnTo>
                    <a:pt x="5626" y="697"/>
                  </a:lnTo>
                  <a:lnTo>
                    <a:pt x="5488" y="600"/>
                  </a:lnTo>
                  <a:lnTo>
                    <a:pt x="5345" y="508"/>
                  </a:lnTo>
                  <a:lnTo>
                    <a:pt x="5197" y="424"/>
                  </a:lnTo>
                  <a:lnTo>
                    <a:pt x="5047" y="346"/>
                  </a:lnTo>
                  <a:lnTo>
                    <a:pt x="4891" y="276"/>
                  </a:lnTo>
                  <a:lnTo>
                    <a:pt x="4731" y="213"/>
                  </a:lnTo>
                  <a:lnTo>
                    <a:pt x="4567" y="157"/>
                  </a:lnTo>
                  <a:lnTo>
                    <a:pt x="4400" y="110"/>
                  </a:lnTo>
                  <a:lnTo>
                    <a:pt x="4230" y="71"/>
                  </a:lnTo>
                  <a:lnTo>
                    <a:pt x="4056" y="40"/>
                  </a:lnTo>
                  <a:lnTo>
                    <a:pt x="3880" y="18"/>
                  </a:lnTo>
                  <a:lnTo>
                    <a:pt x="3702" y="5"/>
                  </a:lnTo>
                  <a:lnTo>
                    <a:pt x="352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latin typeface="微软雅黑" panose="020B0503020204020204" charset="-122"/>
                <a:ea typeface="微软雅黑" panose="020B0503020204020204" charset="-122"/>
              </a:endParaRPr>
            </a:p>
          </p:txBody>
        </p:sp>
        <p:sp>
          <p:nvSpPr>
            <p:cNvPr id="54" name="Freeform 76"/>
            <p:cNvSpPr>
              <a:spLocks noEditPoints="1"/>
            </p:cNvSpPr>
            <p:nvPr>
              <p:custDataLst>
                <p:tags r:id="rId36"/>
              </p:custDataLst>
            </p:nvPr>
          </p:nvSpPr>
          <p:spPr bwMode="auto">
            <a:xfrm>
              <a:off x="4852988" y="2378076"/>
              <a:ext cx="173038" cy="171450"/>
            </a:xfrm>
            <a:custGeom>
              <a:avLst/>
              <a:gdLst>
                <a:gd name="T0" fmla="*/ 1708 w 4023"/>
                <a:gd name="T1" fmla="*/ 3482 h 4015"/>
                <a:gd name="T2" fmla="*/ 1358 w 4023"/>
                <a:gd name="T3" fmla="*/ 3364 h 4015"/>
                <a:gd name="T4" fmla="*/ 1052 w 4023"/>
                <a:gd name="T5" fmla="*/ 3169 h 4015"/>
                <a:gd name="T6" fmla="*/ 803 w 4023"/>
                <a:gd name="T7" fmla="*/ 2908 h 4015"/>
                <a:gd name="T8" fmla="*/ 621 w 4023"/>
                <a:gd name="T9" fmla="*/ 2593 h 4015"/>
                <a:gd name="T10" fmla="*/ 521 w 4023"/>
                <a:gd name="T11" fmla="*/ 2236 h 4015"/>
                <a:gd name="T12" fmla="*/ 511 w 4023"/>
                <a:gd name="T13" fmla="*/ 1853 h 4015"/>
                <a:gd name="T14" fmla="*/ 595 w 4023"/>
                <a:gd name="T15" fmla="*/ 1490 h 4015"/>
                <a:gd name="T16" fmla="*/ 761 w 4023"/>
                <a:gd name="T17" fmla="*/ 1165 h 4015"/>
                <a:gd name="T18" fmla="*/ 998 w 4023"/>
                <a:gd name="T19" fmla="*/ 893 h 4015"/>
                <a:gd name="T20" fmla="*/ 1293 w 4023"/>
                <a:gd name="T21" fmla="*/ 684 h 4015"/>
                <a:gd name="T22" fmla="*/ 1635 w 4023"/>
                <a:gd name="T23" fmla="*/ 549 h 4015"/>
                <a:gd name="T24" fmla="*/ 2012 w 4023"/>
                <a:gd name="T25" fmla="*/ 502 h 4015"/>
                <a:gd name="T26" fmla="*/ 2389 w 4023"/>
                <a:gd name="T27" fmla="*/ 549 h 4015"/>
                <a:gd name="T28" fmla="*/ 2731 w 4023"/>
                <a:gd name="T29" fmla="*/ 684 h 4015"/>
                <a:gd name="T30" fmla="*/ 3026 w 4023"/>
                <a:gd name="T31" fmla="*/ 893 h 4015"/>
                <a:gd name="T32" fmla="*/ 3263 w 4023"/>
                <a:gd name="T33" fmla="*/ 1165 h 4015"/>
                <a:gd name="T34" fmla="*/ 3429 w 4023"/>
                <a:gd name="T35" fmla="*/ 1490 h 4015"/>
                <a:gd name="T36" fmla="*/ 3513 w 4023"/>
                <a:gd name="T37" fmla="*/ 1853 h 4015"/>
                <a:gd name="T38" fmla="*/ 3503 w 4023"/>
                <a:gd name="T39" fmla="*/ 2236 h 4015"/>
                <a:gd name="T40" fmla="*/ 3402 w 4023"/>
                <a:gd name="T41" fmla="*/ 2593 h 4015"/>
                <a:gd name="T42" fmla="*/ 3221 w 4023"/>
                <a:gd name="T43" fmla="*/ 2908 h 4015"/>
                <a:gd name="T44" fmla="*/ 2971 w 4023"/>
                <a:gd name="T45" fmla="*/ 3169 h 4015"/>
                <a:gd name="T46" fmla="*/ 2665 w 4023"/>
                <a:gd name="T47" fmla="*/ 3364 h 4015"/>
                <a:gd name="T48" fmla="*/ 2316 w 4023"/>
                <a:gd name="T49" fmla="*/ 3482 h 4015"/>
                <a:gd name="T50" fmla="*/ 2012 w 4023"/>
                <a:gd name="T51" fmla="*/ 0 h 4015"/>
                <a:gd name="T52" fmla="*/ 1509 w 4023"/>
                <a:gd name="T53" fmla="*/ 63 h 4015"/>
                <a:gd name="T54" fmla="*/ 1053 w 4023"/>
                <a:gd name="T55" fmla="*/ 242 h 4015"/>
                <a:gd name="T56" fmla="*/ 659 w 4023"/>
                <a:gd name="T57" fmla="*/ 521 h 4015"/>
                <a:gd name="T58" fmla="*/ 344 w 4023"/>
                <a:gd name="T59" fmla="*/ 884 h 4015"/>
                <a:gd name="T60" fmla="*/ 122 w 4023"/>
                <a:gd name="T61" fmla="*/ 1317 h 4015"/>
                <a:gd name="T62" fmla="*/ 11 w 4023"/>
                <a:gd name="T63" fmla="*/ 1802 h 4015"/>
                <a:gd name="T64" fmla="*/ 23 w 4023"/>
                <a:gd name="T65" fmla="*/ 2313 h 4015"/>
                <a:gd name="T66" fmla="*/ 159 w 4023"/>
                <a:gd name="T67" fmla="*/ 2788 h 4015"/>
                <a:gd name="T68" fmla="*/ 399 w 4023"/>
                <a:gd name="T69" fmla="*/ 3209 h 4015"/>
                <a:gd name="T70" fmla="*/ 732 w 4023"/>
                <a:gd name="T71" fmla="*/ 3556 h 4015"/>
                <a:gd name="T72" fmla="*/ 1139 w 4023"/>
                <a:gd name="T73" fmla="*/ 3817 h 4015"/>
                <a:gd name="T74" fmla="*/ 1606 w 4023"/>
                <a:gd name="T75" fmla="*/ 3974 h 4015"/>
                <a:gd name="T76" fmla="*/ 2115 w 4023"/>
                <a:gd name="T77" fmla="*/ 4012 h 4015"/>
                <a:gd name="T78" fmla="*/ 2610 w 4023"/>
                <a:gd name="T79" fmla="*/ 3925 h 4015"/>
                <a:gd name="T80" fmla="*/ 3055 w 4023"/>
                <a:gd name="T81" fmla="*/ 3724 h 4015"/>
                <a:gd name="T82" fmla="*/ 3435 w 4023"/>
                <a:gd name="T83" fmla="*/ 3427 h 4015"/>
                <a:gd name="T84" fmla="*/ 3733 w 4023"/>
                <a:gd name="T85" fmla="*/ 3048 h 4015"/>
                <a:gd name="T86" fmla="*/ 3933 w 4023"/>
                <a:gd name="T87" fmla="*/ 2605 h 4015"/>
                <a:gd name="T88" fmla="*/ 4021 w 4023"/>
                <a:gd name="T89" fmla="*/ 2111 h 4015"/>
                <a:gd name="T90" fmla="*/ 3983 w 4023"/>
                <a:gd name="T91" fmla="*/ 1603 h 4015"/>
                <a:gd name="T92" fmla="*/ 3825 w 4023"/>
                <a:gd name="T93" fmla="*/ 1137 h 4015"/>
                <a:gd name="T94" fmla="*/ 3565 w 4023"/>
                <a:gd name="T95" fmla="*/ 731 h 4015"/>
                <a:gd name="T96" fmla="*/ 3216 w 4023"/>
                <a:gd name="T97" fmla="*/ 399 h 4015"/>
                <a:gd name="T98" fmla="*/ 2795 w 4023"/>
                <a:gd name="T99" fmla="*/ 158 h 4015"/>
                <a:gd name="T100" fmla="*/ 2318 w 4023"/>
                <a:gd name="T101" fmla="*/ 23 h 40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4023" h="4015">
                  <a:moveTo>
                    <a:pt x="2012" y="3513"/>
                  </a:moveTo>
                  <a:lnTo>
                    <a:pt x="1934" y="3511"/>
                  </a:lnTo>
                  <a:lnTo>
                    <a:pt x="1858" y="3505"/>
                  </a:lnTo>
                  <a:lnTo>
                    <a:pt x="1782" y="3495"/>
                  </a:lnTo>
                  <a:lnTo>
                    <a:pt x="1708" y="3482"/>
                  </a:lnTo>
                  <a:lnTo>
                    <a:pt x="1635" y="3465"/>
                  </a:lnTo>
                  <a:lnTo>
                    <a:pt x="1564" y="3445"/>
                  </a:lnTo>
                  <a:lnTo>
                    <a:pt x="1493" y="3422"/>
                  </a:lnTo>
                  <a:lnTo>
                    <a:pt x="1425" y="3395"/>
                  </a:lnTo>
                  <a:lnTo>
                    <a:pt x="1358" y="3364"/>
                  </a:lnTo>
                  <a:lnTo>
                    <a:pt x="1293" y="3331"/>
                  </a:lnTo>
                  <a:lnTo>
                    <a:pt x="1230" y="3294"/>
                  </a:lnTo>
                  <a:lnTo>
                    <a:pt x="1169" y="3255"/>
                  </a:lnTo>
                  <a:lnTo>
                    <a:pt x="1109" y="3213"/>
                  </a:lnTo>
                  <a:lnTo>
                    <a:pt x="1052" y="3169"/>
                  </a:lnTo>
                  <a:lnTo>
                    <a:pt x="998" y="3122"/>
                  </a:lnTo>
                  <a:lnTo>
                    <a:pt x="945" y="3071"/>
                  </a:lnTo>
                  <a:lnTo>
                    <a:pt x="895" y="3019"/>
                  </a:lnTo>
                  <a:lnTo>
                    <a:pt x="848" y="2965"/>
                  </a:lnTo>
                  <a:lnTo>
                    <a:pt x="803" y="2908"/>
                  </a:lnTo>
                  <a:lnTo>
                    <a:pt x="761" y="2849"/>
                  </a:lnTo>
                  <a:lnTo>
                    <a:pt x="722" y="2787"/>
                  </a:lnTo>
                  <a:lnTo>
                    <a:pt x="686" y="2725"/>
                  </a:lnTo>
                  <a:lnTo>
                    <a:pt x="651" y="2660"/>
                  </a:lnTo>
                  <a:lnTo>
                    <a:pt x="621" y="2593"/>
                  </a:lnTo>
                  <a:lnTo>
                    <a:pt x="595" y="2524"/>
                  </a:lnTo>
                  <a:lnTo>
                    <a:pt x="571" y="2455"/>
                  </a:lnTo>
                  <a:lnTo>
                    <a:pt x="551" y="2383"/>
                  </a:lnTo>
                  <a:lnTo>
                    <a:pt x="534" y="2311"/>
                  </a:lnTo>
                  <a:lnTo>
                    <a:pt x="521" y="2236"/>
                  </a:lnTo>
                  <a:lnTo>
                    <a:pt x="511" y="2161"/>
                  </a:lnTo>
                  <a:lnTo>
                    <a:pt x="505" y="2085"/>
                  </a:lnTo>
                  <a:lnTo>
                    <a:pt x="504" y="2008"/>
                  </a:lnTo>
                  <a:lnTo>
                    <a:pt x="505" y="1930"/>
                  </a:lnTo>
                  <a:lnTo>
                    <a:pt x="511" y="1853"/>
                  </a:lnTo>
                  <a:lnTo>
                    <a:pt x="521" y="1778"/>
                  </a:lnTo>
                  <a:lnTo>
                    <a:pt x="534" y="1704"/>
                  </a:lnTo>
                  <a:lnTo>
                    <a:pt x="551" y="1631"/>
                  </a:lnTo>
                  <a:lnTo>
                    <a:pt x="571" y="1560"/>
                  </a:lnTo>
                  <a:lnTo>
                    <a:pt x="595" y="1490"/>
                  </a:lnTo>
                  <a:lnTo>
                    <a:pt x="621" y="1421"/>
                  </a:lnTo>
                  <a:lnTo>
                    <a:pt x="651" y="1355"/>
                  </a:lnTo>
                  <a:lnTo>
                    <a:pt x="686" y="1290"/>
                  </a:lnTo>
                  <a:lnTo>
                    <a:pt x="722" y="1227"/>
                  </a:lnTo>
                  <a:lnTo>
                    <a:pt x="761" y="1165"/>
                  </a:lnTo>
                  <a:lnTo>
                    <a:pt x="803" y="1107"/>
                  </a:lnTo>
                  <a:lnTo>
                    <a:pt x="848" y="1050"/>
                  </a:lnTo>
                  <a:lnTo>
                    <a:pt x="895" y="995"/>
                  </a:lnTo>
                  <a:lnTo>
                    <a:pt x="945" y="943"/>
                  </a:lnTo>
                  <a:lnTo>
                    <a:pt x="998" y="893"/>
                  </a:lnTo>
                  <a:lnTo>
                    <a:pt x="1052" y="845"/>
                  </a:lnTo>
                  <a:lnTo>
                    <a:pt x="1109" y="801"/>
                  </a:lnTo>
                  <a:lnTo>
                    <a:pt x="1169" y="759"/>
                  </a:lnTo>
                  <a:lnTo>
                    <a:pt x="1230" y="720"/>
                  </a:lnTo>
                  <a:lnTo>
                    <a:pt x="1293" y="684"/>
                  </a:lnTo>
                  <a:lnTo>
                    <a:pt x="1358" y="651"/>
                  </a:lnTo>
                  <a:lnTo>
                    <a:pt x="1425" y="620"/>
                  </a:lnTo>
                  <a:lnTo>
                    <a:pt x="1493" y="593"/>
                  </a:lnTo>
                  <a:lnTo>
                    <a:pt x="1564" y="569"/>
                  </a:lnTo>
                  <a:lnTo>
                    <a:pt x="1635" y="549"/>
                  </a:lnTo>
                  <a:lnTo>
                    <a:pt x="1708" y="532"/>
                  </a:lnTo>
                  <a:lnTo>
                    <a:pt x="1782" y="519"/>
                  </a:lnTo>
                  <a:lnTo>
                    <a:pt x="1858" y="510"/>
                  </a:lnTo>
                  <a:lnTo>
                    <a:pt x="1934" y="504"/>
                  </a:lnTo>
                  <a:lnTo>
                    <a:pt x="2012" y="502"/>
                  </a:lnTo>
                  <a:lnTo>
                    <a:pt x="2090" y="504"/>
                  </a:lnTo>
                  <a:lnTo>
                    <a:pt x="2166" y="510"/>
                  </a:lnTo>
                  <a:lnTo>
                    <a:pt x="2242" y="519"/>
                  </a:lnTo>
                  <a:lnTo>
                    <a:pt x="2316" y="532"/>
                  </a:lnTo>
                  <a:lnTo>
                    <a:pt x="2389" y="549"/>
                  </a:lnTo>
                  <a:lnTo>
                    <a:pt x="2460" y="569"/>
                  </a:lnTo>
                  <a:lnTo>
                    <a:pt x="2531" y="593"/>
                  </a:lnTo>
                  <a:lnTo>
                    <a:pt x="2599" y="620"/>
                  </a:lnTo>
                  <a:lnTo>
                    <a:pt x="2665" y="651"/>
                  </a:lnTo>
                  <a:lnTo>
                    <a:pt x="2731" y="684"/>
                  </a:lnTo>
                  <a:lnTo>
                    <a:pt x="2794" y="720"/>
                  </a:lnTo>
                  <a:lnTo>
                    <a:pt x="2855" y="759"/>
                  </a:lnTo>
                  <a:lnTo>
                    <a:pt x="2915" y="801"/>
                  </a:lnTo>
                  <a:lnTo>
                    <a:pt x="2971" y="845"/>
                  </a:lnTo>
                  <a:lnTo>
                    <a:pt x="3026" y="893"/>
                  </a:lnTo>
                  <a:lnTo>
                    <a:pt x="3079" y="943"/>
                  </a:lnTo>
                  <a:lnTo>
                    <a:pt x="3129" y="995"/>
                  </a:lnTo>
                  <a:lnTo>
                    <a:pt x="3176" y="1050"/>
                  </a:lnTo>
                  <a:lnTo>
                    <a:pt x="3221" y="1107"/>
                  </a:lnTo>
                  <a:lnTo>
                    <a:pt x="3263" y="1165"/>
                  </a:lnTo>
                  <a:lnTo>
                    <a:pt x="3302" y="1227"/>
                  </a:lnTo>
                  <a:lnTo>
                    <a:pt x="3338" y="1290"/>
                  </a:lnTo>
                  <a:lnTo>
                    <a:pt x="3372" y="1355"/>
                  </a:lnTo>
                  <a:lnTo>
                    <a:pt x="3402" y="1421"/>
                  </a:lnTo>
                  <a:lnTo>
                    <a:pt x="3429" y="1490"/>
                  </a:lnTo>
                  <a:lnTo>
                    <a:pt x="3453" y="1560"/>
                  </a:lnTo>
                  <a:lnTo>
                    <a:pt x="3473" y="1631"/>
                  </a:lnTo>
                  <a:lnTo>
                    <a:pt x="3490" y="1704"/>
                  </a:lnTo>
                  <a:lnTo>
                    <a:pt x="3503" y="1778"/>
                  </a:lnTo>
                  <a:lnTo>
                    <a:pt x="3513" y="1853"/>
                  </a:lnTo>
                  <a:lnTo>
                    <a:pt x="3518" y="1930"/>
                  </a:lnTo>
                  <a:lnTo>
                    <a:pt x="3520" y="2008"/>
                  </a:lnTo>
                  <a:lnTo>
                    <a:pt x="3518" y="2085"/>
                  </a:lnTo>
                  <a:lnTo>
                    <a:pt x="3513" y="2161"/>
                  </a:lnTo>
                  <a:lnTo>
                    <a:pt x="3503" y="2236"/>
                  </a:lnTo>
                  <a:lnTo>
                    <a:pt x="3490" y="2311"/>
                  </a:lnTo>
                  <a:lnTo>
                    <a:pt x="3473" y="2383"/>
                  </a:lnTo>
                  <a:lnTo>
                    <a:pt x="3453" y="2455"/>
                  </a:lnTo>
                  <a:lnTo>
                    <a:pt x="3429" y="2524"/>
                  </a:lnTo>
                  <a:lnTo>
                    <a:pt x="3402" y="2593"/>
                  </a:lnTo>
                  <a:lnTo>
                    <a:pt x="3372" y="2660"/>
                  </a:lnTo>
                  <a:lnTo>
                    <a:pt x="3338" y="2725"/>
                  </a:lnTo>
                  <a:lnTo>
                    <a:pt x="3302" y="2787"/>
                  </a:lnTo>
                  <a:lnTo>
                    <a:pt x="3263" y="2849"/>
                  </a:lnTo>
                  <a:lnTo>
                    <a:pt x="3221" y="2908"/>
                  </a:lnTo>
                  <a:lnTo>
                    <a:pt x="3176" y="2965"/>
                  </a:lnTo>
                  <a:lnTo>
                    <a:pt x="3129" y="3019"/>
                  </a:lnTo>
                  <a:lnTo>
                    <a:pt x="3079" y="3071"/>
                  </a:lnTo>
                  <a:lnTo>
                    <a:pt x="3026" y="3122"/>
                  </a:lnTo>
                  <a:lnTo>
                    <a:pt x="2971" y="3169"/>
                  </a:lnTo>
                  <a:lnTo>
                    <a:pt x="2915" y="3213"/>
                  </a:lnTo>
                  <a:lnTo>
                    <a:pt x="2855" y="3255"/>
                  </a:lnTo>
                  <a:lnTo>
                    <a:pt x="2794" y="3294"/>
                  </a:lnTo>
                  <a:lnTo>
                    <a:pt x="2731" y="3331"/>
                  </a:lnTo>
                  <a:lnTo>
                    <a:pt x="2665" y="3364"/>
                  </a:lnTo>
                  <a:lnTo>
                    <a:pt x="2599" y="3395"/>
                  </a:lnTo>
                  <a:lnTo>
                    <a:pt x="2531" y="3422"/>
                  </a:lnTo>
                  <a:lnTo>
                    <a:pt x="2460" y="3445"/>
                  </a:lnTo>
                  <a:lnTo>
                    <a:pt x="2389" y="3465"/>
                  </a:lnTo>
                  <a:lnTo>
                    <a:pt x="2316" y="3482"/>
                  </a:lnTo>
                  <a:lnTo>
                    <a:pt x="2242" y="3495"/>
                  </a:lnTo>
                  <a:lnTo>
                    <a:pt x="2166" y="3505"/>
                  </a:lnTo>
                  <a:lnTo>
                    <a:pt x="2090" y="3511"/>
                  </a:lnTo>
                  <a:lnTo>
                    <a:pt x="2012" y="3513"/>
                  </a:lnTo>
                  <a:close/>
                  <a:moveTo>
                    <a:pt x="2012" y="0"/>
                  </a:moveTo>
                  <a:lnTo>
                    <a:pt x="1908" y="3"/>
                  </a:lnTo>
                  <a:lnTo>
                    <a:pt x="1806" y="10"/>
                  </a:lnTo>
                  <a:lnTo>
                    <a:pt x="1706" y="23"/>
                  </a:lnTo>
                  <a:lnTo>
                    <a:pt x="1606" y="41"/>
                  </a:lnTo>
                  <a:lnTo>
                    <a:pt x="1509" y="63"/>
                  </a:lnTo>
                  <a:lnTo>
                    <a:pt x="1413" y="90"/>
                  </a:lnTo>
                  <a:lnTo>
                    <a:pt x="1319" y="122"/>
                  </a:lnTo>
                  <a:lnTo>
                    <a:pt x="1229" y="158"/>
                  </a:lnTo>
                  <a:lnTo>
                    <a:pt x="1139" y="198"/>
                  </a:lnTo>
                  <a:lnTo>
                    <a:pt x="1053" y="242"/>
                  </a:lnTo>
                  <a:lnTo>
                    <a:pt x="968" y="290"/>
                  </a:lnTo>
                  <a:lnTo>
                    <a:pt x="887" y="342"/>
                  </a:lnTo>
                  <a:lnTo>
                    <a:pt x="807" y="399"/>
                  </a:lnTo>
                  <a:lnTo>
                    <a:pt x="732" y="458"/>
                  </a:lnTo>
                  <a:lnTo>
                    <a:pt x="659" y="521"/>
                  </a:lnTo>
                  <a:lnTo>
                    <a:pt x="589" y="587"/>
                  </a:lnTo>
                  <a:lnTo>
                    <a:pt x="523" y="658"/>
                  </a:lnTo>
                  <a:lnTo>
                    <a:pt x="459" y="731"/>
                  </a:lnTo>
                  <a:lnTo>
                    <a:pt x="399" y="806"/>
                  </a:lnTo>
                  <a:lnTo>
                    <a:pt x="344" y="884"/>
                  </a:lnTo>
                  <a:lnTo>
                    <a:pt x="291" y="967"/>
                  </a:lnTo>
                  <a:lnTo>
                    <a:pt x="243" y="1050"/>
                  </a:lnTo>
                  <a:lnTo>
                    <a:pt x="198" y="1137"/>
                  </a:lnTo>
                  <a:lnTo>
                    <a:pt x="159" y="1226"/>
                  </a:lnTo>
                  <a:lnTo>
                    <a:pt x="122" y="1317"/>
                  </a:lnTo>
                  <a:lnTo>
                    <a:pt x="90" y="1410"/>
                  </a:lnTo>
                  <a:lnTo>
                    <a:pt x="63" y="1506"/>
                  </a:lnTo>
                  <a:lnTo>
                    <a:pt x="41" y="1603"/>
                  </a:lnTo>
                  <a:lnTo>
                    <a:pt x="23" y="1701"/>
                  </a:lnTo>
                  <a:lnTo>
                    <a:pt x="11" y="1802"/>
                  </a:lnTo>
                  <a:lnTo>
                    <a:pt x="3" y="1904"/>
                  </a:lnTo>
                  <a:lnTo>
                    <a:pt x="0" y="2008"/>
                  </a:lnTo>
                  <a:lnTo>
                    <a:pt x="3" y="2111"/>
                  </a:lnTo>
                  <a:lnTo>
                    <a:pt x="11" y="2212"/>
                  </a:lnTo>
                  <a:lnTo>
                    <a:pt x="23" y="2313"/>
                  </a:lnTo>
                  <a:lnTo>
                    <a:pt x="41" y="2412"/>
                  </a:lnTo>
                  <a:lnTo>
                    <a:pt x="63" y="2509"/>
                  </a:lnTo>
                  <a:lnTo>
                    <a:pt x="90" y="2605"/>
                  </a:lnTo>
                  <a:lnTo>
                    <a:pt x="122" y="2698"/>
                  </a:lnTo>
                  <a:lnTo>
                    <a:pt x="159" y="2788"/>
                  </a:lnTo>
                  <a:lnTo>
                    <a:pt x="198" y="2878"/>
                  </a:lnTo>
                  <a:lnTo>
                    <a:pt x="243" y="2964"/>
                  </a:lnTo>
                  <a:lnTo>
                    <a:pt x="291" y="3048"/>
                  </a:lnTo>
                  <a:lnTo>
                    <a:pt x="344" y="3130"/>
                  </a:lnTo>
                  <a:lnTo>
                    <a:pt x="399" y="3209"/>
                  </a:lnTo>
                  <a:lnTo>
                    <a:pt x="459" y="3284"/>
                  </a:lnTo>
                  <a:lnTo>
                    <a:pt x="523" y="3357"/>
                  </a:lnTo>
                  <a:lnTo>
                    <a:pt x="589" y="3427"/>
                  </a:lnTo>
                  <a:lnTo>
                    <a:pt x="659" y="3493"/>
                  </a:lnTo>
                  <a:lnTo>
                    <a:pt x="732" y="3556"/>
                  </a:lnTo>
                  <a:lnTo>
                    <a:pt x="807" y="3616"/>
                  </a:lnTo>
                  <a:lnTo>
                    <a:pt x="887" y="3672"/>
                  </a:lnTo>
                  <a:lnTo>
                    <a:pt x="968" y="3724"/>
                  </a:lnTo>
                  <a:lnTo>
                    <a:pt x="1053" y="3772"/>
                  </a:lnTo>
                  <a:lnTo>
                    <a:pt x="1139" y="3817"/>
                  </a:lnTo>
                  <a:lnTo>
                    <a:pt x="1229" y="3857"/>
                  </a:lnTo>
                  <a:lnTo>
                    <a:pt x="1319" y="3892"/>
                  </a:lnTo>
                  <a:lnTo>
                    <a:pt x="1413" y="3925"/>
                  </a:lnTo>
                  <a:lnTo>
                    <a:pt x="1509" y="3952"/>
                  </a:lnTo>
                  <a:lnTo>
                    <a:pt x="1606" y="3974"/>
                  </a:lnTo>
                  <a:lnTo>
                    <a:pt x="1706" y="3992"/>
                  </a:lnTo>
                  <a:lnTo>
                    <a:pt x="1806" y="4004"/>
                  </a:lnTo>
                  <a:lnTo>
                    <a:pt x="1908" y="4012"/>
                  </a:lnTo>
                  <a:lnTo>
                    <a:pt x="2012" y="4015"/>
                  </a:lnTo>
                  <a:lnTo>
                    <a:pt x="2115" y="4012"/>
                  </a:lnTo>
                  <a:lnTo>
                    <a:pt x="2218" y="4004"/>
                  </a:lnTo>
                  <a:lnTo>
                    <a:pt x="2318" y="3992"/>
                  </a:lnTo>
                  <a:lnTo>
                    <a:pt x="2417" y="3974"/>
                  </a:lnTo>
                  <a:lnTo>
                    <a:pt x="2514" y="3952"/>
                  </a:lnTo>
                  <a:lnTo>
                    <a:pt x="2610" y="3925"/>
                  </a:lnTo>
                  <a:lnTo>
                    <a:pt x="2704" y="3892"/>
                  </a:lnTo>
                  <a:lnTo>
                    <a:pt x="2795" y="3857"/>
                  </a:lnTo>
                  <a:lnTo>
                    <a:pt x="2884" y="3817"/>
                  </a:lnTo>
                  <a:lnTo>
                    <a:pt x="2971" y="3772"/>
                  </a:lnTo>
                  <a:lnTo>
                    <a:pt x="3055" y="3724"/>
                  </a:lnTo>
                  <a:lnTo>
                    <a:pt x="3137" y="3672"/>
                  </a:lnTo>
                  <a:lnTo>
                    <a:pt x="3216" y="3616"/>
                  </a:lnTo>
                  <a:lnTo>
                    <a:pt x="3292" y="3556"/>
                  </a:lnTo>
                  <a:lnTo>
                    <a:pt x="3364" y="3493"/>
                  </a:lnTo>
                  <a:lnTo>
                    <a:pt x="3435" y="3427"/>
                  </a:lnTo>
                  <a:lnTo>
                    <a:pt x="3501" y="3357"/>
                  </a:lnTo>
                  <a:lnTo>
                    <a:pt x="3565" y="3284"/>
                  </a:lnTo>
                  <a:lnTo>
                    <a:pt x="3624" y="3209"/>
                  </a:lnTo>
                  <a:lnTo>
                    <a:pt x="3680" y="3130"/>
                  </a:lnTo>
                  <a:lnTo>
                    <a:pt x="3733" y="3048"/>
                  </a:lnTo>
                  <a:lnTo>
                    <a:pt x="3781" y="2964"/>
                  </a:lnTo>
                  <a:lnTo>
                    <a:pt x="3825" y="2878"/>
                  </a:lnTo>
                  <a:lnTo>
                    <a:pt x="3865" y="2788"/>
                  </a:lnTo>
                  <a:lnTo>
                    <a:pt x="3902" y="2698"/>
                  </a:lnTo>
                  <a:lnTo>
                    <a:pt x="3933" y="2605"/>
                  </a:lnTo>
                  <a:lnTo>
                    <a:pt x="3960" y="2509"/>
                  </a:lnTo>
                  <a:lnTo>
                    <a:pt x="3983" y="2412"/>
                  </a:lnTo>
                  <a:lnTo>
                    <a:pt x="4000" y="2313"/>
                  </a:lnTo>
                  <a:lnTo>
                    <a:pt x="4013" y="2212"/>
                  </a:lnTo>
                  <a:lnTo>
                    <a:pt x="4021" y="2111"/>
                  </a:lnTo>
                  <a:lnTo>
                    <a:pt x="4023" y="2008"/>
                  </a:lnTo>
                  <a:lnTo>
                    <a:pt x="4021" y="1904"/>
                  </a:lnTo>
                  <a:lnTo>
                    <a:pt x="4013" y="1802"/>
                  </a:lnTo>
                  <a:lnTo>
                    <a:pt x="4000" y="1701"/>
                  </a:lnTo>
                  <a:lnTo>
                    <a:pt x="3983" y="1603"/>
                  </a:lnTo>
                  <a:lnTo>
                    <a:pt x="3960" y="1506"/>
                  </a:lnTo>
                  <a:lnTo>
                    <a:pt x="3933" y="1410"/>
                  </a:lnTo>
                  <a:lnTo>
                    <a:pt x="3902" y="1317"/>
                  </a:lnTo>
                  <a:lnTo>
                    <a:pt x="3865" y="1226"/>
                  </a:lnTo>
                  <a:lnTo>
                    <a:pt x="3825" y="1137"/>
                  </a:lnTo>
                  <a:lnTo>
                    <a:pt x="3781" y="1050"/>
                  </a:lnTo>
                  <a:lnTo>
                    <a:pt x="3733" y="967"/>
                  </a:lnTo>
                  <a:lnTo>
                    <a:pt x="3680" y="884"/>
                  </a:lnTo>
                  <a:lnTo>
                    <a:pt x="3624" y="806"/>
                  </a:lnTo>
                  <a:lnTo>
                    <a:pt x="3565" y="731"/>
                  </a:lnTo>
                  <a:lnTo>
                    <a:pt x="3501" y="658"/>
                  </a:lnTo>
                  <a:lnTo>
                    <a:pt x="3435" y="587"/>
                  </a:lnTo>
                  <a:lnTo>
                    <a:pt x="3364" y="521"/>
                  </a:lnTo>
                  <a:lnTo>
                    <a:pt x="3292" y="458"/>
                  </a:lnTo>
                  <a:lnTo>
                    <a:pt x="3216" y="399"/>
                  </a:lnTo>
                  <a:lnTo>
                    <a:pt x="3137" y="342"/>
                  </a:lnTo>
                  <a:lnTo>
                    <a:pt x="3055" y="290"/>
                  </a:lnTo>
                  <a:lnTo>
                    <a:pt x="2971" y="242"/>
                  </a:lnTo>
                  <a:lnTo>
                    <a:pt x="2884" y="198"/>
                  </a:lnTo>
                  <a:lnTo>
                    <a:pt x="2795" y="158"/>
                  </a:lnTo>
                  <a:lnTo>
                    <a:pt x="2704" y="122"/>
                  </a:lnTo>
                  <a:lnTo>
                    <a:pt x="2610" y="90"/>
                  </a:lnTo>
                  <a:lnTo>
                    <a:pt x="2514" y="63"/>
                  </a:lnTo>
                  <a:lnTo>
                    <a:pt x="2417" y="41"/>
                  </a:lnTo>
                  <a:lnTo>
                    <a:pt x="2318" y="23"/>
                  </a:lnTo>
                  <a:lnTo>
                    <a:pt x="2218" y="10"/>
                  </a:lnTo>
                  <a:lnTo>
                    <a:pt x="2115" y="3"/>
                  </a:lnTo>
                  <a:lnTo>
                    <a:pt x="201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latin typeface="微软雅黑" panose="020B0503020204020204" charset="-122"/>
                <a:ea typeface="微软雅黑" panose="020B0503020204020204" charset="-122"/>
              </a:endParaRPr>
            </a:p>
          </p:txBody>
        </p:sp>
      </p:grpSp>
      <p:grpSp>
        <p:nvGrpSpPr>
          <p:cNvPr id="55" name="Group 39"/>
          <p:cNvGrpSpPr/>
          <p:nvPr>
            <p:custDataLst>
              <p:tags r:id="rId23"/>
            </p:custDataLst>
          </p:nvPr>
        </p:nvGrpSpPr>
        <p:grpSpPr>
          <a:xfrm>
            <a:off x="4920770" y="2945222"/>
            <a:ext cx="416836" cy="390006"/>
            <a:chOff x="6964363" y="2108200"/>
            <a:chExt cx="690562" cy="646113"/>
          </a:xfrm>
          <a:solidFill>
            <a:srgbClr val="1AA3AA"/>
          </a:solidFill>
        </p:grpSpPr>
        <p:sp>
          <p:nvSpPr>
            <p:cNvPr id="56" name="Freeform 91"/>
            <p:cNvSpPr>
              <a:spLocks noEditPoints="1"/>
            </p:cNvSpPr>
            <p:nvPr>
              <p:custDataLst>
                <p:tags r:id="rId32"/>
              </p:custDataLst>
            </p:nvPr>
          </p:nvSpPr>
          <p:spPr bwMode="auto">
            <a:xfrm>
              <a:off x="7050088" y="2193925"/>
              <a:ext cx="519112" cy="344488"/>
            </a:xfrm>
            <a:custGeom>
              <a:avLst/>
              <a:gdLst>
                <a:gd name="T0" fmla="*/ 503 w 12071"/>
                <a:gd name="T1" fmla="*/ 502 h 8033"/>
                <a:gd name="T2" fmla="*/ 11568 w 12071"/>
                <a:gd name="T3" fmla="*/ 0 h 8033"/>
                <a:gd name="T4" fmla="*/ 452 w 12071"/>
                <a:gd name="T5" fmla="*/ 5 h 8033"/>
                <a:gd name="T6" fmla="*/ 377 w 12071"/>
                <a:gd name="T7" fmla="*/ 18 h 8033"/>
                <a:gd name="T8" fmla="*/ 307 w 12071"/>
                <a:gd name="T9" fmla="*/ 41 h 8033"/>
                <a:gd name="T10" fmla="*/ 242 w 12071"/>
                <a:gd name="T11" fmla="*/ 74 h 8033"/>
                <a:gd name="T12" fmla="*/ 183 w 12071"/>
                <a:gd name="T13" fmla="*/ 116 h 8033"/>
                <a:gd name="T14" fmla="*/ 131 w 12071"/>
                <a:gd name="T15" fmla="*/ 166 h 8033"/>
                <a:gd name="T16" fmla="*/ 85 w 12071"/>
                <a:gd name="T17" fmla="*/ 222 h 8033"/>
                <a:gd name="T18" fmla="*/ 49 w 12071"/>
                <a:gd name="T19" fmla="*/ 284 h 8033"/>
                <a:gd name="T20" fmla="*/ 22 w 12071"/>
                <a:gd name="T21" fmla="*/ 353 h 8033"/>
                <a:gd name="T22" fmla="*/ 6 w 12071"/>
                <a:gd name="T23" fmla="*/ 426 h 8033"/>
                <a:gd name="T24" fmla="*/ 0 w 12071"/>
                <a:gd name="T25" fmla="*/ 502 h 8033"/>
                <a:gd name="T26" fmla="*/ 3 w 12071"/>
                <a:gd name="T27" fmla="*/ 7582 h 8033"/>
                <a:gd name="T28" fmla="*/ 16 w 12071"/>
                <a:gd name="T29" fmla="*/ 7656 h 8033"/>
                <a:gd name="T30" fmla="*/ 39 w 12071"/>
                <a:gd name="T31" fmla="*/ 7726 h 8033"/>
                <a:gd name="T32" fmla="*/ 72 w 12071"/>
                <a:gd name="T33" fmla="*/ 7792 h 8033"/>
                <a:gd name="T34" fmla="*/ 115 w 12071"/>
                <a:gd name="T35" fmla="*/ 7850 h 8033"/>
                <a:gd name="T36" fmla="*/ 165 w 12071"/>
                <a:gd name="T37" fmla="*/ 7902 h 8033"/>
                <a:gd name="T38" fmla="*/ 221 w 12071"/>
                <a:gd name="T39" fmla="*/ 7947 h 8033"/>
                <a:gd name="T40" fmla="*/ 285 w 12071"/>
                <a:gd name="T41" fmla="*/ 7983 h 8033"/>
                <a:gd name="T42" fmla="*/ 353 w 12071"/>
                <a:gd name="T43" fmla="*/ 8011 h 8033"/>
                <a:gd name="T44" fmla="*/ 426 w 12071"/>
                <a:gd name="T45" fmla="*/ 8027 h 8033"/>
                <a:gd name="T46" fmla="*/ 503 w 12071"/>
                <a:gd name="T47" fmla="*/ 8033 h 8033"/>
                <a:gd name="T48" fmla="*/ 11619 w 12071"/>
                <a:gd name="T49" fmla="*/ 8030 h 8033"/>
                <a:gd name="T50" fmla="*/ 11694 w 12071"/>
                <a:gd name="T51" fmla="*/ 8017 h 8033"/>
                <a:gd name="T52" fmla="*/ 11764 w 12071"/>
                <a:gd name="T53" fmla="*/ 7994 h 8033"/>
                <a:gd name="T54" fmla="*/ 11829 w 12071"/>
                <a:gd name="T55" fmla="*/ 7960 h 8033"/>
                <a:gd name="T56" fmla="*/ 11888 w 12071"/>
                <a:gd name="T57" fmla="*/ 7918 h 8033"/>
                <a:gd name="T58" fmla="*/ 11940 w 12071"/>
                <a:gd name="T59" fmla="*/ 7868 h 8033"/>
                <a:gd name="T60" fmla="*/ 11986 w 12071"/>
                <a:gd name="T61" fmla="*/ 7812 h 8033"/>
                <a:gd name="T62" fmla="*/ 12022 w 12071"/>
                <a:gd name="T63" fmla="*/ 7749 h 8033"/>
                <a:gd name="T64" fmla="*/ 12049 w 12071"/>
                <a:gd name="T65" fmla="*/ 7680 h 8033"/>
                <a:gd name="T66" fmla="*/ 12065 w 12071"/>
                <a:gd name="T67" fmla="*/ 7607 h 8033"/>
                <a:gd name="T68" fmla="*/ 12071 w 12071"/>
                <a:gd name="T69" fmla="*/ 7531 h 8033"/>
                <a:gd name="T70" fmla="*/ 12068 w 12071"/>
                <a:gd name="T71" fmla="*/ 451 h 8033"/>
                <a:gd name="T72" fmla="*/ 12055 w 12071"/>
                <a:gd name="T73" fmla="*/ 377 h 8033"/>
                <a:gd name="T74" fmla="*/ 12032 w 12071"/>
                <a:gd name="T75" fmla="*/ 306 h 8033"/>
                <a:gd name="T76" fmla="*/ 11999 w 12071"/>
                <a:gd name="T77" fmla="*/ 242 h 8033"/>
                <a:gd name="T78" fmla="*/ 11956 w 12071"/>
                <a:gd name="T79" fmla="*/ 183 h 8033"/>
                <a:gd name="T80" fmla="*/ 11906 w 12071"/>
                <a:gd name="T81" fmla="*/ 131 h 8033"/>
                <a:gd name="T82" fmla="*/ 11850 w 12071"/>
                <a:gd name="T83" fmla="*/ 85 h 8033"/>
                <a:gd name="T84" fmla="*/ 11786 w 12071"/>
                <a:gd name="T85" fmla="*/ 49 h 8033"/>
                <a:gd name="T86" fmla="*/ 11718 w 12071"/>
                <a:gd name="T87" fmla="*/ 22 h 8033"/>
                <a:gd name="T88" fmla="*/ 11645 w 12071"/>
                <a:gd name="T89" fmla="*/ 6 h 8033"/>
                <a:gd name="T90" fmla="*/ 11568 w 12071"/>
                <a:gd name="T91" fmla="*/ 0 h 80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2071" h="8033">
                  <a:moveTo>
                    <a:pt x="11568" y="7533"/>
                  </a:moveTo>
                  <a:lnTo>
                    <a:pt x="503" y="7533"/>
                  </a:lnTo>
                  <a:lnTo>
                    <a:pt x="503" y="502"/>
                  </a:lnTo>
                  <a:lnTo>
                    <a:pt x="11568" y="502"/>
                  </a:lnTo>
                  <a:lnTo>
                    <a:pt x="11568" y="7533"/>
                  </a:lnTo>
                  <a:close/>
                  <a:moveTo>
                    <a:pt x="11568" y="0"/>
                  </a:moveTo>
                  <a:lnTo>
                    <a:pt x="503" y="2"/>
                  </a:lnTo>
                  <a:lnTo>
                    <a:pt x="477" y="3"/>
                  </a:lnTo>
                  <a:lnTo>
                    <a:pt x="452" y="5"/>
                  </a:lnTo>
                  <a:lnTo>
                    <a:pt x="426" y="8"/>
                  </a:lnTo>
                  <a:lnTo>
                    <a:pt x="401" y="12"/>
                  </a:lnTo>
                  <a:lnTo>
                    <a:pt x="377" y="18"/>
                  </a:lnTo>
                  <a:lnTo>
                    <a:pt x="353" y="24"/>
                  </a:lnTo>
                  <a:lnTo>
                    <a:pt x="330" y="32"/>
                  </a:lnTo>
                  <a:lnTo>
                    <a:pt x="307" y="41"/>
                  </a:lnTo>
                  <a:lnTo>
                    <a:pt x="285" y="51"/>
                  </a:lnTo>
                  <a:lnTo>
                    <a:pt x="263" y="62"/>
                  </a:lnTo>
                  <a:lnTo>
                    <a:pt x="242" y="74"/>
                  </a:lnTo>
                  <a:lnTo>
                    <a:pt x="221" y="87"/>
                  </a:lnTo>
                  <a:lnTo>
                    <a:pt x="202" y="102"/>
                  </a:lnTo>
                  <a:lnTo>
                    <a:pt x="183" y="116"/>
                  </a:lnTo>
                  <a:lnTo>
                    <a:pt x="165" y="132"/>
                  </a:lnTo>
                  <a:lnTo>
                    <a:pt x="147" y="148"/>
                  </a:lnTo>
                  <a:lnTo>
                    <a:pt x="131" y="166"/>
                  </a:lnTo>
                  <a:lnTo>
                    <a:pt x="115" y="184"/>
                  </a:lnTo>
                  <a:lnTo>
                    <a:pt x="99" y="202"/>
                  </a:lnTo>
                  <a:lnTo>
                    <a:pt x="85" y="222"/>
                  </a:lnTo>
                  <a:lnTo>
                    <a:pt x="72" y="242"/>
                  </a:lnTo>
                  <a:lnTo>
                    <a:pt x="60" y="263"/>
                  </a:lnTo>
                  <a:lnTo>
                    <a:pt x="49" y="284"/>
                  </a:lnTo>
                  <a:lnTo>
                    <a:pt x="39" y="307"/>
                  </a:lnTo>
                  <a:lnTo>
                    <a:pt x="30" y="329"/>
                  </a:lnTo>
                  <a:lnTo>
                    <a:pt x="22" y="353"/>
                  </a:lnTo>
                  <a:lnTo>
                    <a:pt x="16" y="377"/>
                  </a:lnTo>
                  <a:lnTo>
                    <a:pt x="10" y="401"/>
                  </a:lnTo>
                  <a:lnTo>
                    <a:pt x="6" y="426"/>
                  </a:lnTo>
                  <a:lnTo>
                    <a:pt x="3" y="451"/>
                  </a:lnTo>
                  <a:lnTo>
                    <a:pt x="1" y="476"/>
                  </a:lnTo>
                  <a:lnTo>
                    <a:pt x="0" y="502"/>
                  </a:lnTo>
                  <a:lnTo>
                    <a:pt x="0" y="7531"/>
                  </a:lnTo>
                  <a:lnTo>
                    <a:pt x="1" y="7557"/>
                  </a:lnTo>
                  <a:lnTo>
                    <a:pt x="3" y="7582"/>
                  </a:lnTo>
                  <a:lnTo>
                    <a:pt x="6" y="7607"/>
                  </a:lnTo>
                  <a:lnTo>
                    <a:pt x="10" y="7632"/>
                  </a:lnTo>
                  <a:lnTo>
                    <a:pt x="16" y="7656"/>
                  </a:lnTo>
                  <a:lnTo>
                    <a:pt x="22" y="7680"/>
                  </a:lnTo>
                  <a:lnTo>
                    <a:pt x="30" y="7703"/>
                  </a:lnTo>
                  <a:lnTo>
                    <a:pt x="39" y="7726"/>
                  </a:lnTo>
                  <a:lnTo>
                    <a:pt x="49" y="7749"/>
                  </a:lnTo>
                  <a:lnTo>
                    <a:pt x="60" y="7771"/>
                  </a:lnTo>
                  <a:lnTo>
                    <a:pt x="72" y="7792"/>
                  </a:lnTo>
                  <a:lnTo>
                    <a:pt x="85" y="7812"/>
                  </a:lnTo>
                  <a:lnTo>
                    <a:pt x="99" y="7831"/>
                  </a:lnTo>
                  <a:lnTo>
                    <a:pt x="115" y="7850"/>
                  </a:lnTo>
                  <a:lnTo>
                    <a:pt x="131" y="7868"/>
                  </a:lnTo>
                  <a:lnTo>
                    <a:pt x="147" y="7886"/>
                  </a:lnTo>
                  <a:lnTo>
                    <a:pt x="165" y="7902"/>
                  </a:lnTo>
                  <a:lnTo>
                    <a:pt x="183" y="7918"/>
                  </a:lnTo>
                  <a:lnTo>
                    <a:pt x="202" y="7933"/>
                  </a:lnTo>
                  <a:lnTo>
                    <a:pt x="221" y="7947"/>
                  </a:lnTo>
                  <a:lnTo>
                    <a:pt x="242" y="7960"/>
                  </a:lnTo>
                  <a:lnTo>
                    <a:pt x="263" y="7972"/>
                  </a:lnTo>
                  <a:lnTo>
                    <a:pt x="285" y="7983"/>
                  </a:lnTo>
                  <a:lnTo>
                    <a:pt x="307" y="7994"/>
                  </a:lnTo>
                  <a:lnTo>
                    <a:pt x="330" y="8003"/>
                  </a:lnTo>
                  <a:lnTo>
                    <a:pt x="353" y="8011"/>
                  </a:lnTo>
                  <a:lnTo>
                    <a:pt x="377" y="8017"/>
                  </a:lnTo>
                  <a:lnTo>
                    <a:pt x="401" y="8023"/>
                  </a:lnTo>
                  <a:lnTo>
                    <a:pt x="426" y="8027"/>
                  </a:lnTo>
                  <a:lnTo>
                    <a:pt x="452" y="8030"/>
                  </a:lnTo>
                  <a:lnTo>
                    <a:pt x="477" y="8032"/>
                  </a:lnTo>
                  <a:lnTo>
                    <a:pt x="503" y="8033"/>
                  </a:lnTo>
                  <a:lnTo>
                    <a:pt x="11568" y="8033"/>
                  </a:lnTo>
                  <a:lnTo>
                    <a:pt x="11594" y="8032"/>
                  </a:lnTo>
                  <a:lnTo>
                    <a:pt x="11619" y="8030"/>
                  </a:lnTo>
                  <a:lnTo>
                    <a:pt x="11645" y="8027"/>
                  </a:lnTo>
                  <a:lnTo>
                    <a:pt x="11670" y="8023"/>
                  </a:lnTo>
                  <a:lnTo>
                    <a:pt x="11694" y="8017"/>
                  </a:lnTo>
                  <a:lnTo>
                    <a:pt x="11718" y="8011"/>
                  </a:lnTo>
                  <a:lnTo>
                    <a:pt x="11741" y="8003"/>
                  </a:lnTo>
                  <a:lnTo>
                    <a:pt x="11764" y="7994"/>
                  </a:lnTo>
                  <a:lnTo>
                    <a:pt x="11786" y="7983"/>
                  </a:lnTo>
                  <a:lnTo>
                    <a:pt x="11809" y="7972"/>
                  </a:lnTo>
                  <a:lnTo>
                    <a:pt x="11829" y="7960"/>
                  </a:lnTo>
                  <a:lnTo>
                    <a:pt x="11850" y="7947"/>
                  </a:lnTo>
                  <a:lnTo>
                    <a:pt x="11869" y="7933"/>
                  </a:lnTo>
                  <a:lnTo>
                    <a:pt x="11888" y="7918"/>
                  </a:lnTo>
                  <a:lnTo>
                    <a:pt x="11906" y="7902"/>
                  </a:lnTo>
                  <a:lnTo>
                    <a:pt x="11924" y="7886"/>
                  </a:lnTo>
                  <a:lnTo>
                    <a:pt x="11940" y="7868"/>
                  </a:lnTo>
                  <a:lnTo>
                    <a:pt x="11956" y="7850"/>
                  </a:lnTo>
                  <a:lnTo>
                    <a:pt x="11972" y="7831"/>
                  </a:lnTo>
                  <a:lnTo>
                    <a:pt x="11986" y="7812"/>
                  </a:lnTo>
                  <a:lnTo>
                    <a:pt x="11999" y="7792"/>
                  </a:lnTo>
                  <a:lnTo>
                    <a:pt x="12011" y="7771"/>
                  </a:lnTo>
                  <a:lnTo>
                    <a:pt x="12022" y="7749"/>
                  </a:lnTo>
                  <a:lnTo>
                    <a:pt x="12032" y="7726"/>
                  </a:lnTo>
                  <a:lnTo>
                    <a:pt x="12041" y="7703"/>
                  </a:lnTo>
                  <a:lnTo>
                    <a:pt x="12049" y="7680"/>
                  </a:lnTo>
                  <a:lnTo>
                    <a:pt x="12055" y="7656"/>
                  </a:lnTo>
                  <a:lnTo>
                    <a:pt x="12061" y="7632"/>
                  </a:lnTo>
                  <a:lnTo>
                    <a:pt x="12065" y="7607"/>
                  </a:lnTo>
                  <a:lnTo>
                    <a:pt x="12068" y="7582"/>
                  </a:lnTo>
                  <a:lnTo>
                    <a:pt x="12070" y="7557"/>
                  </a:lnTo>
                  <a:lnTo>
                    <a:pt x="12071" y="7531"/>
                  </a:lnTo>
                  <a:lnTo>
                    <a:pt x="12071" y="502"/>
                  </a:lnTo>
                  <a:lnTo>
                    <a:pt x="12070" y="476"/>
                  </a:lnTo>
                  <a:lnTo>
                    <a:pt x="12068" y="451"/>
                  </a:lnTo>
                  <a:lnTo>
                    <a:pt x="12065" y="426"/>
                  </a:lnTo>
                  <a:lnTo>
                    <a:pt x="12061" y="401"/>
                  </a:lnTo>
                  <a:lnTo>
                    <a:pt x="12055" y="377"/>
                  </a:lnTo>
                  <a:lnTo>
                    <a:pt x="12049" y="353"/>
                  </a:lnTo>
                  <a:lnTo>
                    <a:pt x="12041" y="329"/>
                  </a:lnTo>
                  <a:lnTo>
                    <a:pt x="12032" y="306"/>
                  </a:lnTo>
                  <a:lnTo>
                    <a:pt x="12022" y="284"/>
                  </a:lnTo>
                  <a:lnTo>
                    <a:pt x="12011" y="263"/>
                  </a:lnTo>
                  <a:lnTo>
                    <a:pt x="11999" y="242"/>
                  </a:lnTo>
                  <a:lnTo>
                    <a:pt x="11986" y="221"/>
                  </a:lnTo>
                  <a:lnTo>
                    <a:pt x="11972" y="202"/>
                  </a:lnTo>
                  <a:lnTo>
                    <a:pt x="11956" y="183"/>
                  </a:lnTo>
                  <a:lnTo>
                    <a:pt x="11940" y="165"/>
                  </a:lnTo>
                  <a:lnTo>
                    <a:pt x="11924" y="147"/>
                  </a:lnTo>
                  <a:lnTo>
                    <a:pt x="11906" y="131"/>
                  </a:lnTo>
                  <a:lnTo>
                    <a:pt x="11888" y="115"/>
                  </a:lnTo>
                  <a:lnTo>
                    <a:pt x="11869" y="100"/>
                  </a:lnTo>
                  <a:lnTo>
                    <a:pt x="11850" y="85"/>
                  </a:lnTo>
                  <a:lnTo>
                    <a:pt x="11829" y="72"/>
                  </a:lnTo>
                  <a:lnTo>
                    <a:pt x="11809" y="60"/>
                  </a:lnTo>
                  <a:lnTo>
                    <a:pt x="11786" y="49"/>
                  </a:lnTo>
                  <a:lnTo>
                    <a:pt x="11764" y="39"/>
                  </a:lnTo>
                  <a:lnTo>
                    <a:pt x="11741" y="30"/>
                  </a:lnTo>
                  <a:lnTo>
                    <a:pt x="11718" y="22"/>
                  </a:lnTo>
                  <a:lnTo>
                    <a:pt x="11694" y="16"/>
                  </a:lnTo>
                  <a:lnTo>
                    <a:pt x="11670" y="10"/>
                  </a:lnTo>
                  <a:lnTo>
                    <a:pt x="11645" y="6"/>
                  </a:lnTo>
                  <a:lnTo>
                    <a:pt x="11619" y="3"/>
                  </a:lnTo>
                  <a:lnTo>
                    <a:pt x="11594" y="1"/>
                  </a:lnTo>
                  <a:lnTo>
                    <a:pt x="11568"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latin typeface="微软雅黑" panose="020B0503020204020204" charset="-122"/>
                <a:ea typeface="微软雅黑" panose="020B0503020204020204" charset="-122"/>
              </a:endParaRPr>
            </a:p>
          </p:txBody>
        </p:sp>
        <p:sp>
          <p:nvSpPr>
            <p:cNvPr id="57" name="Freeform 92"/>
            <p:cNvSpPr>
              <a:spLocks noEditPoints="1"/>
            </p:cNvSpPr>
            <p:nvPr>
              <p:custDataLst>
                <p:tags r:id="rId33"/>
              </p:custDataLst>
            </p:nvPr>
          </p:nvSpPr>
          <p:spPr bwMode="auto">
            <a:xfrm>
              <a:off x="6964363" y="2108200"/>
              <a:ext cx="690562" cy="646113"/>
            </a:xfrm>
            <a:custGeom>
              <a:avLst/>
              <a:gdLst>
                <a:gd name="T0" fmla="*/ 15066 w 16095"/>
                <a:gd name="T1" fmla="*/ 11696 h 15059"/>
                <a:gd name="T2" fmla="*/ 14988 w 16095"/>
                <a:gd name="T3" fmla="*/ 11847 h 15059"/>
                <a:gd name="T4" fmla="*/ 14867 w 16095"/>
                <a:gd name="T5" fmla="*/ 11963 h 15059"/>
                <a:gd name="T6" fmla="*/ 14712 w 16095"/>
                <a:gd name="T7" fmla="*/ 12033 h 15059"/>
                <a:gd name="T8" fmla="*/ 6036 w 16095"/>
                <a:gd name="T9" fmla="*/ 12049 h 15059"/>
                <a:gd name="T10" fmla="*/ 1359 w 16095"/>
                <a:gd name="T11" fmla="*/ 12027 h 15059"/>
                <a:gd name="T12" fmla="*/ 1208 w 16095"/>
                <a:gd name="T13" fmla="*/ 11949 h 15059"/>
                <a:gd name="T14" fmla="*/ 1091 w 16095"/>
                <a:gd name="T15" fmla="*/ 11828 h 15059"/>
                <a:gd name="T16" fmla="*/ 1022 w 16095"/>
                <a:gd name="T17" fmla="*/ 11672 h 15059"/>
                <a:gd name="T18" fmla="*/ 1007 w 16095"/>
                <a:gd name="T19" fmla="*/ 1480 h 15059"/>
                <a:gd name="T20" fmla="*/ 1045 w 16095"/>
                <a:gd name="T21" fmla="*/ 1310 h 15059"/>
                <a:gd name="T22" fmla="*/ 1137 w 16095"/>
                <a:gd name="T23" fmla="*/ 1169 h 15059"/>
                <a:gd name="T24" fmla="*/ 1268 w 16095"/>
                <a:gd name="T25" fmla="*/ 1064 h 15059"/>
                <a:gd name="T26" fmla="*/ 1432 w 16095"/>
                <a:gd name="T27" fmla="*/ 1010 h 15059"/>
                <a:gd name="T28" fmla="*/ 14663 w 16095"/>
                <a:gd name="T29" fmla="*/ 1010 h 15059"/>
                <a:gd name="T30" fmla="*/ 14826 w 16095"/>
                <a:gd name="T31" fmla="*/ 1064 h 15059"/>
                <a:gd name="T32" fmla="*/ 14958 w 16095"/>
                <a:gd name="T33" fmla="*/ 1169 h 15059"/>
                <a:gd name="T34" fmla="*/ 15050 w 16095"/>
                <a:gd name="T35" fmla="*/ 1310 h 15059"/>
                <a:gd name="T36" fmla="*/ 15088 w 16095"/>
                <a:gd name="T37" fmla="*/ 1480 h 15059"/>
                <a:gd name="T38" fmla="*/ 1279 w 16095"/>
                <a:gd name="T39" fmla="*/ 17 h 15059"/>
                <a:gd name="T40" fmla="*/ 790 w 16095"/>
                <a:gd name="T41" fmla="*/ 182 h 15059"/>
                <a:gd name="T42" fmla="*/ 391 w 16095"/>
                <a:gd name="T43" fmla="*/ 493 h 15059"/>
                <a:gd name="T44" fmla="*/ 119 w 16095"/>
                <a:gd name="T45" fmla="*/ 920 h 15059"/>
                <a:gd name="T46" fmla="*/ 2 w 16095"/>
                <a:gd name="T47" fmla="*/ 1429 h 15059"/>
                <a:gd name="T48" fmla="*/ 47 w 16095"/>
                <a:gd name="T49" fmla="*/ 11922 h 15059"/>
                <a:gd name="T50" fmla="*/ 257 w 16095"/>
                <a:gd name="T51" fmla="*/ 12387 h 15059"/>
                <a:gd name="T52" fmla="*/ 604 w 16095"/>
                <a:gd name="T53" fmla="*/ 12752 h 15059"/>
                <a:gd name="T54" fmla="*/ 1056 w 16095"/>
                <a:gd name="T55" fmla="*/ 12984 h 15059"/>
                <a:gd name="T56" fmla="*/ 6539 w 16095"/>
                <a:gd name="T57" fmla="*/ 13053 h 15059"/>
                <a:gd name="T58" fmla="*/ 3299 w 16095"/>
                <a:gd name="T59" fmla="*/ 14106 h 15059"/>
                <a:gd name="T60" fmla="*/ 3180 w 16095"/>
                <a:gd name="T61" fmla="*/ 14188 h 15059"/>
                <a:gd name="T62" fmla="*/ 3089 w 16095"/>
                <a:gd name="T63" fmla="*/ 14299 h 15059"/>
                <a:gd name="T64" fmla="*/ 3034 w 16095"/>
                <a:gd name="T65" fmla="*/ 14431 h 15059"/>
                <a:gd name="T66" fmla="*/ 3019 w 16095"/>
                <a:gd name="T67" fmla="*/ 14583 h 15059"/>
                <a:gd name="T68" fmla="*/ 3057 w 16095"/>
                <a:gd name="T69" fmla="*/ 14753 h 15059"/>
                <a:gd name="T70" fmla="*/ 3149 w 16095"/>
                <a:gd name="T71" fmla="*/ 14894 h 15059"/>
                <a:gd name="T72" fmla="*/ 3280 w 16095"/>
                <a:gd name="T73" fmla="*/ 14999 h 15059"/>
                <a:gd name="T74" fmla="*/ 3444 w 16095"/>
                <a:gd name="T75" fmla="*/ 15053 h 15059"/>
                <a:gd name="T76" fmla="*/ 12651 w 16095"/>
                <a:gd name="T77" fmla="*/ 15053 h 15059"/>
                <a:gd name="T78" fmla="*/ 12814 w 16095"/>
                <a:gd name="T79" fmla="*/ 14999 h 15059"/>
                <a:gd name="T80" fmla="*/ 12946 w 16095"/>
                <a:gd name="T81" fmla="*/ 14894 h 15059"/>
                <a:gd name="T82" fmla="*/ 13038 w 16095"/>
                <a:gd name="T83" fmla="*/ 14753 h 15059"/>
                <a:gd name="T84" fmla="*/ 13076 w 16095"/>
                <a:gd name="T85" fmla="*/ 14583 h 15059"/>
                <a:gd name="T86" fmla="*/ 13061 w 16095"/>
                <a:gd name="T87" fmla="*/ 14431 h 15059"/>
                <a:gd name="T88" fmla="*/ 13006 w 16095"/>
                <a:gd name="T89" fmla="*/ 14299 h 15059"/>
                <a:gd name="T90" fmla="*/ 12915 w 16095"/>
                <a:gd name="T91" fmla="*/ 14188 h 15059"/>
                <a:gd name="T92" fmla="*/ 12796 w 16095"/>
                <a:gd name="T93" fmla="*/ 14106 h 15059"/>
                <a:gd name="T94" fmla="*/ 9556 w 16095"/>
                <a:gd name="T95" fmla="*/ 13053 h 15059"/>
                <a:gd name="T96" fmla="*/ 15039 w 16095"/>
                <a:gd name="T97" fmla="*/ 12984 h 15059"/>
                <a:gd name="T98" fmla="*/ 15491 w 16095"/>
                <a:gd name="T99" fmla="*/ 12752 h 15059"/>
                <a:gd name="T100" fmla="*/ 15838 w 16095"/>
                <a:gd name="T101" fmla="*/ 12387 h 15059"/>
                <a:gd name="T102" fmla="*/ 16048 w 16095"/>
                <a:gd name="T103" fmla="*/ 11922 h 15059"/>
                <a:gd name="T104" fmla="*/ 16093 w 16095"/>
                <a:gd name="T105" fmla="*/ 1429 h 15059"/>
                <a:gd name="T106" fmla="*/ 15976 w 16095"/>
                <a:gd name="T107" fmla="*/ 920 h 15059"/>
                <a:gd name="T108" fmla="*/ 15703 w 16095"/>
                <a:gd name="T109" fmla="*/ 493 h 15059"/>
                <a:gd name="T110" fmla="*/ 15305 w 16095"/>
                <a:gd name="T111" fmla="*/ 182 h 15059"/>
                <a:gd name="T112" fmla="*/ 14815 w 16095"/>
                <a:gd name="T113" fmla="*/ 17 h 150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6095" h="15059">
                  <a:moveTo>
                    <a:pt x="15089" y="11547"/>
                  </a:moveTo>
                  <a:lnTo>
                    <a:pt x="15088" y="11573"/>
                  </a:lnTo>
                  <a:lnTo>
                    <a:pt x="15086" y="11598"/>
                  </a:lnTo>
                  <a:lnTo>
                    <a:pt x="15083" y="11623"/>
                  </a:lnTo>
                  <a:lnTo>
                    <a:pt x="15079" y="11648"/>
                  </a:lnTo>
                  <a:lnTo>
                    <a:pt x="15073" y="11672"/>
                  </a:lnTo>
                  <a:lnTo>
                    <a:pt x="15066" y="11696"/>
                  </a:lnTo>
                  <a:lnTo>
                    <a:pt x="15059" y="11719"/>
                  </a:lnTo>
                  <a:lnTo>
                    <a:pt x="15050" y="11743"/>
                  </a:lnTo>
                  <a:lnTo>
                    <a:pt x="15040" y="11765"/>
                  </a:lnTo>
                  <a:lnTo>
                    <a:pt x="15029" y="11786"/>
                  </a:lnTo>
                  <a:lnTo>
                    <a:pt x="15016" y="11807"/>
                  </a:lnTo>
                  <a:lnTo>
                    <a:pt x="15003" y="11828"/>
                  </a:lnTo>
                  <a:lnTo>
                    <a:pt x="14988" y="11847"/>
                  </a:lnTo>
                  <a:lnTo>
                    <a:pt x="14974" y="11866"/>
                  </a:lnTo>
                  <a:lnTo>
                    <a:pt x="14958" y="11884"/>
                  </a:lnTo>
                  <a:lnTo>
                    <a:pt x="14941" y="11902"/>
                  </a:lnTo>
                  <a:lnTo>
                    <a:pt x="14924" y="11918"/>
                  </a:lnTo>
                  <a:lnTo>
                    <a:pt x="14906" y="11934"/>
                  </a:lnTo>
                  <a:lnTo>
                    <a:pt x="14887" y="11949"/>
                  </a:lnTo>
                  <a:lnTo>
                    <a:pt x="14867" y="11963"/>
                  </a:lnTo>
                  <a:lnTo>
                    <a:pt x="14847" y="11977"/>
                  </a:lnTo>
                  <a:lnTo>
                    <a:pt x="14826" y="11989"/>
                  </a:lnTo>
                  <a:lnTo>
                    <a:pt x="14803" y="12000"/>
                  </a:lnTo>
                  <a:lnTo>
                    <a:pt x="14781" y="12010"/>
                  </a:lnTo>
                  <a:lnTo>
                    <a:pt x="14759" y="12019"/>
                  </a:lnTo>
                  <a:lnTo>
                    <a:pt x="14735" y="12027"/>
                  </a:lnTo>
                  <a:lnTo>
                    <a:pt x="14712" y="12033"/>
                  </a:lnTo>
                  <a:lnTo>
                    <a:pt x="14687" y="12039"/>
                  </a:lnTo>
                  <a:lnTo>
                    <a:pt x="14663" y="12043"/>
                  </a:lnTo>
                  <a:lnTo>
                    <a:pt x="14637" y="12047"/>
                  </a:lnTo>
                  <a:lnTo>
                    <a:pt x="14612" y="12048"/>
                  </a:lnTo>
                  <a:lnTo>
                    <a:pt x="14586" y="12049"/>
                  </a:lnTo>
                  <a:lnTo>
                    <a:pt x="10059" y="12049"/>
                  </a:lnTo>
                  <a:lnTo>
                    <a:pt x="6036" y="12049"/>
                  </a:lnTo>
                  <a:lnTo>
                    <a:pt x="1509" y="12049"/>
                  </a:lnTo>
                  <a:lnTo>
                    <a:pt x="1483" y="12048"/>
                  </a:lnTo>
                  <a:lnTo>
                    <a:pt x="1458" y="12047"/>
                  </a:lnTo>
                  <a:lnTo>
                    <a:pt x="1432" y="12043"/>
                  </a:lnTo>
                  <a:lnTo>
                    <a:pt x="1407" y="12039"/>
                  </a:lnTo>
                  <a:lnTo>
                    <a:pt x="1383" y="12033"/>
                  </a:lnTo>
                  <a:lnTo>
                    <a:pt x="1359" y="12027"/>
                  </a:lnTo>
                  <a:lnTo>
                    <a:pt x="1336" y="12019"/>
                  </a:lnTo>
                  <a:lnTo>
                    <a:pt x="1313" y="12010"/>
                  </a:lnTo>
                  <a:lnTo>
                    <a:pt x="1291" y="12000"/>
                  </a:lnTo>
                  <a:lnTo>
                    <a:pt x="1268" y="11989"/>
                  </a:lnTo>
                  <a:lnTo>
                    <a:pt x="1248" y="11977"/>
                  </a:lnTo>
                  <a:lnTo>
                    <a:pt x="1227" y="11963"/>
                  </a:lnTo>
                  <a:lnTo>
                    <a:pt x="1208" y="11949"/>
                  </a:lnTo>
                  <a:lnTo>
                    <a:pt x="1189" y="11934"/>
                  </a:lnTo>
                  <a:lnTo>
                    <a:pt x="1171" y="11918"/>
                  </a:lnTo>
                  <a:lnTo>
                    <a:pt x="1153" y="11902"/>
                  </a:lnTo>
                  <a:lnTo>
                    <a:pt x="1137" y="11884"/>
                  </a:lnTo>
                  <a:lnTo>
                    <a:pt x="1121" y="11866"/>
                  </a:lnTo>
                  <a:lnTo>
                    <a:pt x="1106" y="11847"/>
                  </a:lnTo>
                  <a:lnTo>
                    <a:pt x="1091" y="11828"/>
                  </a:lnTo>
                  <a:lnTo>
                    <a:pt x="1078" y="11807"/>
                  </a:lnTo>
                  <a:lnTo>
                    <a:pt x="1066" y="11786"/>
                  </a:lnTo>
                  <a:lnTo>
                    <a:pt x="1055" y="11765"/>
                  </a:lnTo>
                  <a:lnTo>
                    <a:pt x="1045" y="11743"/>
                  </a:lnTo>
                  <a:lnTo>
                    <a:pt x="1036" y="11719"/>
                  </a:lnTo>
                  <a:lnTo>
                    <a:pt x="1028" y="11696"/>
                  </a:lnTo>
                  <a:lnTo>
                    <a:pt x="1022" y="11672"/>
                  </a:lnTo>
                  <a:lnTo>
                    <a:pt x="1016" y="11648"/>
                  </a:lnTo>
                  <a:lnTo>
                    <a:pt x="1012" y="11623"/>
                  </a:lnTo>
                  <a:lnTo>
                    <a:pt x="1009" y="11598"/>
                  </a:lnTo>
                  <a:lnTo>
                    <a:pt x="1007" y="11573"/>
                  </a:lnTo>
                  <a:lnTo>
                    <a:pt x="1006" y="11547"/>
                  </a:lnTo>
                  <a:lnTo>
                    <a:pt x="1006" y="1506"/>
                  </a:lnTo>
                  <a:lnTo>
                    <a:pt x="1007" y="1480"/>
                  </a:lnTo>
                  <a:lnTo>
                    <a:pt x="1009" y="1455"/>
                  </a:lnTo>
                  <a:lnTo>
                    <a:pt x="1012" y="1430"/>
                  </a:lnTo>
                  <a:lnTo>
                    <a:pt x="1016" y="1405"/>
                  </a:lnTo>
                  <a:lnTo>
                    <a:pt x="1022" y="1381"/>
                  </a:lnTo>
                  <a:lnTo>
                    <a:pt x="1028" y="1356"/>
                  </a:lnTo>
                  <a:lnTo>
                    <a:pt x="1036" y="1333"/>
                  </a:lnTo>
                  <a:lnTo>
                    <a:pt x="1045" y="1310"/>
                  </a:lnTo>
                  <a:lnTo>
                    <a:pt x="1055" y="1288"/>
                  </a:lnTo>
                  <a:lnTo>
                    <a:pt x="1066" y="1267"/>
                  </a:lnTo>
                  <a:lnTo>
                    <a:pt x="1078" y="1246"/>
                  </a:lnTo>
                  <a:lnTo>
                    <a:pt x="1091" y="1225"/>
                  </a:lnTo>
                  <a:lnTo>
                    <a:pt x="1106" y="1206"/>
                  </a:lnTo>
                  <a:lnTo>
                    <a:pt x="1121" y="1187"/>
                  </a:lnTo>
                  <a:lnTo>
                    <a:pt x="1137" y="1169"/>
                  </a:lnTo>
                  <a:lnTo>
                    <a:pt x="1153" y="1151"/>
                  </a:lnTo>
                  <a:lnTo>
                    <a:pt x="1171" y="1135"/>
                  </a:lnTo>
                  <a:lnTo>
                    <a:pt x="1189" y="1119"/>
                  </a:lnTo>
                  <a:lnTo>
                    <a:pt x="1208" y="1103"/>
                  </a:lnTo>
                  <a:lnTo>
                    <a:pt x="1227" y="1090"/>
                  </a:lnTo>
                  <a:lnTo>
                    <a:pt x="1248" y="1077"/>
                  </a:lnTo>
                  <a:lnTo>
                    <a:pt x="1268" y="1064"/>
                  </a:lnTo>
                  <a:lnTo>
                    <a:pt x="1291" y="1053"/>
                  </a:lnTo>
                  <a:lnTo>
                    <a:pt x="1313" y="1043"/>
                  </a:lnTo>
                  <a:lnTo>
                    <a:pt x="1336" y="1034"/>
                  </a:lnTo>
                  <a:lnTo>
                    <a:pt x="1359" y="1027"/>
                  </a:lnTo>
                  <a:lnTo>
                    <a:pt x="1383" y="1020"/>
                  </a:lnTo>
                  <a:lnTo>
                    <a:pt x="1407" y="1014"/>
                  </a:lnTo>
                  <a:lnTo>
                    <a:pt x="1432" y="1010"/>
                  </a:lnTo>
                  <a:lnTo>
                    <a:pt x="1458" y="1007"/>
                  </a:lnTo>
                  <a:lnTo>
                    <a:pt x="1483" y="1005"/>
                  </a:lnTo>
                  <a:lnTo>
                    <a:pt x="1509" y="1004"/>
                  </a:lnTo>
                  <a:lnTo>
                    <a:pt x="14586" y="1004"/>
                  </a:lnTo>
                  <a:lnTo>
                    <a:pt x="14612" y="1005"/>
                  </a:lnTo>
                  <a:lnTo>
                    <a:pt x="14637" y="1007"/>
                  </a:lnTo>
                  <a:lnTo>
                    <a:pt x="14663" y="1010"/>
                  </a:lnTo>
                  <a:lnTo>
                    <a:pt x="14687" y="1014"/>
                  </a:lnTo>
                  <a:lnTo>
                    <a:pt x="14712" y="1020"/>
                  </a:lnTo>
                  <a:lnTo>
                    <a:pt x="14735" y="1027"/>
                  </a:lnTo>
                  <a:lnTo>
                    <a:pt x="14759" y="1034"/>
                  </a:lnTo>
                  <a:lnTo>
                    <a:pt x="14781" y="1043"/>
                  </a:lnTo>
                  <a:lnTo>
                    <a:pt x="14803" y="1053"/>
                  </a:lnTo>
                  <a:lnTo>
                    <a:pt x="14826" y="1064"/>
                  </a:lnTo>
                  <a:lnTo>
                    <a:pt x="14847" y="1077"/>
                  </a:lnTo>
                  <a:lnTo>
                    <a:pt x="14867" y="1090"/>
                  </a:lnTo>
                  <a:lnTo>
                    <a:pt x="14887" y="1103"/>
                  </a:lnTo>
                  <a:lnTo>
                    <a:pt x="14906" y="1119"/>
                  </a:lnTo>
                  <a:lnTo>
                    <a:pt x="14924" y="1135"/>
                  </a:lnTo>
                  <a:lnTo>
                    <a:pt x="14941" y="1151"/>
                  </a:lnTo>
                  <a:lnTo>
                    <a:pt x="14958" y="1169"/>
                  </a:lnTo>
                  <a:lnTo>
                    <a:pt x="14974" y="1187"/>
                  </a:lnTo>
                  <a:lnTo>
                    <a:pt x="14988" y="1206"/>
                  </a:lnTo>
                  <a:lnTo>
                    <a:pt x="15003" y="1225"/>
                  </a:lnTo>
                  <a:lnTo>
                    <a:pt x="15016" y="1246"/>
                  </a:lnTo>
                  <a:lnTo>
                    <a:pt x="15029" y="1267"/>
                  </a:lnTo>
                  <a:lnTo>
                    <a:pt x="15040" y="1288"/>
                  </a:lnTo>
                  <a:lnTo>
                    <a:pt x="15050" y="1310"/>
                  </a:lnTo>
                  <a:lnTo>
                    <a:pt x="15059" y="1333"/>
                  </a:lnTo>
                  <a:lnTo>
                    <a:pt x="15066" y="1356"/>
                  </a:lnTo>
                  <a:lnTo>
                    <a:pt x="15073" y="1381"/>
                  </a:lnTo>
                  <a:lnTo>
                    <a:pt x="15079" y="1405"/>
                  </a:lnTo>
                  <a:lnTo>
                    <a:pt x="15083" y="1430"/>
                  </a:lnTo>
                  <a:lnTo>
                    <a:pt x="15086" y="1455"/>
                  </a:lnTo>
                  <a:lnTo>
                    <a:pt x="15088" y="1480"/>
                  </a:lnTo>
                  <a:lnTo>
                    <a:pt x="15089" y="1506"/>
                  </a:lnTo>
                  <a:lnTo>
                    <a:pt x="15089" y="11547"/>
                  </a:lnTo>
                  <a:close/>
                  <a:moveTo>
                    <a:pt x="14586" y="0"/>
                  </a:moveTo>
                  <a:lnTo>
                    <a:pt x="1509" y="0"/>
                  </a:lnTo>
                  <a:lnTo>
                    <a:pt x="1431" y="2"/>
                  </a:lnTo>
                  <a:lnTo>
                    <a:pt x="1354" y="8"/>
                  </a:lnTo>
                  <a:lnTo>
                    <a:pt x="1279" y="17"/>
                  </a:lnTo>
                  <a:lnTo>
                    <a:pt x="1204" y="30"/>
                  </a:lnTo>
                  <a:lnTo>
                    <a:pt x="1132" y="47"/>
                  </a:lnTo>
                  <a:lnTo>
                    <a:pt x="1060" y="67"/>
                  </a:lnTo>
                  <a:lnTo>
                    <a:pt x="990" y="91"/>
                  </a:lnTo>
                  <a:lnTo>
                    <a:pt x="921" y="118"/>
                  </a:lnTo>
                  <a:lnTo>
                    <a:pt x="854" y="149"/>
                  </a:lnTo>
                  <a:lnTo>
                    <a:pt x="790" y="182"/>
                  </a:lnTo>
                  <a:lnTo>
                    <a:pt x="726" y="218"/>
                  </a:lnTo>
                  <a:lnTo>
                    <a:pt x="665" y="257"/>
                  </a:lnTo>
                  <a:lnTo>
                    <a:pt x="606" y="299"/>
                  </a:lnTo>
                  <a:lnTo>
                    <a:pt x="549" y="344"/>
                  </a:lnTo>
                  <a:lnTo>
                    <a:pt x="494" y="392"/>
                  </a:lnTo>
                  <a:lnTo>
                    <a:pt x="442" y="441"/>
                  </a:lnTo>
                  <a:lnTo>
                    <a:pt x="391" y="493"/>
                  </a:lnTo>
                  <a:lnTo>
                    <a:pt x="344" y="548"/>
                  </a:lnTo>
                  <a:lnTo>
                    <a:pt x="300" y="605"/>
                  </a:lnTo>
                  <a:lnTo>
                    <a:pt x="258" y="664"/>
                  </a:lnTo>
                  <a:lnTo>
                    <a:pt x="218" y="725"/>
                  </a:lnTo>
                  <a:lnTo>
                    <a:pt x="182" y="788"/>
                  </a:lnTo>
                  <a:lnTo>
                    <a:pt x="149" y="853"/>
                  </a:lnTo>
                  <a:lnTo>
                    <a:pt x="119" y="920"/>
                  </a:lnTo>
                  <a:lnTo>
                    <a:pt x="92" y="988"/>
                  </a:lnTo>
                  <a:lnTo>
                    <a:pt x="67" y="1058"/>
                  </a:lnTo>
                  <a:lnTo>
                    <a:pt x="47" y="1130"/>
                  </a:lnTo>
                  <a:lnTo>
                    <a:pt x="30" y="1203"/>
                  </a:lnTo>
                  <a:lnTo>
                    <a:pt x="17" y="1277"/>
                  </a:lnTo>
                  <a:lnTo>
                    <a:pt x="8" y="1352"/>
                  </a:lnTo>
                  <a:lnTo>
                    <a:pt x="2" y="1429"/>
                  </a:lnTo>
                  <a:lnTo>
                    <a:pt x="0" y="1506"/>
                  </a:lnTo>
                  <a:lnTo>
                    <a:pt x="0" y="11547"/>
                  </a:lnTo>
                  <a:lnTo>
                    <a:pt x="2" y="11624"/>
                  </a:lnTo>
                  <a:lnTo>
                    <a:pt x="8" y="11700"/>
                  </a:lnTo>
                  <a:lnTo>
                    <a:pt x="17" y="11776"/>
                  </a:lnTo>
                  <a:lnTo>
                    <a:pt x="30" y="11850"/>
                  </a:lnTo>
                  <a:lnTo>
                    <a:pt x="47" y="11922"/>
                  </a:lnTo>
                  <a:lnTo>
                    <a:pt x="67" y="11994"/>
                  </a:lnTo>
                  <a:lnTo>
                    <a:pt x="92" y="12064"/>
                  </a:lnTo>
                  <a:lnTo>
                    <a:pt x="118" y="12132"/>
                  </a:lnTo>
                  <a:lnTo>
                    <a:pt x="148" y="12198"/>
                  </a:lnTo>
                  <a:lnTo>
                    <a:pt x="181" y="12264"/>
                  </a:lnTo>
                  <a:lnTo>
                    <a:pt x="217" y="12326"/>
                  </a:lnTo>
                  <a:lnTo>
                    <a:pt x="257" y="12387"/>
                  </a:lnTo>
                  <a:lnTo>
                    <a:pt x="299" y="12446"/>
                  </a:lnTo>
                  <a:lnTo>
                    <a:pt x="343" y="12504"/>
                  </a:lnTo>
                  <a:lnTo>
                    <a:pt x="390" y="12558"/>
                  </a:lnTo>
                  <a:lnTo>
                    <a:pt x="441" y="12610"/>
                  </a:lnTo>
                  <a:lnTo>
                    <a:pt x="493" y="12660"/>
                  </a:lnTo>
                  <a:lnTo>
                    <a:pt x="547" y="12707"/>
                  </a:lnTo>
                  <a:lnTo>
                    <a:pt x="604" y="12752"/>
                  </a:lnTo>
                  <a:lnTo>
                    <a:pt x="663" y="12794"/>
                  </a:lnTo>
                  <a:lnTo>
                    <a:pt x="724" y="12833"/>
                  </a:lnTo>
                  <a:lnTo>
                    <a:pt x="787" y="12869"/>
                  </a:lnTo>
                  <a:lnTo>
                    <a:pt x="852" y="12902"/>
                  </a:lnTo>
                  <a:lnTo>
                    <a:pt x="918" y="12933"/>
                  </a:lnTo>
                  <a:lnTo>
                    <a:pt x="987" y="12959"/>
                  </a:lnTo>
                  <a:lnTo>
                    <a:pt x="1056" y="12984"/>
                  </a:lnTo>
                  <a:lnTo>
                    <a:pt x="1128" y="13004"/>
                  </a:lnTo>
                  <a:lnTo>
                    <a:pt x="1201" y="13021"/>
                  </a:lnTo>
                  <a:lnTo>
                    <a:pt x="1275" y="13035"/>
                  </a:lnTo>
                  <a:lnTo>
                    <a:pt x="1350" y="13044"/>
                  </a:lnTo>
                  <a:lnTo>
                    <a:pt x="1426" y="13050"/>
                  </a:lnTo>
                  <a:lnTo>
                    <a:pt x="1504" y="13053"/>
                  </a:lnTo>
                  <a:lnTo>
                    <a:pt x="6539" y="13053"/>
                  </a:lnTo>
                  <a:lnTo>
                    <a:pt x="6539" y="13663"/>
                  </a:lnTo>
                  <a:lnTo>
                    <a:pt x="3399" y="14070"/>
                  </a:lnTo>
                  <a:lnTo>
                    <a:pt x="3378" y="14076"/>
                  </a:lnTo>
                  <a:lnTo>
                    <a:pt x="3358" y="14082"/>
                  </a:lnTo>
                  <a:lnTo>
                    <a:pt x="3338" y="14090"/>
                  </a:lnTo>
                  <a:lnTo>
                    <a:pt x="3319" y="14098"/>
                  </a:lnTo>
                  <a:lnTo>
                    <a:pt x="3299" y="14106"/>
                  </a:lnTo>
                  <a:lnTo>
                    <a:pt x="3280" y="14116"/>
                  </a:lnTo>
                  <a:lnTo>
                    <a:pt x="3262" y="14126"/>
                  </a:lnTo>
                  <a:lnTo>
                    <a:pt x="3245" y="14137"/>
                  </a:lnTo>
                  <a:lnTo>
                    <a:pt x="3228" y="14149"/>
                  </a:lnTo>
                  <a:lnTo>
                    <a:pt x="3211" y="14161"/>
                  </a:lnTo>
                  <a:lnTo>
                    <a:pt x="3196" y="14174"/>
                  </a:lnTo>
                  <a:lnTo>
                    <a:pt x="3180" y="14188"/>
                  </a:lnTo>
                  <a:lnTo>
                    <a:pt x="3166" y="14203"/>
                  </a:lnTo>
                  <a:lnTo>
                    <a:pt x="3151" y="14217"/>
                  </a:lnTo>
                  <a:lnTo>
                    <a:pt x="3138" y="14233"/>
                  </a:lnTo>
                  <a:lnTo>
                    <a:pt x="3124" y="14249"/>
                  </a:lnTo>
                  <a:lnTo>
                    <a:pt x="3112" y="14265"/>
                  </a:lnTo>
                  <a:lnTo>
                    <a:pt x="3100" y="14282"/>
                  </a:lnTo>
                  <a:lnTo>
                    <a:pt x="3089" y="14299"/>
                  </a:lnTo>
                  <a:lnTo>
                    <a:pt x="3079" y="14316"/>
                  </a:lnTo>
                  <a:lnTo>
                    <a:pt x="3070" y="14335"/>
                  </a:lnTo>
                  <a:lnTo>
                    <a:pt x="3061" y="14353"/>
                  </a:lnTo>
                  <a:lnTo>
                    <a:pt x="3053" y="14372"/>
                  </a:lnTo>
                  <a:lnTo>
                    <a:pt x="3046" y="14391"/>
                  </a:lnTo>
                  <a:lnTo>
                    <a:pt x="3039" y="14411"/>
                  </a:lnTo>
                  <a:lnTo>
                    <a:pt x="3034" y="14431"/>
                  </a:lnTo>
                  <a:lnTo>
                    <a:pt x="3029" y="14452"/>
                  </a:lnTo>
                  <a:lnTo>
                    <a:pt x="3025" y="14473"/>
                  </a:lnTo>
                  <a:lnTo>
                    <a:pt x="3022" y="14493"/>
                  </a:lnTo>
                  <a:lnTo>
                    <a:pt x="3020" y="14514"/>
                  </a:lnTo>
                  <a:lnTo>
                    <a:pt x="3018" y="14536"/>
                  </a:lnTo>
                  <a:lnTo>
                    <a:pt x="3018" y="14557"/>
                  </a:lnTo>
                  <a:lnTo>
                    <a:pt x="3019" y="14583"/>
                  </a:lnTo>
                  <a:lnTo>
                    <a:pt x="3020" y="14608"/>
                  </a:lnTo>
                  <a:lnTo>
                    <a:pt x="3024" y="14633"/>
                  </a:lnTo>
                  <a:lnTo>
                    <a:pt x="3028" y="14658"/>
                  </a:lnTo>
                  <a:lnTo>
                    <a:pt x="3034" y="14682"/>
                  </a:lnTo>
                  <a:lnTo>
                    <a:pt x="3040" y="14707"/>
                  </a:lnTo>
                  <a:lnTo>
                    <a:pt x="3048" y="14730"/>
                  </a:lnTo>
                  <a:lnTo>
                    <a:pt x="3057" y="14753"/>
                  </a:lnTo>
                  <a:lnTo>
                    <a:pt x="3067" y="14775"/>
                  </a:lnTo>
                  <a:lnTo>
                    <a:pt x="3078" y="14797"/>
                  </a:lnTo>
                  <a:lnTo>
                    <a:pt x="3090" y="14818"/>
                  </a:lnTo>
                  <a:lnTo>
                    <a:pt x="3103" y="14838"/>
                  </a:lnTo>
                  <a:lnTo>
                    <a:pt x="3117" y="14857"/>
                  </a:lnTo>
                  <a:lnTo>
                    <a:pt x="3132" y="14876"/>
                  </a:lnTo>
                  <a:lnTo>
                    <a:pt x="3149" y="14894"/>
                  </a:lnTo>
                  <a:lnTo>
                    <a:pt x="3165" y="14912"/>
                  </a:lnTo>
                  <a:lnTo>
                    <a:pt x="3183" y="14928"/>
                  </a:lnTo>
                  <a:lnTo>
                    <a:pt x="3201" y="14945"/>
                  </a:lnTo>
                  <a:lnTo>
                    <a:pt x="3220" y="14960"/>
                  </a:lnTo>
                  <a:lnTo>
                    <a:pt x="3239" y="14974"/>
                  </a:lnTo>
                  <a:lnTo>
                    <a:pt x="3260" y="14987"/>
                  </a:lnTo>
                  <a:lnTo>
                    <a:pt x="3280" y="14999"/>
                  </a:lnTo>
                  <a:lnTo>
                    <a:pt x="3302" y="15010"/>
                  </a:lnTo>
                  <a:lnTo>
                    <a:pt x="3325" y="15020"/>
                  </a:lnTo>
                  <a:lnTo>
                    <a:pt x="3348" y="15029"/>
                  </a:lnTo>
                  <a:lnTo>
                    <a:pt x="3371" y="15037"/>
                  </a:lnTo>
                  <a:lnTo>
                    <a:pt x="3395" y="15043"/>
                  </a:lnTo>
                  <a:lnTo>
                    <a:pt x="3419" y="15049"/>
                  </a:lnTo>
                  <a:lnTo>
                    <a:pt x="3444" y="15053"/>
                  </a:lnTo>
                  <a:lnTo>
                    <a:pt x="3469" y="15056"/>
                  </a:lnTo>
                  <a:lnTo>
                    <a:pt x="3495" y="15058"/>
                  </a:lnTo>
                  <a:lnTo>
                    <a:pt x="3521" y="15059"/>
                  </a:lnTo>
                  <a:lnTo>
                    <a:pt x="12574" y="15059"/>
                  </a:lnTo>
                  <a:lnTo>
                    <a:pt x="12600" y="15058"/>
                  </a:lnTo>
                  <a:lnTo>
                    <a:pt x="12626" y="15056"/>
                  </a:lnTo>
                  <a:lnTo>
                    <a:pt x="12651" y="15053"/>
                  </a:lnTo>
                  <a:lnTo>
                    <a:pt x="12676" y="15049"/>
                  </a:lnTo>
                  <a:lnTo>
                    <a:pt x="12700" y="15043"/>
                  </a:lnTo>
                  <a:lnTo>
                    <a:pt x="12724" y="15037"/>
                  </a:lnTo>
                  <a:lnTo>
                    <a:pt x="12747" y="15029"/>
                  </a:lnTo>
                  <a:lnTo>
                    <a:pt x="12770" y="15020"/>
                  </a:lnTo>
                  <a:lnTo>
                    <a:pt x="12793" y="15010"/>
                  </a:lnTo>
                  <a:lnTo>
                    <a:pt x="12814" y="14999"/>
                  </a:lnTo>
                  <a:lnTo>
                    <a:pt x="12835" y="14987"/>
                  </a:lnTo>
                  <a:lnTo>
                    <a:pt x="12856" y="14974"/>
                  </a:lnTo>
                  <a:lnTo>
                    <a:pt x="12875" y="14960"/>
                  </a:lnTo>
                  <a:lnTo>
                    <a:pt x="12894" y="14945"/>
                  </a:lnTo>
                  <a:lnTo>
                    <a:pt x="12912" y="14928"/>
                  </a:lnTo>
                  <a:lnTo>
                    <a:pt x="12930" y="14912"/>
                  </a:lnTo>
                  <a:lnTo>
                    <a:pt x="12946" y="14894"/>
                  </a:lnTo>
                  <a:lnTo>
                    <a:pt x="12963" y="14876"/>
                  </a:lnTo>
                  <a:lnTo>
                    <a:pt x="12978" y="14857"/>
                  </a:lnTo>
                  <a:lnTo>
                    <a:pt x="12992" y="14838"/>
                  </a:lnTo>
                  <a:lnTo>
                    <a:pt x="13005" y="14818"/>
                  </a:lnTo>
                  <a:lnTo>
                    <a:pt x="13017" y="14797"/>
                  </a:lnTo>
                  <a:lnTo>
                    <a:pt x="13028" y="14775"/>
                  </a:lnTo>
                  <a:lnTo>
                    <a:pt x="13038" y="14753"/>
                  </a:lnTo>
                  <a:lnTo>
                    <a:pt x="13047" y="14730"/>
                  </a:lnTo>
                  <a:lnTo>
                    <a:pt x="13055" y="14707"/>
                  </a:lnTo>
                  <a:lnTo>
                    <a:pt x="13061" y="14682"/>
                  </a:lnTo>
                  <a:lnTo>
                    <a:pt x="13067" y="14658"/>
                  </a:lnTo>
                  <a:lnTo>
                    <a:pt x="13071" y="14633"/>
                  </a:lnTo>
                  <a:lnTo>
                    <a:pt x="13074" y="14608"/>
                  </a:lnTo>
                  <a:lnTo>
                    <a:pt x="13076" y="14583"/>
                  </a:lnTo>
                  <a:lnTo>
                    <a:pt x="13077" y="14557"/>
                  </a:lnTo>
                  <a:lnTo>
                    <a:pt x="13077" y="14536"/>
                  </a:lnTo>
                  <a:lnTo>
                    <a:pt x="13075" y="14514"/>
                  </a:lnTo>
                  <a:lnTo>
                    <a:pt x="13073" y="14493"/>
                  </a:lnTo>
                  <a:lnTo>
                    <a:pt x="13070" y="14473"/>
                  </a:lnTo>
                  <a:lnTo>
                    <a:pt x="13066" y="14452"/>
                  </a:lnTo>
                  <a:lnTo>
                    <a:pt x="13061" y="14431"/>
                  </a:lnTo>
                  <a:lnTo>
                    <a:pt x="13056" y="14411"/>
                  </a:lnTo>
                  <a:lnTo>
                    <a:pt x="13049" y="14391"/>
                  </a:lnTo>
                  <a:lnTo>
                    <a:pt x="13042" y="14372"/>
                  </a:lnTo>
                  <a:lnTo>
                    <a:pt x="13034" y="14353"/>
                  </a:lnTo>
                  <a:lnTo>
                    <a:pt x="13025" y="14335"/>
                  </a:lnTo>
                  <a:lnTo>
                    <a:pt x="13016" y="14316"/>
                  </a:lnTo>
                  <a:lnTo>
                    <a:pt x="13006" y="14299"/>
                  </a:lnTo>
                  <a:lnTo>
                    <a:pt x="12995" y="14282"/>
                  </a:lnTo>
                  <a:lnTo>
                    <a:pt x="12983" y="14265"/>
                  </a:lnTo>
                  <a:lnTo>
                    <a:pt x="12971" y="14249"/>
                  </a:lnTo>
                  <a:lnTo>
                    <a:pt x="12957" y="14233"/>
                  </a:lnTo>
                  <a:lnTo>
                    <a:pt x="12944" y="14217"/>
                  </a:lnTo>
                  <a:lnTo>
                    <a:pt x="12930" y="14203"/>
                  </a:lnTo>
                  <a:lnTo>
                    <a:pt x="12915" y="14188"/>
                  </a:lnTo>
                  <a:lnTo>
                    <a:pt x="12900" y="14174"/>
                  </a:lnTo>
                  <a:lnTo>
                    <a:pt x="12884" y="14161"/>
                  </a:lnTo>
                  <a:lnTo>
                    <a:pt x="12867" y="14149"/>
                  </a:lnTo>
                  <a:lnTo>
                    <a:pt x="12850" y="14137"/>
                  </a:lnTo>
                  <a:lnTo>
                    <a:pt x="12833" y="14126"/>
                  </a:lnTo>
                  <a:lnTo>
                    <a:pt x="12815" y="14116"/>
                  </a:lnTo>
                  <a:lnTo>
                    <a:pt x="12796" y="14106"/>
                  </a:lnTo>
                  <a:lnTo>
                    <a:pt x="12776" y="14098"/>
                  </a:lnTo>
                  <a:lnTo>
                    <a:pt x="12757" y="14090"/>
                  </a:lnTo>
                  <a:lnTo>
                    <a:pt x="12737" y="14082"/>
                  </a:lnTo>
                  <a:lnTo>
                    <a:pt x="12717" y="14076"/>
                  </a:lnTo>
                  <a:lnTo>
                    <a:pt x="12696" y="14070"/>
                  </a:lnTo>
                  <a:lnTo>
                    <a:pt x="9556" y="13663"/>
                  </a:lnTo>
                  <a:lnTo>
                    <a:pt x="9556" y="13053"/>
                  </a:lnTo>
                  <a:lnTo>
                    <a:pt x="14591" y="13053"/>
                  </a:lnTo>
                  <a:lnTo>
                    <a:pt x="14669" y="13050"/>
                  </a:lnTo>
                  <a:lnTo>
                    <a:pt x="14745" y="13044"/>
                  </a:lnTo>
                  <a:lnTo>
                    <a:pt x="14820" y="13035"/>
                  </a:lnTo>
                  <a:lnTo>
                    <a:pt x="14894" y="13021"/>
                  </a:lnTo>
                  <a:lnTo>
                    <a:pt x="14967" y="13004"/>
                  </a:lnTo>
                  <a:lnTo>
                    <a:pt x="15039" y="12984"/>
                  </a:lnTo>
                  <a:lnTo>
                    <a:pt x="15108" y="12959"/>
                  </a:lnTo>
                  <a:lnTo>
                    <a:pt x="15177" y="12933"/>
                  </a:lnTo>
                  <a:lnTo>
                    <a:pt x="15243" y="12902"/>
                  </a:lnTo>
                  <a:lnTo>
                    <a:pt x="15308" y="12869"/>
                  </a:lnTo>
                  <a:lnTo>
                    <a:pt x="15371" y="12833"/>
                  </a:lnTo>
                  <a:lnTo>
                    <a:pt x="15432" y="12794"/>
                  </a:lnTo>
                  <a:lnTo>
                    <a:pt x="15491" y="12752"/>
                  </a:lnTo>
                  <a:lnTo>
                    <a:pt x="15548" y="12707"/>
                  </a:lnTo>
                  <a:lnTo>
                    <a:pt x="15602" y="12660"/>
                  </a:lnTo>
                  <a:lnTo>
                    <a:pt x="15654" y="12610"/>
                  </a:lnTo>
                  <a:lnTo>
                    <a:pt x="15705" y="12558"/>
                  </a:lnTo>
                  <a:lnTo>
                    <a:pt x="15752" y="12504"/>
                  </a:lnTo>
                  <a:lnTo>
                    <a:pt x="15796" y="12446"/>
                  </a:lnTo>
                  <a:lnTo>
                    <a:pt x="15838" y="12387"/>
                  </a:lnTo>
                  <a:lnTo>
                    <a:pt x="15878" y="12326"/>
                  </a:lnTo>
                  <a:lnTo>
                    <a:pt x="15914" y="12264"/>
                  </a:lnTo>
                  <a:lnTo>
                    <a:pt x="15947" y="12198"/>
                  </a:lnTo>
                  <a:lnTo>
                    <a:pt x="15977" y="12132"/>
                  </a:lnTo>
                  <a:lnTo>
                    <a:pt x="16003" y="12064"/>
                  </a:lnTo>
                  <a:lnTo>
                    <a:pt x="16028" y="11994"/>
                  </a:lnTo>
                  <a:lnTo>
                    <a:pt x="16048" y="11922"/>
                  </a:lnTo>
                  <a:lnTo>
                    <a:pt x="16065" y="11850"/>
                  </a:lnTo>
                  <a:lnTo>
                    <a:pt x="16078" y="11776"/>
                  </a:lnTo>
                  <a:lnTo>
                    <a:pt x="16087" y="11700"/>
                  </a:lnTo>
                  <a:lnTo>
                    <a:pt x="16093" y="11624"/>
                  </a:lnTo>
                  <a:lnTo>
                    <a:pt x="16095" y="11547"/>
                  </a:lnTo>
                  <a:lnTo>
                    <a:pt x="16095" y="1506"/>
                  </a:lnTo>
                  <a:lnTo>
                    <a:pt x="16093" y="1429"/>
                  </a:lnTo>
                  <a:lnTo>
                    <a:pt x="16087" y="1352"/>
                  </a:lnTo>
                  <a:lnTo>
                    <a:pt x="16078" y="1277"/>
                  </a:lnTo>
                  <a:lnTo>
                    <a:pt x="16064" y="1203"/>
                  </a:lnTo>
                  <a:lnTo>
                    <a:pt x="16048" y="1130"/>
                  </a:lnTo>
                  <a:lnTo>
                    <a:pt x="16028" y="1058"/>
                  </a:lnTo>
                  <a:lnTo>
                    <a:pt x="16003" y="988"/>
                  </a:lnTo>
                  <a:lnTo>
                    <a:pt x="15976" y="920"/>
                  </a:lnTo>
                  <a:lnTo>
                    <a:pt x="15946" y="853"/>
                  </a:lnTo>
                  <a:lnTo>
                    <a:pt x="15913" y="788"/>
                  </a:lnTo>
                  <a:lnTo>
                    <a:pt x="15877" y="725"/>
                  </a:lnTo>
                  <a:lnTo>
                    <a:pt x="15837" y="664"/>
                  </a:lnTo>
                  <a:lnTo>
                    <a:pt x="15795" y="605"/>
                  </a:lnTo>
                  <a:lnTo>
                    <a:pt x="15750" y="548"/>
                  </a:lnTo>
                  <a:lnTo>
                    <a:pt x="15703" y="493"/>
                  </a:lnTo>
                  <a:lnTo>
                    <a:pt x="15652" y="441"/>
                  </a:lnTo>
                  <a:lnTo>
                    <a:pt x="15600" y="392"/>
                  </a:lnTo>
                  <a:lnTo>
                    <a:pt x="15546" y="344"/>
                  </a:lnTo>
                  <a:lnTo>
                    <a:pt x="15488" y="299"/>
                  </a:lnTo>
                  <a:lnTo>
                    <a:pt x="15429" y="257"/>
                  </a:lnTo>
                  <a:lnTo>
                    <a:pt x="15369" y="218"/>
                  </a:lnTo>
                  <a:lnTo>
                    <a:pt x="15305" y="182"/>
                  </a:lnTo>
                  <a:lnTo>
                    <a:pt x="15240" y="149"/>
                  </a:lnTo>
                  <a:lnTo>
                    <a:pt x="15174" y="118"/>
                  </a:lnTo>
                  <a:lnTo>
                    <a:pt x="15105" y="91"/>
                  </a:lnTo>
                  <a:lnTo>
                    <a:pt x="15035" y="67"/>
                  </a:lnTo>
                  <a:lnTo>
                    <a:pt x="14963" y="47"/>
                  </a:lnTo>
                  <a:lnTo>
                    <a:pt x="14890" y="30"/>
                  </a:lnTo>
                  <a:lnTo>
                    <a:pt x="14815" y="17"/>
                  </a:lnTo>
                  <a:lnTo>
                    <a:pt x="14740" y="8"/>
                  </a:lnTo>
                  <a:lnTo>
                    <a:pt x="14664" y="2"/>
                  </a:lnTo>
                  <a:lnTo>
                    <a:pt x="14586"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latin typeface="微软雅黑" panose="020B0503020204020204" charset="-122"/>
                <a:ea typeface="微软雅黑" panose="020B0503020204020204" charset="-122"/>
              </a:endParaRPr>
            </a:p>
          </p:txBody>
        </p:sp>
      </p:grpSp>
      <p:grpSp>
        <p:nvGrpSpPr>
          <p:cNvPr id="58" name="Group 42"/>
          <p:cNvGrpSpPr/>
          <p:nvPr>
            <p:custDataLst>
              <p:tags r:id="rId24"/>
            </p:custDataLst>
          </p:nvPr>
        </p:nvGrpSpPr>
        <p:grpSpPr>
          <a:xfrm>
            <a:off x="6778093" y="3840293"/>
            <a:ext cx="303955" cy="441191"/>
            <a:chOff x="8591550" y="2065338"/>
            <a:chExt cx="474663" cy="688975"/>
          </a:xfrm>
          <a:solidFill>
            <a:srgbClr val="69A35B"/>
          </a:solidFill>
        </p:grpSpPr>
        <p:sp>
          <p:nvSpPr>
            <p:cNvPr id="59" name="Freeform 100"/>
            <p:cNvSpPr>
              <a:spLocks noEditPoints="1"/>
            </p:cNvSpPr>
            <p:nvPr>
              <p:custDataLst>
                <p:tags r:id="rId30"/>
              </p:custDataLst>
            </p:nvPr>
          </p:nvSpPr>
          <p:spPr bwMode="auto">
            <a:xfrm>
              <a:off x="8591550" y="2065338"/>
              <a:ext cx="474663" cy="688975"/>
            </a:xfrm>
            <a:custGeom>
              <a:avLst/>
              <a:gdLst>
                <a:gd name="T0" fmla="*/ 2887 w 11063"/>
                <a:gd name="T1" fmla="*/ 9929 h 16058"/>
                <a:gd name="T2" fmla="*/ 2451 w 11063"/>
                <a:gd name="T3" fmla="*/ 9123 h 16058"/>
                <a:gd name="T4" fmla="*/ 1855 w 11063"/>
                <a:gd name="T5" fmla="*/ 8041 h 16058"/>
                <a:gd name="T6" fmla="*/ 1427 w 11063"/>
                <a:gd name="T7" fmla="*/ 7165 h 16058"/>
                <a:gd name="T8" fmla="*/ 1122 w 11063"/>
                <a:gd name="T9" fmla="*/ 6318 h 16058"/>
                <a:gd name="T10" fmla="*/ 1006 w 11063"/>
                <a:gd name="T11" fmla="*/ 5520 h 16058"/>
                <a:gd name="T12" fmla="*/ 1362 w 11063"/>
                <a:gd name="T13" fmla="*/ 3764 h 16058"/>
                <a:gd name="T14" fmla="*/ 2332 w 11063"/>
                <a:gd name="T15" fmla="*/ 2327 h 16058"/>
                <a:gd name="T16" fmla="*/ 3771 w 11063"/>
                <a:gd name="T17" fmla="*/ 1359 h 16058"/>
                <a:gd name="T18" fmla="*/ 5532 w 11063"/>
                <a:gd name="T19" fmla="*/ 1004 h 16058"/>
                <a:gd name="T20" fmla="*/ 7292 w 11063"/>
                <a:gd name="T21" fmla="*/ 1359 h 16058"/>
                <a:gd name="T22" fmla="*/ 8731 w 11063"/>
                <a:gd name="T23" fmla="*/ 2327 h 16058"/>
                <a:gd name="T24" fmla="*/ 9701 w 11063"/>
                <a:gd name="T25" fmla="*/ 3764 h 16058"/>
                <a:gd name="T26" fmla="*/ 10057 w 11063"/>
                <a:gd name="T27" fmla="*/ 5520 h 16058"/>
                <a:gd name="T28" fmla="*/ 9941 w 11063"/>
                <a:gd name="T29" fmla="*/ 6314 h 16058"/>
                <a:gd name="T30" fmla="*/ 9636 w 11063"/>
                <a:gd name="T31" fmla="*/ 7163 h 16058"/>
                <a:gd name="T32" fmla="*/ 9207 w 11063"/>
                <a:gd name="T33" fmla="*/ 8042 h 16058"/>
                <a:gd name="T34" fmla="*/ 8612 w 11063"/>
                <a:gd name="T35" fmla="*/ 9129 h 16058"/>
                <a:gd name="T36" fmla="*/ 8179 w 11063"/>
                <a:gd name="T37" fmla="*/ 9932 h 16058"/>
                <a:gd name="T38" fmla="*/ 5484 w 11063"/>
                <a:gd name="T39" fmla="*/ 15054 h 16058"/>
                <a:gd name="T40" fmla="*/ 5160 w 11063"/>
                <a:gd name="T41" fmla="*/ 15030 h 16058"/>
                <a:gd name="T42" fmla="*/ 4907 w 11063"/>
                <a:gd name="T43" fmla="*/ 14937 h 16058"/>
                <a:gd name="T44" fmla="*/ 4698 w 11063"/>
                <a:gd name="T45" fmla="*/ 14732 h 16058"/>
                <a:gd name="T46" fmla="*/ 6658 w 11063"/>
                <a:gd name="T47" fmla="*/ 14161 h 16058"/>
                <a:gd name="T48" fmla="*/ 6436 w 11063"/>
                <a:gd name="T49" fmla="*/ 14651 h 16058"/>
                <a:gd name="T50" fmla="*/ 6202 w 11063"/>
                <a:gd name="T51" fmla="*/ 14919 h 16058"/>
                <a:gd name="T52" fmla="*/ 5915 w 11063"/>
                <a:gd name="T53" fmla="*/ 15031 h 16058"/>
                <a:gd name="T54" fmla="*/ 5532 w 11063"/>
                <a:gd name="T55" fmla="*/ 15054 h 16058"/>
                <a:gd name="T56" fmla="*/ 3763 w 11063"/>
                <a:gd name="T57" fmla="*/ 12094 h 16058"/>
                <a:gd name="T58" fmla="*/ 3603 w 11063"/>
                <a:gd name="T59" fmla="*/ 11605 h 16058"/>
                <a:gd name="T60" fmla="*/ 7351 w 11063"/>
                <a:gd name="T61" fmla="*/ 11943 h 16058"/>
                <a:gd name="T62" fmla="*/ 4290 w 11063"/>
                <a:gd name="T63" fmla="*/ 13799 h 16058"/>
                <a:gd name="T64" fmla="*/ 4145 w 11063"/>
                <a:gd name="T65" fmla="*/ 13340 h 16058"/>
                <a:gd name="T66" fmla="*/ 7149 w 11063"/>
                <a:gd name="T67" fmla="*/ 12594 h 16058"/>
                <a:gd name="T68" fmla="*/ 7016 w 11063"/>
                <a:gd name="T69" fmla="*/ 13038 h 16058"/>
                <a:gd name="T70" fmla="*/ 6835 w 11063"/>
                <a:gd name="T71" fmla="*/ 13637 h 16058"/>
                <a:gd name="T72" fmla="*/ 3630 w 11063"/>
                <a:gd name="T73" fmla="*/ 335 h 16058"/>
                <a:gd name="T74" fmla="*/ 1812 w 11063"/>
                <a:gd name="T75" fmla="*/ 1434 h 16058"/>
                <a:gd name="T76" fmla="*/ 545 w 11063"/>
                <a:gd name="T77" fmla="*/ 3127 h 16058"/>
                <a:gd name="T78" fmla="*/ 7 w 11063"/>
                <a:gd name="T79" fmla="*/ 5236 h 16058"/>
                <a:gd name="T80" fmla="*/ 234 w 11063"/>
                <a:gd name="T81" fmla="*/ 6861 h 16058"/>
                <a:gd name="T82" fmla="*/ 910 w 11063"/>
                <a:gd name="T83" fmla="*/ 8405 h 16058"/>
                <a:gd name="T84" fmla="*/ 1748 w 11063"/>
                <a:gd name="T85" fmla="*/ 9927 h 16058"/>
                <a:gd name="T86" fmla="*/ 2463 w 11063"/>
                <a:gd name="T87" fmla="*/ 11392 h 16058"/>
                <a:gd name="T88" fmla="*/ 3065 w 11063"/>
                <a:gd name="T89" fmla="*/ 13245 h 16058"/>
                <a:gd name="T90" fmla="*/ 3552 w 11063"/>
                <a:gd name="T91" fmla="*/ 14718 h 16058"/>
                <a:gd name="T92" fmla="*/ 4207 w 11063"/>
                <a:gd name="T93" fmla="*/ 15672 h 16058"/>
                <a:gd name="T94" fmla="*/ 5340 w 11063"/>
                <a:gd name="T95" fmla="*/ 16053 h 16058"/>
                <a:gd name="T96" fmla="*/ 6643 w 11063"/>
                <a:gd name="T97" fmla="*/ 15823 h 16058"/>
                <a:gd name="T98" fmla="*/ 7387 w 11063"/>
                <a:gd name="T99" fmla="*/ 15011 h 16058"/>
                <a:gd name="T100" fmla="*/ 7880 w 11063"/>
                <a:gd name="T101" fmla="*/ 13666 h 16058"/>
                <a:gd name="T102" fmla="*/ 8442 w 11063"/>
                <a:gd name="T103" fmla="*/ 11841 h 16058"/>
                <a:gd name="T104" fmla="*/ 9115 w 11063"/>
                <a:gd name="T105" fmla="*/ 10307 h 16058"/>
                <a:gd name="T106" fmla="*/ 9949 w 11063"/>
                <a:gd name="T107" fmla="*/ 8788 h 16058"/>
                <a:gd name="T108" fmla="*/ 10691 w 11063"/>
                <a:gd name="T109" fmla="*/ 7241 h 16058"/>
                <a:gd name="T110" fmla="*/ 11058 w 11063"/>
                <a:gd name="T111" fmla="*/ 5709 h 16058"/>
                <a:gd name="T112" fmla="*/ 10727 w 11063"/>
                <a:gd name="T113" fmla="*/ 3622 h 16058"/>
                <a:gd name="T114" fmla="*/ 9626 w 11063"/>
                <a:gd name="T115" fmla="*/ 1809 h 16058"/>
                <a:gd name="T116" fmla="*/ 7929 w 11063"/>
                <a:gd name="T117" fmla="*/ 544 h 16058"/>
                <a:gd name="T118" fmla="*/ 5816 w 11063"/>
                <a:gd name="T119" fmla="*/ 7 h 160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1063" h="16058">
                  <a:moveTo>
                    <a:pt x="7881" y="10538"/>
                  </a:moveTo>
                  <a:lnTo>
                    <a:pt x="3187" y="10538"/>
                  </a:lnTo>
                  <a:lnTo>
                    <a:pt x="3140" y="10437"/>
                  </a:lnTo>
                  <a:lnTo>
                    <a:pt x="3092" y="10335"/>
                  </a:lnTo>
                  <a:lnTo>
                    <a:pt x="3041" y="10234"/>
                  </a:lnTo>
                  <a:lnTo>
                    <a:pt x="2991" y="10132"/>
                  </a:lnTo>
                  <a:lnTo>
                    <a:pt x="2940" y="10030"/>
                  </a:lnTo>
                  <a:lnTo>
                    <a:pt x="2887" y="9929"/>
                  </a:lnTo>
                  <a:lnTo>
                    <a:pt x="2835" y="9827"/>
                  </a:lnTo>
                  <a:lnTo>
                    <a:pt x="2781" y="9727"/>
                  </a:lnTo>
                  <a:lnTo>
                    <a:pt x="2728" y="9626"/>
                  </a:lnTo>
                  <a:lnTo>
                    <a:pt x="2672" y="9524"/>
                  </a:lnTo>
                  <a:lnTo>
                    <a:pt x="2618" y="9424"/>
                  </a:lnTo>
                  <a:lnTo>
                    <a:pt x="2563" y="9324"/>
                  </a:lnTo>
                  <a:lnTo>
                    <a:pt x="2507" y="9223"/>
                  </a:lnTo>
                  <a:lnTo>
                    <a:pt x="2451" y="9123"/>
                  </a:lnTo>
                  <a:lnTo>
                    <a:pt x="2396" y="9024"/>
                  </a:lnTo>
                  <a:lnTo>
                    <a:pt x="2340" y="8924"/>
                  </a:lnTo>
                  <a:lnTo>
                    <a:pt x="2217" y="8703"/>
                  </a:lnTo>
                  <a:lnTo>
                    <a:pt x="2094" y="8483"/>
                  </a:lnTo>
                  <a:lnTo>
                    <a:pt x="2034" y="8372"/>
                  </a:lnTo>
                  <a:lnTo>
                    <a:pt x="1973" y="8262"/>
                  </a:lnTo>
                  <a:lnTo>
                    <a:pt x="1914" y="8151"/>
                  </a:lnTo>
                  <a:lnTo>
                    <a:pt x="1855" y="8041"/>
                  </a:lnTo>
                  <a:lnTo>
                    <a:pt x="1796" y="7931"/>
                  </a:lnTo>
                  <a:lnTo>
                    <a:pt x="1740" y="7820"/>
                  </a:lnTo>
                  <a:lnTo>
                    <a:pt x="1684" y="7711"/>
                  </a:lnTo>
                  <a:lnTo>
                    <a:pt x="1629" y="7600"/>
                  </a:lnTo>
                  <a:lnTo>
                    <a:pt x="1576" y="7491"/>
                  </a:lnTo>
                  <a:lnTo>
                    <a:pt x="1525" y="7383"/>
                  </a:lnTo>
                  <a:lnTo>
                    <a:pt x="1475" y="7273"/>
                  </a:lnTo>
                  <a:lnTo>
                    <a:pt x="1427" y="7165"/>
                  </a:lnTo>
                  <a:lnTo>
                    <a:pt x="1381" y="7057"/>
                  </a:lnTo>
                  <a:lnTo>
                    <a:pt x="1337" y="6950"/>
                  </a:lnTo>
                  <a:lnTo>
                    <a:pt x="1294" y="6843"/>
                  </a:lnTo>
                  <a:lnTo>
                    <a:pt x="1255" y="6736"/>
                  </a:lnTo>
                  <a:lnTo>
                    <a:pt x="1218" y="6631"/>
                  </a:lnTo>
                  <a:lnTo>
                    <a:pt x="1183" y="6526"/>
                  </a:lnTo>
                  <a:lnTo>
                    <a:pt x="1151" y="6421"/>
                  </a:lnTo>
                  <a:lnTo>
                    <a:pt x="1122" y="6318"/>
                  </a:lnTo>
                  <a:lnTo>
                    <a:pt x="1095" y="6214"/>
                  </a:lnTo>
                  <a:lnTo>
                    <a:pt x="1072" y="6112"/>
                  </a:lnTo>
                  <a:lnTo>
                    <a:pt x="1053" y="6012"/>
                  </a:lnTo>
                  <a:lnTo>
                    <a:pt x="1036" y="5911"/>
                  </a:lnTo>
                  <a:lnTo>
                    <a:pt x="1023" y="5812"/>
                  </a:lnTo>
                  <a:lnTo>
                    <a:pt x="1014" y="5714"/>
                  </a:lnTo>
                  <a:lnTo>
                    <a:pt x="1008" y="5616"/>
                  </a:lnTo>
                  <a:lnTo>
                    <a:pt x="1006" y="5520"/>
                  </a:lnTo>
                  <a:lnTo>
                    <a:pt x="1012" y="5288"/>
                  </a:lnTo>
                  <a:lnTo>
                    <a:pt x="1029" y="5059"/>
                  </a:lnTo>
                  <a:lnTo>
                    <a:pt x="1058" y="4833"/>
                  </a:lnTo>
                  <a:lnTo>
                    <a:pt x="1098" y="4611"/>
                  </a:lnTo>
                  <a:lnTo>
                    <a:pt x="1149" y="4393"/>
                  </a:lnTo>
                  <a:lnTo>
                    <a:pt x="1210" y="4178"/>
                  </a:lnTo>
                  <a:lnTo>
                    <a:pt x="1280" y="3968"/>
                  </a:lnTo>
                  <a:lnTo>
                    <a:pt x="1362" y="3764"/>
                  </a:lnTo>
                  <a:lnTo>
                    <a:pt x="1452" y="3564"/>
                  </a:lnTo>
                  <a:lnTo>
                    <a:pt x="1553" y="3369"/>
                  </a:lnTo>
                  <a:lnTo>
                    <a:pt x="1661" y="3179"/>
                  </a:lnTo>
                  <a:lnTo>
                    <a:pt x="1779" y="2997"/>
                  </a:lnTo>
                  <a:lnTo>
                    <a:pt x="1906" y="2819"/>
                  </a:lnTo>
                  <a:lnTo>
                    <a:pt x="2041" y="2649"/>
                  </a:lnTo>
                  <a:lnTo>
                    <a:pt x="2182" y="2485"/>
                  </a:lnTo>
                  <a:lnTo>
                    <a:pt x="2332" y="2327"/>
                  </a:lnTo>
                  <a:lnTo>
                    <a:pt x="2490" y="2178"/>
                  </a:lnTo>
                  <a:lnTo>
                    <a:pt x="2654" y="2036"/>
                  </a:lnTo>
                  <a:lnTo>
                    <a:pt x="2825" y="1902"/>
                  </a:lnTo>
                  <a:lnTo>
                    <a:pt x="3003" y="1776"/>
                  </a:lnTo>
                  <a:lnTo>
                    <a:pt x="3186" y="1658"/>
                  </a:lnTo>
                  <a:lnTo>
                    <a:pt x="3376" y="1550"/>
                  </a:lnTo>
                  <a:lnTo>
                    <a:pt x="3571" y="1449"/>
                  </a:lnTo>
                  <a:lnTo>
                    <a:pt x="3771" y="1359"/>
                  </a:lnTo>
                  <a:lnTo>
                    <a:pt x="3977" y="1279"/>
                  </a:lnTo>
                  <a:lnTo>
                    <a:pt x="4187" y="1207"/>
                  </a:lnTo>
                  <a:lnTo>
                    <a:pt x="4402" y="1146"/>
                  </a:lnTo>
                  <a:lnTo>
                    <a:pt x="4620" y="1096"/>
                  </a:lnTo>
                  <a:lnTo>
                    <a:pt x="4843" y="1056"/>
                  </a:lnTo>
                  <a:lnTo>
                    <a:pt x="5069" y="1027"/>
                  </a:lnTo>
                  <a:lnTo>
                    <a:pt x="5299" y="1010"/>
                  </a:lnTo>
                  <a:lnTo>
                    <a:pt x="5532" y="1004"/>
                  </a:lnTo>
                  <a:lnTo>
                    <a:pt x="5764" y="1010"/>
                  </a:lnTo>
                  <a:lnTo>
                    <a:pt x="5993" y="1027"/>
                  </a:lnTo>
                  <a:lnTo>
                    <a:pt x="6219" y="1056"/>
                  </a:lnTo>
                  <a:lnTo>
                    <a:pt x="6443" y="1096"/>
                  </a:lnTo>
                  <a:lnTo>
                    <a:pt x="6661" y="1146"/>
                  </a:lnTo>
                  <a:lnTo>
                    <a:pt x="6876" y="1207"/>
                  </a:lnTo>
                  <a:lnTo>
                    <a:pt x="7086" y="1279"/>
                  </a:lnTo>
                  <a:lnTo>
                    <a:pt x="7292" y="1359"/>
                  </a:lnTo>
                  <a:lnTo>
                    <a:pt x="7492" y="1449"/>
                  </a:lnTo>
                  <a:lnTo>
                    <a:pt x="7687" y="1550"/>
                  </a:lnTo>
                  <a:lnTo>
                    <a:pt x="7877" y="1658"/>
                  </a:lnTo>
                  <a:lnTo>
                    <a:pt x="8060" y="1776"/>
                  </a:lnTo>
                  <a:lnTo>
                    <a:pt x="8238" y="1902"/>
                  </a:lnTo>
                  <a:lnTo>
                    <a:pt x="8409" y="2036"/>
                  </a:lnTo>
                  <a:lnTo>
                    <a:pt x="8573" y="2178"/>
                  </a:lnTo>
                  <a:lnTo>
                    <a:pt x="8731" y="2327"/>
                  </a:lnTo>
                  <a:lnTo>
                    <a:pt x="8881" y="2485"/>
                  </a:lnTo>
                  <a:lnTo>
                    <a:pt x="9022" y="2649"/>
                  </a:lnTo>
                  <a:lnTo>
                    <a:pt x="9157" y="2819"/>
                  </a:lnTo>
                  <a:lnTo>
                    <a:pt x="9283" y="2997"/>
                  </a:lnTo>
                  <a:lnTo>
                    <a:pt x="9402" y="3179"/>
                  </a:lnTo>
                  <a:lnTo>
                    <a:pt x="9510" y="3369"/>
                  </a:lnTo>
                  <a:lnTo>
                    <a:pt x="9611" y="3564"/>
                  </a:lnTo>
                  <a:lnTo>
                    <a:pt x="9701" y="3764"/>
                  </a:lnTo>
                  <a:lnTo>
                    <a:pt x="9783" y="3968"/>
                  </a:lnTo>
                  <a:lnTo>
                    <a:pt x="9853" y="4178"/>
                  </a:lnTo>
                  <a:lnTo>
                    <a:pt x="9914" y="4393"/>
                  </a:lnTo>
                  <a:lnTo>
                    <a:pt x="9965" y="4611"/>
                  </a:lnTo>
                  <a:lnTo>
                    <a:pt x="10005" y="4833"/>
                  </a:lnTo>
                  <a:lnTo>
                    <a:pt x="10034" y="5059"/>
                  </a:lnTo>
                  <a:lnTo>
                    <a:pt x="10051" y="5288"/>
                  </a:lnTo>
                  <a:lnTo>
                    <a:pt x="10057" y="5520"/>
                  </a:lnTo>
                  <a:lnTo>
                    <a:pt x="10055" y="5615"/>
                  </a:lnTo>
                  <a:lnTo>
                    <a:pt x="10049" y="5713"/>
                  </a:lnTo>
                  <a:lnTo>
                    <a:pt x="10040" y="5810"/>
                  </a:lnTo>
                  <a:lnTo>
                    <a:pt x="10027" y="5908"/>
                  </a:lnTo>
                  <a:lnTo>
                    <a:pt x="10010" y="6009"/>
                  </a:lnTo>
                  <a:lnTo>
                    <a:pt x="9990" y="6110"/>
                  </a:lnTo>
                  <a:lnTo>
                    <a:pt x="9967" y="6211"/>
                  </a:lnTo>
                  <a:lnTo>
                    <a:pt x="9941" y="6314"/>
                  </a:lnTo>
                  <a:lnTo>
                    <a:pt x="9911" y="6418"/>
                  </a:lnTo>
                  <a:lnTo>
                    <a:pt x="9880" y="6523"/>
                  </a:lnTo>
                  <a:lnTo>
                    <a:pt x="9845" y="6627"/>
                  </a:lnTo>
                  <a:lnTo>
                    <a:pt x="9808" y="6733"/>
                  </a:lnTo>
                  <a:lnTo>
                    <a:pt x="9769" y="6840"/>
                  </a:lnTo>
                  <a:lnTo>
                    <a:pt x="9726" y="6947"/>
                  </a:lnTo>
                  <a:lnTo>
                    <a:pt x="9682" y="7054"/>
                  </a:lnTo>
                  <a:lnTo>
                    <a:pt x="9636" y="7163"/>
                  </a:lnTo>
                  <a:lnTo>
                    <a:pt x="9588" y="7271"/>
                  </a:lnTo>
                  <a:lnTo>
                    <a:pt x="9538" y="7381"/>
                  </a:lnTo>
                  <a:lnTo>
                    <a:pt x="9486" y="7490"/>
                  </a:lnTo>
                  <a:lnTo>
                    <a:pt x="9433" y="7599"/>
                  </a:lnTo>
                  <a:lnTo>
                    <a:pt x="9378" y="7710"/>
                  </a:lnTo>
                  <a:lnTo>
                    <a:pt x="9323" y="7820"/>
                  </a:lnTo>
                  <a:lnTo>
                    <a:pt x="9266" y="7932"/>
                  </a:lnTo>
                  <a:lnTo>
                    <a:pt x="9207" y="8042"/>
                  </a:lnTo>
                  <a:lnTo>
                    <a:pt x="9149" y="8153"/>
                  </a:lnTo>
                  <a:lnTo>
                    <a:pt x="9089" y="8264"/>
                  </a:lnTo>
                  <a:lnTo>
                    <a:pt x="9028" y="8375"/>
                  </a:lnTo>
                  <a:lnTo>
                    <a:pt x="8968" y="8487"/>
                  </a:lnTo>
                  <a:lnTo>
                    <a:pt x="8845" y="8708"/>
                  </a:lnTo>
                  <a:lnTo>
                    <a:pt x="8722" y="8930"/>
                  </a:lnTo>
                  <a:lnTo>
                    <a:pt x="8667" y="9029"/>
                  </a:lnTo>
                  <a:lnTo>
                    <a:pt x="8612" y="9129"/>
                  </a:lnTo>
                  <a:lnTo>
                    <a:pt x="8557" y="9228"/>
                  </a:lnTo>
                  <a:lnTo>
                    <a:pt x="8501" y="9329"/>
                  </a:lnTo>
                  <a:lnTo>
                    <a:pt x="8447" y="9429"/>
                  </a:lnTo>
                  <a:lnTo>
                    <a:pt x="8392" y="9529"/>
                  </a:lnTo>
                  <a:lnTo>
                    <a:pt x="8338" y="9630"/>
                  </a:lnTo>
                  <a:lnTo>
                    <a:pt x="8284" y="9730"/>
                  </a:lnTo>
                  <a:lnTo>
                    <a:pt x="8231" y="9831"/>
                  </a:lnTo>
                  <a:lnTo>
                    <a:pt x="8179" y="9932"/>
                  </a:lnTo>
                  <a:lnTo>
                    <a:pt x="8127" y="10033"/>
                  </a:lnTo>
                  <a:lnTo>
                    <a:pt x="8076" y="10134"/>
                  </a:lnTo>
                  <a:lnTo>
                    <a:pt x="8026" y="10235"/>
                  </a:lnTo>
                  <a:lnTo>
                    <a:pt x="7976" y="10336"/>
                  </a:lnTo>
                  <a:lnTo>
                    <a:pt x="7928" y="10437"/>
                  </a:lnTo>
                  <a:lnTo>
                    <a:pt x="7881" y="10538"/>
                  </a:lnTo>
                  <a:close/>
                  <a:moveTo>
                    <a:pt x="5532" y="15054"/>
                  </a:moveTo>
                  <a:lnTo>
                    <a:pt x="5484" y="15054"/>
                  </a:lnTo>
                  <a:lnTo>
                    <a:pt x="5439" y="15053"/>
                  </a:lnTo>
                  <a:lnTo>
                    <a:pt x="5395" y="15052"/>
                  </a:lnTo>
                  <a:lnTo>
                    <a:pt x="5352" y="15050"/>
                  </a:lnTo>
                  <a:lnTo>
                    <a:pt x="5311" y="15048"/>
                  </a:lnTo>
                  <a:lnTo>
                    <a:pt x="5272" y="15045"/>
                  </a:lnTo>
                  <a:lnTo>
                    <a:pt x="5234" y="15041"/>
                  </a:lnTo>
                  <a:lnTo>
                    <a:pt x="5197" y="15036"/>
                  </a:lnTo>
                  <a:lnTo>
                    <a:pt x="5160" y="15030"/>
                  </a:lnTo>
                  <a:lnTo>
                    <a:pt x="5125" y="15023"/>
                  </a:lnTo>
                  <a:lnTo>
                    <a:pt x="5091" y="15015"/>
                  </a:lnTo>
                  <a:lnTo>
                    <a:pt x="5059" y="15006"/>
                  </a:lnTo>
                  <a:lnTo>
                    <a:pt x="5027" y="14995"/>
                  </a:lnTo>
                  <a:lnTo>
                    <a:pt x="4995" y="14983"/>
                  </a:lnTo>
                  <a:lnTo>
                    <a:pt x="4965" y="14969"/>
                  </a:lnTo>
                  <a:lnTo>
                    <a:pt x="4936" y="14954"/>
                  </a:lnTo>
                  <a:lnTo>
                    <a:pt x="4907" y="14937"/>
                  </a:lnTo>
                  <a:lnTo>
                    <a:pt x="4880" y="14919"/>
                  </a:lnTo>
                  <a:lnTo>
                    <a:pt x="4852" y="14898"/>
                  </a:lnTo>
                  <a:lnTo>
                    <a:pt x="4825" y="14876"/>
                  </a:lnTo>
                  <a:lnTo>
                    <a:pt x="4799" y="14852"/>
                  </a:lnTo>
                  <a:lnTo>
                    <a:pt x="4773" y="14825"/>
                  </a:lnTo>
                  <a:lnTo>
                    <a:pt x="4748" y="14796"/>
                  </a:lnTo>
                  <a:lnTo>
                    <a:pt x="4723" y="14765"/>
                  </a:lnTo>
                  <a:lnTo>
                    <a:pt x="4698" y="14732"/>
                  </a:lnTo>
                  <a:lnTo>
                    <a:pt x="4673" y="14696"/>
                  </a:lnTo>
                  <a:lnTo>
                    <a:pt x="4648" y="14658"/>
                  </a:lnTo>
                  <a:lnTo>
                    <a:pt x="4624" y="14618"/>
                  </a:lnTo>
                  <a:lnTo>
                    <a:pt x="4600" y="14574"/>
                  </a:lnTo>
                  <a:lnTo>
                    <a:pt x="4576" y="14527"/>
                  </a:lnTo>
                  <a:lnTo>
                    <a:pt x="4552" y="14479"/>
                  </a:lnTo>
                  <a:lnTo>
                    <a:pt x="4527" y="14427"/>
                  </a:lnTo>
                  <a:lnTo>
                    <a:pt x="6658" y="14161"/>
                  </a:lnTo>
                  <a:lnTo>
                    <a:pt x="6630" y="14236"/>
                  </a:lnTo>
                  <a:lnTo>
                    <a:pt x="6602" y="14308"/>
                  </a:lnTo>
                  <a:lnTo>
                    <a:pt x="6573" y="14375"/>
                  </a:lnTo>
                  <a:lnTo>
                    <a:pt x="6546" y="14438"/>
                  </a:lnTo>
                  <a:lnTo>
                    <a:pt x="6518" y="14496"/>
                  </a:lnTo>
                  <a:lnTo>
                    <a:pt x="6491" y="14552"/>
                  </a:lnTo>
                  <a:lnTo>
                    <a:pt x="6464" y="14603"/>
                  </a:lnTo>
                  <a:lnTo>
                    <a:pt x="6436" y="14651"/>
                  </a:lnTo>
                  <a:lnTo>
                    <a:pt x="6408" y="14695"/>
                  </a:lnTo>
                  <a:lnTo>
                    <a:pt x="6380" y="14736"/>
                  </a:lnTo>
                  <a:lnTo>
                    <a:pt x="6352" y="14773"/>
                  </a:lnTo>
                  <a:lnTo>
                    <a:pt x="6323" y="14808"/>
                  </a:lnTo>
                  <a:lnTo>
                    <a:pt x="6294" y="14841"/>
                  </a:lnTo>
                  <a:lnTo>
                    <a:pt x="6264" y="14869"/>
                  </a:lnTo>
                  <a:lnTo>
                    <a:pt x="6233" y="14895"/>
                  </a:lnTo>
                  <a:lnTo>
                    <a:pt x="6202" y="14919"/>
                  </a:lnTo>
                  <a:lnTo>
                    <a:pt x="6170" y="14940"/>
                  </a:lnTo>
                  <a:lnTo>
                    <a:pt x="6137" y="14959"/>
                  </a:lnTo>
                  <a:lnTo>
                    <a:pt x="6103" y="14976"/>
                  </a:lnTo>
                  <a:lnTo>
                    <a:pt x="6068" y="14990"/>
                  </a:lnTo>
                  <a:lnTo>
                    <a:pt x="6031" y="15003"/>
                  </a:lnTo>
                  <a:lnTo>
                    <a:pt x="5994" y="15014"/>
                  </a:lnTo>
                  <a:lnTo>
                    <a:pt x="5955" y="15023"/>
                  </a:lnTo>
                  <a:lnTo>
                    <a:pt x="5915" y="15031"/>
                  </a:lnTo>
                  <a:lnTo>
                    <a:pt x="5873" y="15038"/>
                  </a:lnTo>
                  <a:lnTo>
                    <a:pt x="5829" y="15043"/>
                  </a:lnTo>
                  <a:lnTo>
                    <a:pt x="5785" y="15047"/>
                  </a:lnTo>
                  <a:lnTo>
                    <a:pt x="5738" y="15050"/>
                  </a:lnTo>
                  <a:lnTo>
                    <a:pt x="5689" y="15052"/>
                  </a:lnTo>
                  <a:lnTo>
                    <a:pt x="5638" y="15053"/>
                  </a:lnTo>
                  <a:lnTo>
                    <a:pt x="5586" y="15054"/>
                  </a:lnTo>
                  <a:lnTo>
                    <a:pt x="5532" y="15054"/>
                  </a:lnTo>
                  <a:close/>
                  <a:moveTo>
                    <a:pt x="3890" y="12499"/>
                  </a:moveTo>
                  <a:lnTo>
                    <a:pt x="3873" y="12442"/>
                  </a:lnTo>
                  <a:lnTo>
                    <a:pt x="3855" y="12386"/>
                  </a:lnTo>
                  <a:lnTo>
                    <a:pt x="3838" y="12328"/>
                  </a:lnTo>
                  <a:lnTo>
                    <a:pt x="3820" y="12269"/>
                  </a:lnTo>
                  <a:lnTo>
                    <a:pt x="3802" y="12211"/>
                  </a:lnTo>
                  <a:lnTo>
                    <a:pt x="3783" y="12153"/>
                  </a:lnTo>
                  <a:lnTo>
                    <a:pt x="3763" y="12094"/>
                  </a:lnTo>
                  <a:lnTo>
                    <a:pt x="3744" y="12033"/>
                  </a:lnTo>
                  <a:lnTo>
                    <a:pt x="3725" y="11974"/>
                  </a:lnTo>
                  <a:lnTo>
                    <a:pt x="3705" y="11913"/>
                  </a:lnTo>
                  <a:lnTo>
                    <a:pt x="3685" y="11853"/>
                  </a:lnTo>
                  <a:lnTo>
                    <a:pt x="3665" y="11792"/>
                  </a:lnTo>
                  <a:lnTo>
                    <a:pt x="3645" y="11729"/>
                  </a:lnTo>
                  <a:lnTo>
                    <a:pt x="3624" y="11667"/>
                  </a:lnTo>
                  <a:lnTo>
                    <a:pt x="3603" y="11605"/>
                  </a:lnTo>
                  <a:lnTo>
                    <a:pt x="3581" y="11542"/>
                  </a:lnTo>
                  <a:lnTo>
                    <a:pt x="7487" y="11542"/>
                  </a:lnTo>
                  <a:lnTo>
                    <a:pt x="7464" y="11609"/>
                  </a:lnTo>
                  <a:lnTo>
                    <a:pt x="7440" y="11677"/>
                  </a:lnTo>
                  <a:lnTo>
                    <a:pt x="7417" y="11744"/>
                  </a:lnTo>
                  <a:lnTo>
                    <a:pt x="7395" y="11811"/>
                  </a:lnTo>
                  <a:lnTo>
                    <a:pt x="7373" y="11878"/>
                  </a:lnTo>
                  <a:lnTo>
                    <a:pt x="7351" y="11943"/>
                  </a:lnTo>
                  <a:lnTo>
                    <a:pt x="7330" y="12008"/>
                  </a:lnTo>
                  <a:lnTo>
                    <a:pt x="7309" y="12074"/>
                  </a:lnTo>
                  <a:lnTo>
                    <a:pt x="3890" y="12499"/>
                  </a:lnTo>
                  <a:close/>
                  <a:moveTo>
                    <a:pt x="6835" y="13637"/>
                  </a:moveTo>
                  <a:lnTo>
                    <a:pt x="4342" y="13948"/>
                  </a:lnTo>
                  <a:lnTo>
                    <a:pt x="4325" y="13899"/>
                  </a:lnTo>
                  <a:lnTo>
                    <a:pt x="4309" y="13850"/>
                  </a:lnTo>
                  <a:lnTo>
                    <a:pt x="4290" y="13799"/>
                  </a:lnTo>
                  <a:lnTo>
                    <a:pt x="4273" y="13747"/>
                  </a:lnTo>
                  <a:lnTo>
                    <a:pt x="4256" y="13693"/>
                  </a:lnTo>
                  <a:lnTo>
                    <a:pt x="4238" y="13638"/>
                  </a:lnTo>
                  <a:lnTo>
                    <a:pt x="4220" y="13582"/>
                  </a:lnTo>
                  <a:lnTo>
                    <a:pt x="4202" y="13524"/>
                  </a:lnTo>
                  <a:lnTo>
                    <a:pt x="4183" y="13465"/>
                  </a:lnTo>
                  <a:lnTo>
                    <a:pt x="4164" y="13403"/>
                  </a:lnTo>
                  <a:lnTo>
                    <a:pt x="4145" y="13340"/>
                  </a:lnTo>
                  <a:lnTo>
                    <a:pt x="4124" y="13276"/>
                  </a:lnTo>
                  <a:lnTo>
                    <a:pt x="4104" y="13210"/>
                  </a:lnTo>
                  <a:lnTo>
                    <a:pt x="4083" y="13141"/>
                  </a:lnTo>
                  <a:lnTo>
                    <a:pt x="4062" y="13070"/>
                  </a:lnTo>
                  <a:lnTo>
                    <a:pt x="4041" y="12998"/>
                  </a:lnTo>
                  <a:lnTo>
                    <a:pt x="4038" y="12990"/>
                  </a:lnTo>
                  <a:lnTo>
                    <a:pt x="4036" y="12983"/>
                  </a:lnTo>
                  <a:lnTo>
                    <a:pt x="7149" y="12594"/>
                  </a:lnTo>
                  <a:lnTo>
                    <a:pt x="7132" y="12651"/>
                  </a:lnTo>
                  <a:lnTo>
                    <a:pt x="7116" y="12707"/>
                  </a:lnTo>
                  <a:lnTo>
                    <a:pt x="7098" y="12763"/>
                  </a:lnTo>
                  <a:lnTo>
                    <a:pt x="7081" y="12819"/>
                  </a:lnTo>
                  <a:lnTo>
                    <a:pt x="7064" y="12876"/>
                  </a:lnTo>
                  <a:lnTo>
                    <a:pt x="7047" y="12931"/>
                  </a:lnTo>
                  <a:lnTo>
                    <a:pt x="7031" y="12985"/>
                  </a:lnTo>
                  <a:lnTo>
                    <a:pt x="7016" y="13038"/>
                  </a:lnTo>
                  <a:lnTo>
                    <a:pt x="6992" y="13121"/>
                  </a:lnTo>
                  <a:lnTo>
                    <a:pt x="6968" y="13202"/>
                  </a:lnTo>
                  <a:lnTo>
                    <a:pt x="6945" y="13280"/>
                  </a:lnTo>
                  <a:lnTo>
                    <a:pt x="6921" y="13355"/>
                  </a:lnTo>
                  <a:lnTo>
                    <a:pt x="6899" y="13429"/>
                  </a:lnTo>
                  <a:lnTo>
                    <a:pt x="6878" y="13500"/>
                  </a:lnTo>
                  <a:lnTo>
                    <a:pt x="6856" y="13570"/>
                  </a:lnTo>
                  <a:lnTo>
                    <a:pt x="6835" y="13637"/>
                  </a:lnTo>
                  <a:close/>
                  <a:moveTo>
                    <a:pt x="5532" y="0"/>
                  </a:moveTo>
                  <a:lnTo>
                    <a:pt x="5247" y="7"/>
                  </a:lnTo>
                  <a:lnTo>
                    <a:pt x="4966" y="28"/>
                  </a:lnTo>
                  <a:lnTo>
                    <a:pt x="4689" y="63"/>
                  </a:lnTo>
                  <a:lnTo>
                    <a:pt x="4417" y="112"/>
                  </a:lnTo>
                  <a:lnTo>
                    <a:pt x="4149" y="174"/>
                  </a:lnTo>
                  <a:lnTo>
                    <a:pt x="3886" y="248"/>
                  </a:lnTo>
                  <a:lnTo>
                    <a:pt x="3630" y="335"/>
                  </a:lnTo>
                  <a:lnTo>
                    <a:pt x="3378" y="434"/>
                  </a:lnTo>
                  <a:lnTo>
                    <a:pt x="3133" y="544"/>
                  </a:lnTo>
                  <a:lnTo>
                    <a:pt x="2894" y="666"/>
                  </a:lnTo>
                  <a:lnTo>
                    <a:pt x="2663" y="799"/>
                  </a:lnTo>
                  <a:lnTo>
                    <a:pt x="2439" y="942"/>
                  </a:lnTo>
                  <a:lnTo>
                    <a:pt x="2222" y="1097"/>
                  </a:lnTo>
                  <a:lnTo>
                    <a:pt x="2013" y="1261"/>
                  </a:lnTo>
                  <a:lnTo>
                    <a:pt x="1812" y="1434"/>
                  </a:lnTo>
                  <a:lnTo>
                    <a:pt x="1620" y="1617"/>
                  </a:lnTo>
                  <a:lnTo>
                    <a:pt x="1437" y="1809"/>
                  </a:lnTo>
                  <a:lnTo>
                    <a:pt x="1263" y="2009"/>
                  </a:lnTo>
                  <a:lnTo>
                    <a:pt x="1099" y="2217"/>
                  </a:lnTo>
                  <a:lnTo>
                    <a:pt x="944" y="2434"/>
                  </a:lnTo>
                  <a:lnTo>
                    <a:pt x="801" y="2658"/>
                  </a:lnTo>
                  <a:lnTo>
                    <a:pt x="668" y="2888"/>
                  </a:lnTo>
                  <a:lnTo>
                    <a:pt x="545" y="3127"/>
                  </a:lnTo>
                  <a:lnTo>
                    <a:pt x="434" y="3371"/>
                  </a:lnTo>
                  <a:lnTo>
                    <a:pt x="336" y="3622"/>
                  </a:lnTo>
                  <a:lnTo>
                    <a:pt x="248" y="3879"/>
                  </a:lnTo>
                  <a:lnTo>
                    <a:pt x="174" y="4141"/>
                  </a:lnTo>
                  <a:lnTo>
                    <a:pt x="113" y="4408"/>
                  </a:lnTo>
                  <a:lnTo>
                    <a:pt x="63" y="4679"/>
                  </a:lnTo>
                  <a:lnTo>
                    <a:pt x="28" y="4956"/>
                  </a:lnTo>
                  <a:lnTo>
                    <a:pt x="7" y="5236"/>
                  </a:lnTo>
                  <a:lnTo>
                    <a:pt x="0" y="5520"/>
                  </a:lnTo>
                  <a:lnTo>
                    <a:pt x="5" y="5710"/>
                  </a:lnTo>
                  <a:lnTo>
                    <a:pt x="21" y="5900"/>
                  </a:lnTo>
                  <a:lnTo>
                    <a:pt x="46" y="6092"/>
                  </a:lnTo>
                  <a:lnTo>
                    <a:pt x="81" y="6284"/>
                  </a:lnTo>
                  <a:lnTo>
                    <a:pt x="125" y="6475"/>
                  </a:lnTo>
                  <a:lnTo>
                    <a:pt x="176" y="6668"/>
                  </a:lnTo>
                  <a:lnTo>
                    <a:pt x="234" y="6861"/>
                  </a:lnTo>
                  <a:lnTo>
                    <a:pt x="301" y="7053"/>
                  </a:lnTo>
                  <a:lnTo>
                    <a:pt x="373" y="7247"/>
                  </a:lnTo>
                  <a:lnTo>
                    <a:pt x="451" y="7440"/>
                  </a:lnTo>
                  <a:lnTo>
                    <a:pt x="534" y="7634"/>
                  </a:lnTo>
                  <a:lnTo>
                    <a:pt x="623" y="7826"/>
                  </a:lnTo>
                  <a:lnTo>
                    <a:pt x="715" y="8020"/>
                  </a:lnTo>
                  <a:lnTo>
                    <a:pt x="811" y="8213"/>
                  </a:lnTo>
                  <a:lnTo>
                    <a:pt x="910" y="8405"/>
                  </a:lnTo>
                  <a:lnTo>
                    <a:pt x="1012" y="8597"/>
                  </a:lnTo>
                  <a:lnTo>
                    <a:pt x="1115" y="8789"/>
                  </a:lnTo>
                  <a:lnTo>
                    <a:pt x="1221" y="8980"/>
                  </a:lnTo>
                  <a:lnTo>
                    <a:pt x="1327" y="9171"/>
                  </a:lnTo>
                  <a:lnTo>
                    <a:pt x="1433" y="9361"/>
                  </a:lnTo>
                  <a:lnTo>
                    <a:pt x="1539" y="9550"/>
                  </a:lnTo>
                  <a:lnTo>
                    <a:pt x="1644" y="9739"/>
                  </a:lnTo>
                  <a:lnTo>
                    <a:pt x="1748" y="9927"/>
                  </a:lnTo>
                  <a:lnTo>
                    <a:pt x="1850" y="10115"/>
                  </a:lnTo>
                  <a:lnTo>
                    <a:pt x="1949" y="10300"/>
                  </a:lnTo>
                  <a:lnTo>
                    <a:pt x="2046" y="10485"/>
                  </a:lnTo>
                  <a:lnTo>
                    <a:pt x="2138" y="10670"/>
                  </a:lnTo>
                  <a:lnTo>
                    <a:pt x="2228" y="10852"/>
                  </a:lnTo>
                  <a:lnTo>
                    <a:pt x="2311" y="11033"/>
                  </a:lnTo>
                  <a:lnTo>
                    <a:pt x="2391" y="11214"/>
                  </a:lnTo>
                  <a:lnTo>
                    <a:pt x="2463" y="11392"/>
                  </a:lnTo>
                  <a:lnTo>
                    <a:pt x="2529" y="11569"/>
                  </a:lnTo>
                  <a:lnTo>
                    <a:pt x="2621" y="11829"/>
                  </a:lnTo>
                  <a:lnTo>
                    <a:pt x="2706" y="12083"/>
                  </a:lnTo>
                  <a:lnTo>
                    <a:pt x="2787" y="12329"/>
                  </a:lnTo>
                  <a:lnTo>
                    <a:pt x="2861" y="12568"/>
                  </a:lnTo>
                  <a:lnTo>
                    <a:pt x="2933" y="12801"/>
                  </a:lnTo>
                  <a:lnTo>
                    <a:pt x="3000" y="13026"/>
                  </a:lnTo>
                  <a:lnTo>
                    <a:pt x="3065" y="13245"/>
                  </a:lnTo>
                  <a:lnTo>
                    <a:pt x="3128" y="13456"/>
                  </a:lnTo>
                  <a:lnTo>
                    <a:pt x="3188" y="13658"/>
                  </a:lnTo>
                  <a:lnTo>
                    <a:pt x="3248" y="13855"/>
                  </a:lnTo>
                  <a:lnTo>
                    <a:pt x="3308" y="14043"/>
                  </a:lnTo>
                  <a:lnTo>
                    <a:pt x="3367" y="14223"/>
                  </a:lnTo>
                  <a:lnTo>
                    <a:pt x="3428" y="14396"/>
                  </a:lnTo>
                  <a:lnTo>
                    <a:pt x="3489" y="14562"/>
                  </a:lnTo>
                  <a:lnTo>
                    <a:pt x="3552" y="14718"/>
                  </a:lnTo>
                  <a:lnTo>
                    <a:pt x="3619" y="14867"/>
                  </a:lnTo>
                  <a:lnTo>
                    <a:pt x="3688" y="15007"/>
                  </a:lnTo>
                  <a:lnTo>
                    <a:pt x="3761" y="15140"/>
                  </a:lnTo>
                  <a:lnTo>
                    <a:pt x="3839" y="15263"/>
                  </a:lnTo>
                  <a:lnTo>
                    <a:pt x="3922" y="15379"/>
                  </a:lnTo>
                  <a:lnTo>
                    <a:pt x="4011" y="15485"/>
                  </a:lnTo>
                  <a:lnTo>
                    <a:pt x="4105" y="15582"/>
                  </a:lnTo>
                  <a:lnTo>
                    <a:pt x="4207" y="15672"/>
                  </a:lnTo>
                  <a:lnTo>
                    <a:pt x="4316" y="15752"/>
                  </a:lnTo>
                  <a:lnTo>
                    <a:pt x="4433" y="15822"/>
                  </a:lnTo>
                  <a:lnTo>
                    <a:pt x="4559" y="15884"/>
                  </a:lnTo>
                  <a:lnTo>
                    <a:pt x="4694" y="15937"/>
                  </a:lnTo>
                  <a:lnTo>
                    <a:pt x="4840" y="15981"/>
                  </a:lnTo>
                  <a:lnTo>
                    <a:pt x="4995" y="16014"/>
                  </a:lnTo>
                  <a:lnTo>
                    <a:pt x="5161" y="16038"/>
                  </a:lnTo>
                  <a:lnTo>
                    <a:pt x="5340" y="16053"/>
                  </a:lnTo>
                  <a:lnTo>
                    <a:pt x="5532" y="16058"/>
                  </a:lnTo>
                  <a:lnTo>
                    <a:pt x="5726" y="16053"/>
                  </a:lnTo>
                  <a:lnTo>
                    <a:pt x="5907" y="16039"/>
                  </a:lnTo>
                  <a:lnTo>
                    <a:pt x="6076" y="16014"/>
                  </a:lnTo>
                  <a:lnTo>
                    <a:pt x="6232" y="15981"/>
                  </a:lnTo>
                  <a:lnTo>
                    <a:pt x="6379" y="15938"/>
                  </a:lnTo>
                  <a:lnTo>
                    <a:pt x="6516" y="15885"/>
                  </a:lnTo>
                  <a:lnTo>
                    <a:pt x="6643" y="15823"/>
                  </a:lnTo>
                  <a:lnTo>
                    <a:pt x="6760" y="15753"/>
                  </a:lnTo>
                  <a:lnTo>
                    <a:pt x="6870" y="15673"/>
                  </a:lnTo>
                  <a:lnTo>
                    <a:pt x="6972" y="15584"/>
                  </a:lnTo>
                  <a:lnTo>
                    <a:pt x="7066" y="15487"/>
                  </a:lnTo>
                  <a:lnTo>
                    <a:pt x="7155" y="15381"/>
                  </a:lnTo>
                  <a:lnTo>
                    <a:pt x="7237" y="15266"/>
                  </a:lnTo>
                  <a:lnTo>
                    <a:pt x="7315" y="15143"/>
                  </a:lnTo>
                  <a:lnTo>
                    <a:pt x="7387" y="15011"/>
                  </a:lnTo>
                  <a:lnTo>
                    <a:pt x="7455" y="14871"/>
                  </a:lnTo>
                  <a:lnTo>
                    <a:pt x="7521" y="14723"/>
                  </a:lnTo>
                  <a:lnTo>
                    <a:pt x="7584" y="14567"/>
                  </a:lnTo>
                  <a:lnTo>
                    <a:pt x="7645" y="14402"/>
                  </a:lnTo>
                  <a:lnTo>
                    <a:pt x="7704" y="14229"/>
                  </a:lnTo>
                  <a:lnTo>
                    <a:pt x="7762" y="14050"/>
                  </a:lnTo>
                  <a:lnTo>
                    <a:pt x="7821" y="13862"/>
                  </a:lnTo>
                  <a:lnTo>
                    <a:pt x="7880" y="13666"/>
                  </a:lnTo>
                  <a:lnTo>
                    <a:pt x="7939" y="13464"/>
                  </a:lnTo>
                  <a:lnTo>
                    <a:pt x="8002" y="13253"/>
                  </a:lnTo>
                  <a:lnTo>
                    <a:pt x="8065" y="13035"/>
                  </a:lnTo>
                  <a:lnTo>
                    <a:pt x="8132" y="12810"/>
                  </a:lnTo>
                  <a:lnTo>
                    <a:pt x="8203" y="12578"/>
                  </a:lnTo>
                  <a:lnTo>
                    <a:pt x="8277" y="12340"/>
                  </a:lnTo>
                  <a:lnTo>
                    <a:pt x="8357" y="12094"/>
                  </a:lnTo>
                  <a:lnTo>
                    <a:pt x="8442" y="11841"/>
                  </a:lnTo>
                  <a:lnTo>
                    <a:pt x="8534" y="11581"/>
                  </a:lnTo>
                  <a:lnTo>
                    <a:pt x="8600" y="11403"/>
                  </a:lnTo>
                  <a:lnTo>
                    <a:pt x="8673" y="11224"/>
                  </a:lnTo>
                  <a:lnTo>
                    <a:pt x="8752" y="11043"/>
                  </a:lnTo>
                  <a:lnTo>
                    <a:pt x="8836" y="10861"/>
                  </a:lnTo>
                  <a:lnTo>
                    <a:pt x="8926" y="10678"/>
                  </a:lnTo>
                  <a:lnTo>
                    <a:pt x="9018" y="10493"/>
                  </a:lnTo>
                  <a:lnTo>
                    <a:pt x="9115" y="10307"/>
                  </a:lnTo>
                  <a:lnTo>
                    <a:pt x="9214" y="10121"/>
                  </a:lnTo>
                  <a:lnTo>
                    <a:pt x="9316" y="9932"/>
                  </a:lnTo>
                  <a:lnTo>
                    <a:pt x="9421" y="9743"/>
                  </a:lnTo>
                  <a:lnTo>
                    <a:pt x="9525" y="9554"/>
                  </a:lnTo>
                  <a:lnTo>
                    <a:pt x="9632" y="9363"/>
                  </a:lnTo>
                  <a:lnTo>
                    <a:pt x="9737" y="9172"/>
                  </a:lnTo>
                  <a:lnTo>
                    <a:pt x="9844" y="8980"/>
                  </a:lnTo>
                  <a:lnTo>
                    <a:pt x="9949" y="8788"/>
                  </a:lnTo>
                  <a:lnTo>
                    <a:pt x="10052" y="8596"/>
                  </a:lnTo>
                  <a:lnTo>
                    <a:pt x="10154" y="8402"/>
                  </a:lnTo>
                  <a:lnTo>
                    <a:pt x="10253" y="8210"/>
                  </a:lnTo>
                  <a:lnTo>
                    <a:pt x="10349" y="8016"/>
                  </a:lnTo>
                  <a:lnTo>
                    <a:pt x="10441" y="7822"/>
                  </a:lnTo>
                  <a:lnTo>
                    <a:pt x="10529" y="7629"/>
                  </a:lnTo>
                  <a:lnTo>
                    <a:pt x="10612" y="7435"/>
                  </a:lnTo>
                  <a:lnTo>
                    <a:pt x="10691" y="7241"/>
                  </a:lnTo>
                  <a:lnTo>
                    <a:pt x="10763" y="7048"/>
                  </a:lnTo>
                  <a:lnTo>
                    <a:pt x="10829" y="6856"/>
                  </a:lnTo>
                  <a:lnTo>
                    <a:pt x="10888" y="6663"/>
                  </a:lnTo>
                  <a:lnTo>
                    <a:pt x="10939" y="6470"/>
                  </a:lnTo>
                  <a:lnTo>
                    <a:pt x="10983" y="6280"/>
                  </a:lnTo>
                  <a:lnTo>
                    <a:pt x="11017" y="6088"/>
                  </a:lnTo>
                  <a:lnTo>
                    <a:pt x="11042" y="5898"/>
                  </a:lnTo>
                  <a:lnTo>
                    <a:pt x="11058" y="5709"/>
                  </a:lnTo>
                  <a:lnTo>
                    <a:pt x="11063" y="5520"/>
                  </a:lnTo>
                  <a:lnTo>
                    <a:pt x="11056" y="5236"/>
                  </a:lnTo>
                  <a:lnTo>
                    <a:pt x="11035" y="4956"/>
                  </a:lnTo>
                  <a:lnTo>
                    <a:pt x="11000" y="4679"/>
                  </a:lnTo>
                  <a:lnTo>
                    <a:pt x="10950" y="4408"/>
                  </a:lnTo>
                  <a:lnTo>
                    <a:pt x="10889" y="4141"/>
                  </a:lnTo>
                  <a:lnTo>
                    <a:pt x="10815" y="3879"/>
                  </a:lnTo>
                  <a:lnTo>
                    <a:pt x="10727" y="3622"/>
                  </a:lnTo>
                  <a:lnTo>
                    <a:pt x="10629" y="3371"/>
                  </a:lnTo>
                  <a:lnTo>
                    <a:pt x="10518" y="3127"/>
                  </a:lnTo>
                  <a:lnTo>
                    <a:pt x="10395" y="2888"/>
                  </a:lnTo>
                  <a:lnTo>
                    <a:pt x="10262" y="2658"/>
                  </a:lnTo>
                  <a:lnTo>
                    <a:pt x="10119" y="2434"/>
                  </a:lnTo>
                  <a:lnTo>
                    <a:pt x="9964" y="2217"/>
                  </a:lnTo>
                  <a:lnTo>
                    <a:pt x="9800" y="2009"/>
                  </a:lnTo>
                  <a:lnTo>
                    <a:pt x="9626" y="1809"/>
                  </a:lnTo>
                  <a:lnTo>
                    <a:pt x="9443" y="1617"/>
                  </a:lnTo>
                  <a:lnTo>
                    <a:pt x="9251" y="1434"/>
                  </a:lnTo>
                  <a:lnTo>
                    <a:pt x="9050" y="1261"/>
                  </a:lnTo>
                  <a:lnTo>
                    <a:pt x="8841" y="1097"/>
                  </a:lnTo>
                  <a:lnTo>
                    <a:pt x="8624" y="942"/>
                  </a:lnTo>
                  <a:lnTo>
                    <a:pt x="8400" y="799"/>
                  </a:lnTo>
                  <a:lnTo>
                    <a:pt x="8169" y="666"/>
                  </a:lnTo>
                  <a:lnTo>
                    <a:pt x="7929" y="544"/>
                  </a:lnTo>
                  <a:lnTo>
                    <a:pt x="7685" y="434"/>
                  </a:lnTo>
                  <a:lnTo>
                    <a:pt x="7433" y="335"/>
                  </a:lnTo>
                  <a:lnTo>
                    <a:pt x="7176" y="248"/>
                  </a:lnTo>
                  <a:lnTo>
                    <a:pt x="6913" y="174"/>
                  </a:lnTo>
                  <a:lnTo>
                    <a:pt x="6646" y="112"/>
                  </a:lnTo>
                  <a:lnTo>
                    <a:pt x="6374" y="63"/>
                  </a:lnTo>
                  <a:lnTo>
                    <a:pt x="6097" y="28"/>
                  </a:lnTo>
                  <a:lnTo>
                    <a:pt x="5816" y="7"/>
                  </a:lnTo>
                  <a:lnTo>
                    <a:pt x="553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latin typeface="微软雅黑" panose="020B0503020204020204" charset="-122"/>
                <a:ea typeface="微软雅黑" panose="020B0503020204020204" charset="-122"/>
              </a:endParaRPr>
            </a:p>
          </p:txBody>
        </p:sp>
        <p:sp>
          <p:nvSpPr>
            <p:cNvPr id="60" name="Freeform 101"/>
            <p:cNvSpPr/>
            <p:nvPr>
              <p:custDataLst>
                <p:tags r:id="rId31"/>
              </p:custDataLst>
            </p:nvPr>
          </p:nvSpPr>
          <p:spPr bwMode="auto">
            <a:xfrm>
              <a:off x="8699500" y="2173288"/>
              <a:ext cx="139700" cy="139700"/>
            </a:xfrm>
            <a:custGeom>
              <a:avLst/>
              <a:gdLst>
                <a:gd name="T0" fmla="*/ 2559 w 3269"/>
                <a:gd name="T1" fmla="*/ 35 h 3262"/>
                <a:gd name="T2" fmla="*/ 1981 w 3269"/>
                <a:gd name="T3" fmla="*/ 183 h 3262"/>
                <a:gd name="T4" fmla="*/ 1455 w 3269"/>
                <a:gd name="T5" fmla="*/ 437 h 3262"/>
                <a:gd name="T6" fmla="*/ 990 w 3269"/>
                <a:gd name="T7" fmla="*/ 783 h 3262"/>
                <a:gd name="T8" fmla="*/ 601 w 3269"/>
                <a:gd name="T9" fmla="*/ 1210 h 3262"/>
                <a:gd name="T10" fmla="*/ 298 w 3269"/>
                <a:gd name="T11" fmla="*/ 1706 h 3262"/>
                <a:gd name="T12" fmla="*/ 96 w 3269"/>
                <a:gd name="T13" fmla="*/ 2259 h 3262"/>
                <a:gd name="T14" fmla="*/ 4 w 3269"/>
                <a:gd name="T15" fmla="*/ 2856 h 3262"/>
                <a:gd name="T16" fmla="*/ 3 w 3269"/>
                <a:gd name="T17" fmla="*/ 3049 h 3262"/>
                <a:gd name="T18" fmla="*/ 15 w 3269"/>
                <a:gd name="T19" fmla="*/ 3097 h 3262"/>
                <a:gd name="T20" fmla="*/ 37 w 3269"/>
                <a:gd name="T21" fmla="*/ 3141 h 3262"/>
                <a:gd name="T22" fmla="*/ 66 w 3269"/>
                <a:gd name="T23" fmla="*/ 3180 h 3262"/>
                <a:gd name="T24" fmla="*/ 101 w 3269"/>
                <a:gd name="T25" fmla="*/ 3212 h 3262"/>
                <a:gd name="T26" fmla="*/ 143 w 3269"/>
                <a:gd name="T27" fmla="*/ 3237 h 3262"/>
                <a:gd name="T28" fmla="*/ 189 w 3269"/>
                <a:gd name="T29" fmla="*/ 3254 h 3262"/>
                <a:gd name="T30" fmla="*/ 239 w 3269"/>
                <a:gd name="T31" fmla="*/ 3262 h 3262"/>
                <a:gd name="T32" fmla="*/ 290 w 3269"/>
                <a:gd name="T33" fmla="*/ 3259 h 3262"/>
                <a:gd name="T34" fmla="*/ 338 w 3269"/>
                <a:gd name="T35" fmla="*/ 3247 h 3262"/>
                <a:gd name="T36" fmla="*/ 382 w 3269"/>
                <a:gd name="T37" fmla="*/ 3226 h 3262"/>
                <a:gd name="T38" fmla="*/ 421 w 3269"/>
                <a:gd name="T39" fmla="*/ 3197 h 3262"/>
                <a:gd name="T40" fmla="*/ 453 w 3269"/>
                <a:gd name="T41" fmla="*/ 3161 h 3262"/>
                <a:gd name="T42" fmla="*/ 478 w 3269"/>
                <a:gd name="T43" fmla="*/ 3119 h 3262"/>
                <a:gd name="T44" fmla="*/ 495 w 3269"/>
                <a:gd name="T45" fmla="*/ 3073 h 3262"/>
                <a:gd name="T46" fmla="*/ 503 w 3269"/>
                <a:gd name="T47" fmla="*/ 3024 h 3262"/>
                <a:gd name="T48" fmla="*/ 532 w 3269"/>
                <a:gd name="T49" fmla="*/ 2630 h 3262"/>
                <a:gd name="T50" fmla="*/ 656 w 3269"/>
                <a:gd name="T51" fmla="*/ 2149 h 3262"/>
                <a:gd name="T52" fmla="*/ 867 w 3269"/>
                <a:gd name="T53" fmla="*/ 1711 h 3262"/>
                <a:gd name="T54" fmla="*/ 1157 w 3269"/>
                <a:gd name="T55" fmla="*/ 1325 h 3262"/>
                <a:gd name="T56" fmla="*/ 1514 w 3269"/>
                <a:gd name="T57" fmla="*/ 1001 h 3262"/>
                <a:gd name="T58" fmla="*/ 1928 w 3269"/>
                <a:gd name="T59" fmla="*/ 750 h 3262"/>
                <a:gd name="T60" fmla="*/ 2390 w 3269"/>
                <a:gd name="T61" fmla="*/ 581 h 3262"/>
                <a:gd name="T62" fmla="*/ 2889 w 3269"/>
                <a:gd name="T63" fmla="*/ 505 h 3262"/>
                <a:gd name="T64" fmla="*/ 3056 w 3269"/>
                <a:gd name="T65" fmla="*/ 499 h 3262"/>
                <a:gd name="T66" fmla="*/ 3104 w 3269"/>
                <a:gd name="T67" fmla="*/ 487 h 3262"/>
                <a:gd name="T68" fmla="*/ 3148 w 3269"/>
                <a:gd name="T69" fmla="*/ 466 h 3262"/>
                <a:gd name="T70" fmla="*/ 3186 w 3269"/>
                <a:gd name="T71" fmla="*/ 437 h 3262"/>
                <a:gd name="T72" fmla="*/ 3219 w 3269"/>
                <a:gd name="T73" fmla="*/ 402 h 3262"/>
                <a:gd name="T74" fmla="*/ 3244 w 3269"/>
                <a:gd name="T75" fmla="*/ 359 h 3262"/>
                <a:gd name="T76" fmla="*/ 3261 w 3269"/>
                <a:gd name="T77" fmla="*/ 314 h 3262"/>
                <a:gd name="T78" fmla="*/ 3269 w 3269"/>
                <a:gd name="T79" fmla="*/ 264 h 3262"/>
                <a:gd name="T80" fmla="*/ 3266 w 3269"/>
                <a:gd name="T81" fmla="*/ 213 h 3262"/>
                <a:gd name="T82" fmla="*/ 3254 w 3269"/>
                <a:gd name="T83" fmla="*/ 165 h 3262"/>
                <a:gd name="T84" fmla="*/ 3233 w 3269"/>
                <a:gd name="T85" fmla="*/ 120 h 3262"/>
                <a:gd name="T86" fmla="*/ 3204 w 3269"/>
                <a:gd name="T87" fmla="*/ 82 h 3262"/>
                <a:gd name="T88" fmla="*/ 3168 w 3269"/>
                <a:gd name="T89" fmla="*/ 50 h 3262"/>
                <a:gd name="T90" fmla="*/ 3126 w 3269"/>
                <a:gd name="T91" fmla="*/ 25 h 3262"/>
                <a:gd name="T92" fmla="*/ 3080 w 3269"/>
                <a:gd name="T93" fmla="*/ 8 h 3262"/>
                <a:gd name="T94" fmla="*/ 3031 w 3269"/>
                <a:gd name="T95" fmla="*/ 0 h 3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269" h="3262">
                  <a:moveTo>
                    <a:pt x="3018" y="0"/>
                  </a:moveTo>
                  <a:lnTo>
                    <a:pt x="2863" y="4"/>
                  </a:lnTo>
                  <a:lnTo>
                    <a:pt x="2710" y="15"/>
                  </a:lnTo>
                  <a:lnTo>
                    <a:pt x="2559" y="35"/>
                  </a:lnTo>
                  <a:lnTo>
                    <a:pt x="2410" y="61"/>
                  </a:lnTo>
                  <a:lnTo>
                    <a:pt x="2264" y="95"/>
                  </a:lnTo>
                  <a:lnTo>
                    <a:pt x="2121" y="136"/>
                  </a:lnTo>
                  <a:lnTo>
                    <a:pt x="1981" y="183"/>
                  </a:lnTo>
                  <a:lnTo>
                    <a:pt x="1844" y="237"/>
                  </a:lnTo>
                  <a:lnTo>
                    <a:pt x="1710" y="297"/>
                  </a:lnTo>
                  <a:lnTo>
                    <a:pt x="1580" y="364"/>
                  </a:lnTo>
                  <a:lnTo>
                    <a:pt x="1455" y="437"/>
                  </a:lnTo>
                  <a:lnTo>
                    <a:pt x="1332" y="515"/>
                  </a:lnTo>
                  <a:lnTo>
                    <a:pt x="1213" y="599"/>
                  </a:lnTo>
                  <a:lnTo>
                    <a:pt x="1100" y="689"/>
                  </a:lnTo>
                  <a:lnTo>
                    <a:pt x="990" y="783"/>
                  </a:lnTo>
                  <a:lnTo>
                    <a:pt x="885" y="883"/>
                  </a:lnTo>
                  <a:lnTo>
                    <a:pt x="785" y="988"/>
                  </a:lnTo>
                  <a:lnTo>
                    <a:pt x="690" y="1097"/>
                  </a:lnTo>
                  <a:lnTo>
                    <a:pt x="601" y="1210"/>
                  </a:lnTo>
                  <a:lnTo>
                    <a:pt x="516" y="1329"/>
                  </a:lnTo>
                  <a:lnTo>
                    <a:pt x="438" y="1450"/>
                  </a:lnTo>
                  <a:lnTo>
                    <a:pt x="365" y="1577"/>
                  </a:lnTo>
                  <a:lnTo>
                    <a:pt x="298" y="1706"/>
                  </a:lnTo>
                  <a:lnTo>
                    <a:pt x="238" y="1840"/>
                  </a:lnTo>
                  <a:lnTo>
                    <a:pt x="183" y="1976"/>
                  </a:lnTo>
                  <a:lnTo>
                    <a:pt x="136" y="2117"/>
                  </a:lnTo>
                  <a:lnTo>
                    <a:pt x="96" y="2259"/>
                  </a:lnTo>
                  <a:lnTo>
                    <a:pt x="62" y="2405"/>
                  </a:lnTo>
                  <a:lnTo>
                    <a:pt x="36" y="2553"/>
                  </a:lnTo>
                  <a:lnTo>
                    <a:pt x="16" y="2704"/>
                  </a:lnTo>
                  <a:lnTo>
                    <a:pt x="4" y="2856"/>
                  </a:lnTo>
                  <a:lnTo>
                    <a:pt x="0" y="3011"/>
                  </a:lnTo>
                  <a:lnTo>
                    <a:pt x="0" y="3024"/>
                  </a:lnTo>
                  <a:lnTo>
                    <a:pt x="1" y="3037"/>
                  </a:lnTo>
                  <a:lnTo>
                    <a:pt x="3" y="3049"/>
                  </a:lnTo>
                  <a:lnTo>
                    <a:pt x="5" y="3061"/>
                  </a:lnTo>
                  <a:lnTo>
                    <a:pt x="8" y="3073"/>
                  </a:lnTo>
                  <a:lnTo>
                    <a:pt x="11" y="3085"/>
                  </a:lnTo>
                  <a:lnTo>
                    <a:pt x="15" y="3097"/>
                  </a:lnTo>
                  <a:lnTo>
                    <a:pt x="20" y="3108"/>
                  </a:lnTo>
                  <a:lnTo>
                    <a:pt x="25" y="3119"/>
                  </a:lnTo>
                  <a:lnTo>
                    <a:pt x="30" y="3130"/>
                  </a:lnTo>
                  <a:lnTo>
                    <a:pt x="37" y="3141"/>
                  </a:lnTo>
                  <a:lnTo>
                    <a:pt x="44" y="3151"/>
                  </a:lnTo>
                  <a:lnTo>
                    <a:pt x="51" y="3161"/>
                  </a:lnTo>
                  <a:lnTo>
                    <a:pt x="58" y="3171"/>
                  </a:lnTo>
                  <a:lnTo>
                    <a:pt x="66" y="3180"/>
                  </a:lnTo>
                  <a:lnTo>
                    <a:pt x="74" y="3189"/>
                  </a:lnTo>
                  <a:lnTo>
                    <a:pt x="83" y="3197"/>
                  </a:lnTo>
                  <a:lnTo>
                    <a:pt x="92" y="3205"/>
                  </a:lnTo>
                  <a:lnTo>
                    <a:pt x="101" y="3212"/>
                  </a:lnTo>
                  <a:lnTo>
                    <a:pt x="111" y="3219"/>
                  </a:lnTo>
                  <a:lnTo>
                    <a:pt x="121" y="3226"/>
                  </a:lnTo>
                  <a:lnTo>
                    <a:pt x="132" y="3232"/>
                  </a:lnTo>
                  <a:lnTo>
                    <a:pt x="143" y="3237"/>
                  </a:lnTo>
                  <a:lnTo>
                    <a:pt x="154" y="3242"/>
                  </a:lnTo>
                  <a:lnTo>
                    <a:pt x="165" y="3247"/>
                  </a:lnTo>
                  <a:lnTo>
                    <a:pt x="177" y="3251"/>
                  </a:lnTo>
                  <a:lnTo>
                    <a:pt x="189" y="3254"/>
                  </a:lnTo>
                  <a:lnTo>
                    <a:pt x="201" y="3257"/>
                  </a:lnTo>
                  <a:lnTo>
                    <a:pt x="214" y="3259"/>
                  </a:lnTo>
                  <a:lnTo>
                    <a:pt x="227" y="3261"/>
                  </a:lnTo>
                  <a:lnTo>
                    <a:pt x="239" y="3262"/>
                  </a:lnTo>
                  <a:lnTo>
                    <a:pt x="252" y="3262"/>
                  </a:lnTo>
                  <a:lnTo>
                    <a:pt x="265" y="3262"/>
                  </a:lnTo>
                  <a:lnTo>
                    <a:pt x="278" y="3261"/>
                  </a:lnTo>
                  <a:lnTo>
                    <a:pt x="290" y="3259"/>
                  </a:lnTo>
                  <a:lnTo>
                    <a:pt x="302" y="3257"/>
                  </a:lnTo>
                  <a:lnTo>
                    <a:pt x="315" y="3254"/>
                  </a:lnTo>
                  <a:lnTo>
                    <a:pt x="326" y="3251"/>
                  </a:lnTo>
                  <a:lnTo>
                    <a:pt x="338" y="3247"/>
                  </a:lnTo>
                  <a:lnTo>
                    <a:pt x="349" y="3242"/>
                  </a:lnTo>
                  <a:lnTo>
                    <a:pt x="360" y="3237"/>
                  </a:lnTo>
                  <a:lnTo>
                    <a:pt x="371" y="3232"/>
                  </a:lnTo>
                  <a:lnTo>
                    <a:pt x="382" y="3226"/>
                  </a:lnTo>
                  <a:lnTo>
                    <a:pt x="393" y="3219"/>
                  </a:lnTo>
                  <a:lnTo>
                    <a:pt x="403" y="3212"/>
                  </a:lnTo>
                  <a:lnTo>
                    <a:pt x="412" y="3205"/>
                  </a:lnTo>
                  <a:lnTo>
                    <a:pt x="421" y="3197"/>
                  </a:lnTo>
                  <a:lnTo>
                    <a:pt x="430" y="3189"/>
                  </a:lnTo>
                  <a:lnTo>
                    <a:pt x="438" y="3180"/>
                  </a:lnTo>
                  <a:lnTo>
                    <a:pt x="446" y="3171"/>
                  </a:lnTo>
                  <a:lnTo>
                    <a:pt x="453" y="3161"/>
                  </a:lnTo>
                  <a:lnTo>
                    <a:pt x="460" y="3151"/>
                  </a:lnTo>
                  <a:lnTo>
                    <a:pt x="467" y="3141"/>
                  </a:lnTo>
                  <a:lnTo>
                    <a:pt x="473" y="3130"/>
                  </a:lnTo>
                  <a:lnTo>
                    <a:pt x="478" y="3119"/>
                  </a:lnTo>
                  <a:lnTo>
                    <a:pt x="483" y="3108"/>
                  </a:lnTo>
                  <a:lnTo>
                    <a:pt x="488" y="3097"/>
                  </a:lnTo>
                  <a:lnTo>
                    <a:pt x="492" y="3085"/>
                  </a:lnTo>
                  <a:lnTo>
                    <a:pt x="495" y="3073"/>
                  </a:lnTo>
                  <a:lnTo>
                    <a:pt x="498" y="3061"/>
                  </a:lnTo>
                  <a:lnTo>
                    <a:pt x="500" y="3049"/>
                  </a:lnTo>
                  <a:lnTo>
                    <a:pt x="502" y="3037"/>
                  </a:lnTo>
                  <a:lnTo>
                    <a:pt x="503" y="3024"/>
                  </a:lnTo>
                  <a:lnTo>
                    <a:pt x="503" y="3011"/>
                  </a:lnTo>
                  <a:lnTo>
                    <a:pt x="506" y="2882"/>
                  </a:lnTo>
                  <a:lnTo>
                    <a:pt x="516" y="2755"/>
                  </a:lnTo>
                  <a:lnTo>
                    <a:pt x="532" y="2630"/>
                  </a:lnTo>
                  <a:lnTo>
                    <a:pt x="554" y="2506"/>
                  </a:lnTo>
                  <a:lnTo>
                    <a:pt x="583" y="2385"/>
                  </a:lnTo>
                  <a:lnTo>
                    <a:pt x="617" y="2265"/>
                  </a:lnTo>
                  <a:lnTo>
                    <a:pt x="656" y="2149"/>
                  </a:lnTo>
                  <a:lnTo>
                    <a:pt x="701" y="2035"/>
                  </a:lnTo>
                  <a:lnTo>
                    <a:pt x="752" y="1924"/>
                  </a:lnTo>
                  <a:lnTo>
                    <a:pt x="807" y="1816"/>
                  </a:lnTo>
                  <a:lnTo>
                    <a:pt x="867" y="1711"/>
                  </a:lnTo>
                  <a:lnTo>
                    <a:pt x="934" y="1609"/>
                  </a:lnTo>
                  <a:lnTo>
                    <a:pt x="1003" y="1511"/>
                  </a:lnTo>
                  <a:lnTo>
                    <a:pt x="1078" y="1416"/>
                  </a:lnTo>
                  <a:lnTo>
                    <a:pt x="1157" y="1325"/>
                  </a:lnTo>
                  <a:lnTo>
                    <a:pt x="1240" y="1238"/>
                  </a:lnTo>
                  <a:lnTo>
                    <a:pt x="1328" y="1154"/>
                  </a:lnTo>
                  <a:lnTo>
                    <a:pt x="1419" y="1076"/>
                  </a:lnTo>
                  <a:lnTo>
                    <a:pt x="1514" y="1001"/>
                  </a:lnTo>
                  <a:lnTo>
                    <a:pt x="1612" y="931"/>
                  </a:lnTo>
                  <a:lnTo>
                    <a:pt x="1715" y="865"/>
                  </a:lnTo>
                  <a:lnTo>
                    <a:pt x="1820" y="805"/>
                  </a:lnTo>
                  <a:lnTo>
                    <a:pt x="1928" y="750"/>
                  </a:lnTo>
                  <a:lnTo>
                    <a:pt x="2040" y="700"/>
                  </a:lnTo>
                  <a:lnTo>
                    <a:pt x="2154" y="654"/>
                  </a:lnTo>
                  <a:lnTo>
                    <a:pt x="2270" y="615"/>
                  </a:lnTo>
                  <a:lnTo>
                    <a:pt x="2390" y="581"/>
                  </a:lnTo>
                  <a:lnTo>
                    <a:pt x="2512" y="553"/>
                  </a:lnTo>
                  <a:lnTo>
                    <a:pt x="2635" y="531"/>
                  </a:lnTo>
                  <a:lnTo>
                    <a:pt x="2761" y="515"/>
                  </a:lnTo>
                  <a:lnTo>
                    <a:pt x="2889" y="505"/>
                  </a:lnTo>
                  <a:lnTo>
                    <a:pt x="3018" y="502"/>
                  </a:lnTo>
                  <a:lnTo>
                    <a:pt x="3031" y="502"/>
                  </a:lnTo>
                  <a:lnTo>
                    <a:pt x="3044" y="501"/>
                  </a:lnTo>
                  <a:lnTo>
                    <a:pt x="3056" y="499"/>
                  </a:lnTo>
                  <a:lnTo>
                    <a:pt x="3068" y="497"/>
                  </a:lnTo>
                  <a:lnTo>
                    <a:pt x="3080" y="494"/>
                  </a:lnTo>
                  <a:lnTo>
                    <a:pt x="3092" y="491"/>
                  </a:lnTo>
                  <a:lnTo>
                    <a:pt x="3104" y="487"/>
                  </a:lnTo>
                  <a:lnTo>
                    <a:pt x="3115" y="482"/>
                  </a:lnTo>
                  <a:lnTo>
                    <a:pt x="3126" y="477"/>
                  </a:lnTo>
                  <a:lnTo>
                    <a:pt x="3137" y="472"/>
                  </a:lnTo>
                  <a:lnTo>
                    <a:pt x="3148" y="466"/>
                  </a:lnTo>
                  <a:lnTo>
                    <a:pt x="3158" y="459"/>
                  </a:lnTo>
                  <a:lnTo>
                    <a:pt x="3168" y="452"/>
                  </a:lnTo>
                  <a:lnTo>
                    <a:pt x="3177" y="445"/>
                  </a:lnTo>
                  <a:lnTo>
                    <a:pt x="3186" y="437"/>
                  </a:lnTo>
                  <a:lnTo>
                    <a:pt x="3196" y="429"/>
                  </a:lnTo>
                  <a:lnTo>
                    <a:pt x="3204" y="420"/>
                  </a:lnTo>
                  <a:lnTo>
                    <a:pt x="3212" y="411"/>
                  </a:lnTo>
                  <a:lnTo>
                    <a:pt x="3219" y="402"/>
                  </a:lnTo>
                  <a:lnTo>
                    <a:pt x="3226" y="391"/>
                  </a:lnTo>
                  <a:lnTo>
                    <a:pt x="3233" y="381"/>
                  </a:lnTo>
                  <a:lnTo>
                    <a:pt x="3239" y="370"/>
                  </a:lnTo>
                  <a:lnTo>
                    <a:pt x="3244" y="359"/>
                  </a:lnTo>
                  <a:lnTo>
                    <a:pt x="3249" y="348"/>
                  </a:lnTo>
                  <a:lnTo>
                    <a:pt x="3254" y="337"/>
                  </a:lnTo>
                  <a:lnTo>
                    <a:pt x="3258" y="325"/>
                  </a:lnTo>
                  <a:lnTo>
                    <a:pt x="3261" y="314"/>
                  </a:lnTo>
                  <a:lnTo>
                    <a:pt x="3264" y="301"/>
                  </a:lnTo>
                  <a:lnTo>
                    <a:pt x="3266" y="289"/>
                  </a:lnTo>
                  <a:lnTo>
                    <a:pt x="3268" y="277"/>
                  </a:lnTo>
                  <a:lnTo>
                    <a:pt x="3269" y="264"/>
                  </a:lnTo>
                  <a:lnTo>
                    <a:pt x="3269" y="251"/>
                  </a:lnTo>
                  <a:lnTo>
                    <a:pt x="3269" y="238"/>
                  </a:lnTo>
                  <a:lnTo>
                    <a:pt x="3268" y="226"/>
                  </a:lnTo>
                  <a:lnTo>
                    <a:pt x="3266" y="213"/>
                  </a:lnTo>
                  <a:lnTo>
                    <a:pt x="3264" y="201"/>
                  </a:lnTo>
                  <a:lnTo>
                    <a:pt x="3261" y="189"/>
                  </a:lnTo>
                  <a:lnTo>
                    <a:pt x="3258" y="177"/>
                  </a:lnTo>
                  <a:lnTo>
                    <a:pt x="3254" y="165"/>
                  </a:lnTo>
                  <a:lnTo>
                    <a:pt x="3249" y="154"/>
                  </a:lnTo>
                  <a:lnTo>
                    <a:pt x="3244" y="143"/>
                  </a:lnTo>
                  <a:lnTo>
                    <a:pt x="3239" y="132"/>
                  </a:lnTo>
                  <a:lnTo>
                    <a:pt x="3233" y="120"/>
                  </a:lnTo>
                  <a:lnTo>
                    <a:pt x="3226" y="110"/>
                  </a:lnTo>
                  <a:lnTo>
                    <a:pt x="3219" y="100"/>
                  </a:lnTo>
                  <a:lnTo>
                    <a:pt x="3212" y="91"/>
                  </a:lnTo>
                  <a:lnTo>
                    <a:pt x="3204" y="82"/>
                  </a:lnTo>
                  <a:lnTo>
                    <a:pt x="3196" y="73"/>
                  </a:lnTo>
                  <a:lnTo>
                    <a:pt x="3186" y="65"/>
                  </a:lnTo>
                  <a:lnTo>
                    <a:pt x="3177" y="57"/>
                  </a:lnTo>
                  <a:lnTo>
                    <a:pt x="3168" y="50"/>
                  </a:lnTo>
                  <a:lnTo>
                    <a:pt x="3158" y="43"/>
                  </a:lnTo>
                  <a:lnTo>
                    <a:pt x="3148" y="36"/>
                  </a:lnTo>
                  <a:lnTo>
                    <a:pt x="3137" y="30"/>
                  </a:lnTo>
                  <a:lnTo>
                    <a:pt x="3126" y="25"/>
                  </a:lnTo>
                  <a:lnTo>
                    <a:pt x="3115" y="20"/>
                  </a:lnTo>
                  <a:lnTo>
                    <a:pt x="3104" y="15"/>
                  </a:lnTo>
                  <a:lnTo>
                    <a:pt x="3092" y="11"/>
                  </a:lnTo>
                  <a:lnTo>
                    <a:pt x="3080" y="8"/>
                  </a:lnTo>
                  <a:lnTo>
                    <a:pt x="3068" y="5"/>
                  </a:lnTo>
                  <a:lnTo>
                    <a:pt x="3056" y="3"/>
                  </a:lnTo>
                  <a:lnTo>
                    <a:pt x="3044" y="1"/>
                  </a:lnTo>
                  <a:lnTo>
                    <a:pt x="3031" y="0"/>
                  </a:lnTo>
                  <a:lnTo>
                    <a:pt x="3018"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latin typeface="微软雅黑" panose="020B0503020204020204" charset="-122"/>
                <a:ea typeface="微软雅黑" panose="020B0503020204020204" charset="-122"/>
              </a:endParaRPr>
            </a:p>
          </p:txBody>
        </p:sp>
      </p:grpSp>
      <p:sp>
        <p:nvSpPr>
          <p:cNvPr id="61" name="Rectangular Callout 49"/>
          <p:cNvSpPr/>
          <p:nvPr>
            <p:custDataLst>
              <p:tags r:id="rId25"/>
            </p:custDataLst>
          </p:nvPr>
        </p:nvSpPr>
        <p:spPr>
          <a:xfrm>
            <a:off x="10100942" y="2299474"/>
            <a:ext cx="1463815" cy="880636"/>
          </a:xfrm>
          <a:prstGeom prst="wedgeRectCallout">
            <a:avLst>
              <a:gd name="adj1" fmla="val -22338"/>
              <a:gd name="adj2" fmla="val 71257"/>
            </a:avLst>
          </a:prstGeom>
          <a:solidFill>
            <a:srgbClr val="FFB61A"/>
          </a:solidFill>
          <a:ln>
            <a:noFill/>
          </a:ln>
        </p:spPr>
        <p:style>
          <a:lnRef idx="2">
            <a:srgbClr val="1F74AD">
              <a:shade val="50000"/>
            </a:srgbClr>
          </a:lnRef>
          <a:fillRef idx="1">
            <a:srgbClr val="1F74AD"/>
          </a:fillRef>
          <a:effectRef idx="0">
            <a:srgbClr val="1F74AD"/>
          </a:effectRef>
          <a:fontRef idx="minor">
            <a:sysClr val="window" lastClr="FFFFFF"/>
          </a:fontRef>
        </p:style>
        <p:txBody>
          <a:bodyPr rtlCol="0" anchor="ctr"/>
          <a:lstStyle/>
          <a:p>
            <a:pPr algn="ctr"/>
            <a:endParaRPr lang="id-ID" dirty="0">
              <a:latin typeface="微软雅黑" panose="020B0503020204020204" charset="-122"/>
              <a:ea typeface="微软雅黑" panose="020B0503020204020204" charset="-122"/>
            </a:endParaRPr>
          </a:p>
        </p:txBody>
      </p:sp>
      <p:sp>
        <p:nvSpPr>
          <p:cNvPr id="62" name="Freeform 213"/>
          <p:cNvSpPr>
            <a:spLocks noEditPoints="1"/>
          </p:cNvSpPr>
          <p:nvPr>
            <p:custDataLst>
              <p:tags r:id="rId26"/>
            </p:custDataLst>
          </p:nvPr>
        </p:nvSpPr>
        <p:spPr bwMode="auto">
          <a:xfrm>
            <a:off x="10573775" y="2398347"/>
            <a:ext cx="379918" cy="379919"/>
          </a:xfrm>
          <a:custGeom>
            <a:avLst/>
            <a:gdLst>
              <a:gd name="T0" fmla="*/ 8330 w 16095"/>
              <a:gd name="T1" fmla="*/ 13155 h 16095"/>
              <a:gd name="T2" fmla="*/ 8153 w 16095"/>
              <a:gd name="T3" fmla="*/ 13120 h 16095"/>
              <a:gd name="T4" fmla="*/ 5125 w 16095"/>
              <a:gd name="T5" fmla="*/ 12104 h 16095"/>
              <a:gd name="T6" fmla="*/ 5125 w 16095"/>
              <a:gd name="T7" fmla="*/ 12104 h 16095"/>
              <a:gd name="T8" fmla="*/ 4694 w 16095"/>
              <a:gd name="T9" fmla="*/ 11707 h 16095"/>
              <a:gd name="T10" fmla="*/ 1577 w 16095"/>
              <a:gd name="T11" fmla="*/ 10451 h 16095"/>
              <a:gd name="T12" fmla="*/ 15800 w 16095"/>
              <a:gd name="T13" fmla="*/ 45 h 16095"/>
              <a:gd name="T14" fmla="*/ 15716 w 16095"/>
              <a:gd name="T15" fmla="*/ 15 h 16095"/>
              <a:gd name="T16" fmla="*/ 15627 w 16095"/>
              <a:gd name="T17" fmla="*/ 1 h 16095"/>
              <a:gd name="T18" fmla="*/ 15537 w 16095"/>
              <a:gd name="T19" fmla="*/ 3 h 16095"/>
              <a:gd name="T20" fmla="*/ 15448 w 16095"/>
              <a:gd name="T21" fmla="*/ 21 h 16095"/>
              <a:gd name="T22" fmla="*/ 15362 w 16095"/>
              <a:gd name="T23" fmla="*/ 55 h 16095"/>
              <a:gd name="T24" fmla="*/ 210 w 16095"/>
              <a:gd name="T25" fmla="*/ 10154 h 16095"/>
              <a:gd name="T26" fmla="*/ 145 w 16095"/>
              <a:gd name="T27" fmla="*/ 10209 h 16095"/>
              <a:gd name="T28" fmla="*/ 91 w 16095"/>
              <a:gd name="T29" fmla="*/ 10275 h 16095"/>
              <a:gd name="T30" fmla="*/ 48 w 16095"/>
              <a:gd name="T31" fmla="*/ 10348 h 16095"/>
              <a:gd name="T32" fmla="*/ 18 w 16095"/>
              <a:gd name="T33" fmla="*/ 10428 h 16095"/>
              <a:gd name="T34" fmla="*/ 3 w 16095"/>
              <a:gd name="T35" fmla="*/ 10511 h 16095"/>
              <a:gd name="T36" fmla="*/ 1 w 16095"/>
              <a:gd name="T37" fmla="*/ 10597 h 16095"/>
              <a:gd name="T38" fmla="*/ 15 w 16095"/>
              <a:gd name="T39" fmla="*/ 10682 h 16095"/>
              <a:gd name="T40" fmla="*/ 42 w 16095"/>
              <a:gd name="T41" fmla="*/ 10764 h 16095"/>
              <a:gd name="T42" fmla="*/ 82 w 16095"/>
              <a:gd name="T43" fmla="*/ 10838 h 16095"/>
              <a:gd name="T44" fmla="*/ 134 w 16095"/>
              <a:gd name="T45" fmla="*/ 10904 h 16095"/>
              <a:gd name="T46" fmla="*/ 197 w 16095"/>
              <a:gd name="T47" fmla="*/ 10961 h 16095"/>
              <a:gd name="T48" fmla="*/ 269 w 16095"/>
              <a:gd name="T49" fmla="*/ 11007 h 16095"/>
              <a:gd name="T50" fmla="*/ 6102 w 16095"/>
              <a:gd name="T51" fmla="*/ 15842 h 16095"/>
              <a:gd name="T52" fmla="*/ 6148 w 16095"/>
              <a:gd name="T53" fmla="*/ 15910 h 16095"/>
              <a:gd name="T54" fmla="*/ 6206 w 16095"/>
              <a:gd name="T55" fmla="*/ 15968 h 16095"/>
              <a:gd name="T56" fmla="*/ 6270 w 16095"/>
              <a:gd name="T57" fmla="*/ 16018 h 16095"/>
              <a:gd name="T58" fmla="*/ 6341 w 16095"/>
              <a:gd name="T59" fmla="*/ 16055 h 16095"/>
              <a:gd name="T60" fmla="*/ 6419 w 16095"/>
              <a:gd name="T61" fmla="*/ 16081 h 16095"/>
              <a:gd name="T62" fmla="*/ 6499 w 16095"/>
              <a:gd name="T63" fmla="*/ 16093 h 16095"/>
              <a:gd name="T64" fmla="*/ 6572 w 16095"/>
              <a:gd name="T65" fmla="*/ 16094 h 16095"/>
              <a:gd name="T66" fmla="*/ 6652 w 16095"/>
              <a:gd name="T67" fmla="*/ 16082 h 16095"/>
              <a:gd name="T68" fmla="*/ 6729 w 16095"/>
              <a:gd name="T69" fmla="*/ 16058 h 16095"/>
              <a:gd name="T70" fmla="*/ 6800 w 16095"/>
              <a:gd name="T71" fmla="*/ 16022 h 16095"/>
              <a:gd name="T72" fmla="*/ 6866 w 16095"/>
              <a:gd name="T73" fmla="*/ 15974 h 16095"/>
              <a:gd name="T74" fmla="*/ 6922 w 16095"/>
              <a:gd name="T75" fmla="*/ 15917 h 16095"/>
              <a:gd name="T76" fmla="*/ 6970 w 16095"/>
              <a:gd name="T77" fmla="*/ 15851 h 16095"/>
              <a:gd name="T78" fmla="*/ 12958 w 16095"/>
              <a:gd name="T79" fmla="*/ 16081 h 16095"/>
              <a:gd name="T80" fmla="*/ 13077 w 16095"/>
              <a:gd name="T81" fmla="*/ 16095 h 16095"/>
              <a:gd name="T82" fmla="*/ 13157 w 16095"/>
              <a:gd name="T83" fmla="*/ 16089 h 16095"/>
              <a:gd name="T84" fmla="*/ 13234 w 16095"/>
              <a:gd name="T85" fmla="*/ 16070 h 16095"/>
              <a:gd name="T86" fmla="*/ 13309 w 16095"/>
              <a:gd name="T87" fmla="*/ 16038 h 16095"/>
              <a:gd name="T88" fmla="*/ 13415 w 16095"/>
              <a:gd name="T89" fmla="*/ 15964 h 16095"/>
              <a:gd name="T90" fmla="*/ 13504 w 16095"/>
              <a:gd name="T91" fmla="*/ 15858 h 16095"/>
              <a:gd name="T92" fmla="*/ 13561 w 16095"/>
              <a:gd name="T93" fmla="*/ 15730 h 16095"/>
              <a:gd name="T94" fmla="*/ 16093 w 16095"/>
              <a:gd name="T95" fmla="*/ 548 h 16095"/>
              <a:gd name="T96" fmla="*/ 16093 w 16095"/>
              <a:gd name="T97" fmla="*/ 457 h 16095"/>
              <a:gd name="T98" fmla="*/ 16076 w 16095"/>
              <a:gd name="T99" fmla="*/ 367 h 16095"/>
              <a:gd name="T100" fmla="*/ 16045 w 16095"/>
              <a:gd name="T101" fmla="*/ 284 h 16095"/>
              <a:gd name="T102" fmla="*/ 15997 w 16095"/>
              <a:gd name="T103" fmla="*/ 206 h 16095"/>
              <a:gd name="T104" fmla="*/ 15938 w 16095"/>
              <a:gd name="T105" fmla="*/ 138 h 16095"/>
              <a:gd name="T106" fmla="*/ 15865 w 16095"/>
              <a:gd name="T107" fmla="*/ 80 h 160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6095" h="16095">
                <a:moveTo>
                  <a:pt x="12684" y="14892"/>
                </a:moveTo>
                <a:lnTo>
                  <a:pt x="8388" y="13174"/>
                </a:lnTo>
                <a:lnTo>
                  <a:pt x="8368" y="13167"/>
                </a:lnTo>
                <a:lnTo>
                  <a:pt x="8349" y="13161"/>
                </a:lnTo>
                <a:lnTo>
                  <a:pt x="8330" y="13155"/>
                </a:lnTo>
                <a:lnTo>
                  <a:pt x="8310" y="13149"/>
                </a:lnTo>
                <a:lnTo>
                  <a:pt x="8271" y="13140"/>
                </a:lnTo>
                <a:lnTo>
                  <a:pt x="8232" y="13132"/>
                </a:lnTo>
                <a:lnTo>
                  <a:pt x="8192" y="13125"/>
                </a:lnTo>
                <a:lnTo>
                  <a:pt x="8153" y="13120"/>
                </a:lnTo>
                <a:lnTo>
                  <a:pt x="8114" y="13117"/>
                </a:lnTo>
                <a:lnTo>
                  <a:pt x="8074" y="13114"/>
                </a:lnTo>
                <a:lnTo>
                  <a:pt x="14689" y="2860"/>
                </a:lnTo>
                <a:lnTo>
                  <a:pt x="12684" y="14892"/>
                </a:lnTo>
                <a:close/>
                <a:moveTo>
                  <a:pt x="5125" y="12104"/>
                </a:moveTo>
                <a:lnTo>
                  <a:pt x="5123" y="12102"/>
                </a:lnTo>
                <a:lnTo>
                  <a:pt x="5121" y="12099"/>
                </a:lnTo>
                <a:lnTo>
                  <a:pt x="14648" y="1902"/>
                </a:lnTo>
                <a:lnTo>
                  <a:pt x="6527" y="14558"/>
                </a:lnTo>
                <a:lnTo>
                  <a:pt x="5125" y="12104"/>
                </a:lnTo>
                <a:close/>
                <a:moveTo>
                  <a:pt x="1577" y="10451"/>
                </a:moveTo>
                <a:lnTo>
                  <a:pt x="13234" y="2679"/>
                </a:lnTo>
                <a:lnTo>
                  <a:pt x="4759" y="11751"/>
                </a:lnTo>
                <a:lnTo>
                  <a:pt x="4726" y="11729"/>
                </a:lnTo>
                <a:lnTo>
                  <a:pt x="4694" y="11707"/>
                </a:lnTo>
                <a:lnTo>
                  <a:pt x="4678" y="11697"/>
                </a:lnTo>
                <a:lnTo>
                  <a:pt x="4661" y="11687"/>
                </a:lnTo>
                <a:lnTo>
                  <a:pt x="4643" y="11677"/>
                </a:lnTo>
                <a:lnTo>
                  <a:pt x="4625" y="11669"/>
                </a:lnTo>
                <a:lnTo>
                  <a:pt x="1577" y="10451"/>
                </a:lnTo>
                <a:close/>
                <a:moveTo>
                  <a:pt x="15865" y="80"/>
                </a:moveTo>
                <a:lnTo>
                  <a:pt x="15850" y="70"/>
                </a:lnTo>
                <a:lnTo>
                  <a:pt x="15833" y="61"/>
                </a:lnTo>
                <a:lnTo>
                  <a:pt x="15817" y="53"/>
                </a:lnTo>
                <a:lnTo>
                  <a:pt x="15800" y="45"/>
                </a:lnTo>
                <a:lnTo>
                  <a:pt x="15784" y="38"/>
                </a:lnTo>
                <a:lnTo>
                  <a:pt x="15767" y="31"/>
                </a:lnTo>
                <a:lnTo>
                  <a:pt x="15750" y="25"/>
                </a:lnTo>
                <a:lnTo>
                  <a:pt x="15733" y="20"/>
                </a:lnTo>
                <a:lnTo>
                  <a:pt x="15716" y="15"/>
                </a:lnTo>
                <a:lnTo>
                  <a:pt x="15698" y="11"/>
                </a:lnTo>
                <a:lnTo>
                  <a:pt x="15681" y="8"/>
                </a:lnTo>
                <a:lnTo>
                  <a:pt x="15662" y="5"/>
                </a:lnTo>
                <a:lnTo>
                  <a:pt x="15645" y="3"/>
                </a:lnTo>
                <a:lnTo>
                  <a:pt x="15627" y="1"/>
                </a:lnTo>
                <a:lnTo>
                  <a:pt x="15609" y="0"/>
                </a:lnTo>
                <a:lnTo>
                  <a:pt x="15592" y="0"/>
                </a:lnTo>
                <a:lnTo>
                  <a:pt x="15574" y="0"/>
                </a:lnTo>
                <a:lnTo>
                  <a:pt x="15556" y="1"/>
                </a:lnTo>
                <a:lnTo>
                  <a:pt x="15537" y="3"/>
                </a:lnTo>
                <a:lnTo>
                  <a:pt x="15520" y="5"/>
                </a:lnTo>
                <a:lnTo>
                  <a:pt x="15501" y="8"/>
                </a:lnTo>
                <a:lnTo>
                  <a:pt x="15483" y="12"/>
                </a:lnTo>
                <a:lnTo>
                  <a:pt x="15465" y="16"/>
                </a:lnTo>
                <a:lnTo>
                  <a:pt x="15448" y="21"/>
                </a:lnTo>
                <a:lnTo>
                  <a:pt x="15430" y="26"/>
                </a:lnTo>
                <a:lnTo>
                  <a:pt x="15413" y="32"/>
                </a:lnTo>
                <a:lnTo>
                  <a:pt x="15396" y="39"/>
                </a:lnTo>
                <a:lnTo>
                  <a:pt x="15379" y="47"/>
                </a:lnTo>
                <a:lnTo>
                  <a:pt x="15362" y="55"/>
                </a:lnTo>
                <a:lnTo>
                  <a:pt x="15346" y="64"/>
                </a:lnTo>
                <a:lnTo>
                  <a:pt x="15329" y="74"/>
                </a:lnTo>
                <a:lnTo>
                  <a:pt x="15313" y="84"/>
                </a:lnTo>
                <a:lnTo>
                  <a:pt x="224" y="10144"/>
                </a:lnTo>
                <a:lnTo>
                  <a:pt x="210" y="10154"/>
                </a:lnTo>
                <a:lnTo>
                  <a:pt x="196" y="10164"/>
                </a:lnTo>
                <a:lnTo>
                  <a:pt x="182" y="10175"/>
                </a:lnTo>
                <a:lnTo>
                  <a:pt x="169" y="10186"/>
                </a:lnTo>
                <a:lnTo>
                  <a:pt x="157" y="10197"/>
                </a:lnTo>
                <a:lnTo>
                  <a:pt x="145" y="10209"/>
                </a:lnTo>
                <a:lnTo>
                  <a:pt x="133" y="10222"/>
                </a:lnTo>
                <a:lnTo>
                  <a:pt x="122" y="10234"/>
                </a:lnTo>
                <a:lnTo>
                  <a:pt x="111" y="10247"/>
                </a:lnTo>
                <a:lnTo>
                  <a:pt x="100" y="10262"/>
                </a:lnTo>
                <a:lnTo>
                  <a:pt x="91" y="10275"/>
                </a:lnTo>
                <a:lnTo>
                  <a:pt x="80" y="10289"/>
                </a:lnTo>
                <a:lnTo>
                  <a:pt x="71" y="10304"/>
                </a:lnTo>
                <a:lnTo>
                  <a:pt x="63" y="10318"/>
                </a:lnTo>
                <a:lnTo>
                  <a:pt x="55" y="10333"/>
                </a:lnTo>
                <a:lnTo>
                  <a:pt x="48" y="10348"/>
                </a:lnTo>
                <a:lnTo>
                  <a:pt x="41" y="10363"/>
                </a:lnTo>
                <a:lnTo>
                  <a:pt x="34" y="10379"/>
                </a:lnTo>
                <a:lnTo>
                  <a:pt x="29" y="10395"/>
                </a:lnTo>
                <a:lnTo>
                  <a:pt x="23" y="10411"/>
                </a:lnTo>
                <a:lnTo>
                  <a:pt x="18" y="10428"/>
                </a:lnTo>
                <a:lnTo>
                  <a:pt x="14" y="10444"/>
                </a:lnTo>
                <a:lnTo>
                  <a:pt x="10" y="10460"/>
                </a:lnTo>
                <a:lnTo>
                  <a:pt x="7" y="10477"/>
                </a:lnTo>
                <a:lnTo>
                  <a:pt x="5" y="10494"/>
                </a:lnTo>
                <a:lnTo>
                  <a:pt x="3" y="10511"/>
                </a:lnTo>
                <a:lnTo>
                  <a:pt x="1" y="10528"/>
                </a:lnTo>
                <a:lnTo>
                  <a:pt x="0" y="10545"/>
                </a:lnTo>
                <a:lnTo>
                  <a:pt x="0" y="10562"/>
                </a:lnTo>
                <a:lnTo>
                  <a:pt x="0" y="10579"/>
                </a:lnTo>
                <a:lnTo>
                  <a:pt x="1" y="10597"/>
                </a:lnTo>
                <a:lnTo>
                  <a:pt x="3" y="10614"/>
                </a:lnTo>
                <a:lnTo>
                  <a:pt x="5" y="10632"/>
                </a:lnTo>
                <a:lnTo>
                  <a:pt x="8" y="10649"/>
                </a:lnTo>
                <a:lnTo>
                  <a:pt x="11" y="10666"/>
                </a:lnTo>
                <a:lnTo>
                  <a:pt x="15" y="10682"/>
                </a:lnTo>
                <a:lnTo>
                  <a:pt x="19" y="10699"/>
                </a:lnTo>
                <a:lnTo>
                  <a:pt x="24" y="10715"/>
                </a:lnTo>
                <a:lnTo>
                  <a:pt x="29" y="10731"/>
                </a:lnTo>
                <a:lnTo>
                  <a:pt x="35" y="10747"/>
                </a:lnTo>
                <a:lnTo>
                  <a:pt x="42" y="10764"/>
                </a:lnTo>
                <a:lnTo>
                  <a:pt x="49" y="10779"/>
                </a:lnTo>
                <a:lnTo>
                  <a:pt x="56" y="10794"/>
                </a:lnTo>
                <a:lnTo>
                  <a:pt x="64" y="10809"/>
                </a:lnTo>
                <a:lnTo>
                  <a:pt x="73" y="10824"/>
                </a:lnTo>
                <a:lnTo>
                  <a:pt x="82" y="10838"/>
                </a:lnTo>
                <a:lnTo>
                  <a:pt x="92" y="10852"/>
                </a:lnTo>
                <a:lnTo>
                  <a:pt x="102" y="10865"/>
                </a:lnTo>
                <a:lnTo>
                  <a:pt x="112" y="10878"/>
                </a:lnTo>
                <a:lnTo>
                  <a:pt x="123" y="10891"/>
                </a:lnTo>
                <a:lnTo>
                  <a:pt x="134" y="10904"/>
                </a:lnTo>
                <a:lnTo>
                  <a:pt x="146" y="10916"/>
                </a:lnTo>
                <a:lnTo>
                  <a:pt x="158" y="10929"/>
                </a:lnTo>
                <a:lnTo>
                  <a:pt x="171" y="10940"/>
                </a:lnTo>
                <a:lnTo>
                  <a:pt x="183" y="10951"/>
                </a:lnTo>
                <a:lnTo>
                  <a:pt x="197" y="10961"/>
                </a:lnTo>
                <a:lnTo>
                  <a:pt x="210" y="10972"/>
                </a:lnTo>
                <a:lnTo>
                  <a:pt x="224" y="10981"/>
                </a:lnTo>
                <a:lnTo>
                  <a:pt x="239" y="10990"/>
                </a:lnTo>
                <a:lnTo>
                  <a:pt x="253" y="10999"/>
                </a:lnTo>
                <a:lnTo>
                  <a:pt x="269" y="11007"/>
                </a:lnTo>
                <a:lnTo>
                  <a:pt x="285" y="11015"/>
                </a:lnTo>
                <a:lnTo>
                  <a:pt x="300" y="11022"/>
                </a:lnTo>
                <a:lnTo>
                  <a:pt x="316" y="11029"/>
                </a:lnTo>
                <a:lnTo>
                  <a:pt x="4251" y="12603"/>
                </a:lnTo>
                <a:lnTo>
                  <a:pt x="6102" y="15842"/>
                </a:lnTo>
                <a:lnTo>
                  <a:pt x="6110" y="15856"/>
                </a:lnTo>
                <a:lnTo>
                  <a:pt x="6119" y="15870"/>
                </a:lnTo>
                <a:lnTo>
                  <a:pt x="6128" y="15884"/>
                </a:lnTo>
                <a:lnTo>
                  <a:pt x="6138" y="15897"/>
                </a:lnTo>
                <a:lnTo>
                  <a:pt x="6148" y="15910"/>
                </a:lnTo>
                <a:lnTo>
                  <a:pt x="6159" y="15922"/>
                </a:lnTo>
                <a:lnTo>
                  <a:pt x="6170" y="15934"/>
                </a:lnTo>
                <a:lnTo>
                  <a:pt x="6181" y="15946"/>
                </a:lnTo>
                <a:lnTo>
                  <a:pt x="6194" y="15957"/>
                </a:lnTo>
                <a:lnTo>
                  <a:pt x="6206" y="15968"/>
                </a:lnTo>
                <a:lnTo>
                  <a:pt x="6218" y="15979"/>
                </a:lnTo>
                <a:lnTo>
                  <a:pt x="6230" y="15989"/>
                </a:lnTo>
                <a:lnTo>
                  <a:pt x="6243" y="15999"/>
                </a:lnTo>
                <a:lnTo>
                  <a:pt x="6257" y="16008"/>
                </a:lnTo>
                <a:lnTo>
                  <a:pt x="6270" y="16018"/>
                </a:lnTo>
                <a:lnTo>
                  <a:pt x="6284" y="16026"/>
                </a:lnTo>
                <a:lnTo>
                  <a:pt x="6298" y="16034"/>
                </a:lnTo>
                <a:lnTo>
                  <a:pt x="6312" y="16041"/>
                </a:lnTo>
                <a:lnTo>
                  <a:pt x="6326" y="16048"/>
                </a:lnTo>
                <a:lnTo>
                  <a:pt x="6341" y="16055"/>
                </a:lnTo>
                <a:lnTo>
                  <a:pt x="6357" y="16061"/>
                </a:lnTo>
                <a:lnTo>
                  <a:pt x="6372" y="16067"/>
                </a:lnTo>
                <a:lnTo>
                  <a:pt x="6388" y="16072"/>
                </a:lnTo>
                <a:lnTo>
                  <a:pt x="6403" y="16076"/>
                </a:lnTo>
                <a:lnTo>
                  <a:pt x="6419" y="16081"/>
                </a:lnTo>
                <a:lnTo>
                  <a:pt x="6435" y="16084"/>
                </a:lnTo>
                <a:lnTo>
                  <a:pt x="6451" y="16087"/>
                </a:lnTo>
                <a:lnTo>
                  <a:pt x="6467" y="16090"/>
                </a:lnTo>
                <a:lnTo>
                  <a:pt x="6483" y="16092"/>
                </a:lnTo>
                <a:lnTo>
                  <a:pt x="6499" y="16093"/>
                </a:lnTo>
                <a:lnTo>
                  <a:pt x="6516" y="16094"/>
                </a:lnTo>
                <a:lnTo>
                  <a:pt x="6533" y="16095"/>
                </a:lnTo>
                <a:lnTo>
                  <a:pt x="6539" y="16095"/>
                </a:lnTo>
                <a:lnTo>
                  <a:pt x="6555" y="16095"/>
                </a:lnTo>
                <a:lnTo>
                  <a:pt x="6572" y="16094"/>
                </a:lnTo>
                <a:lnTo>
                  <a:pt x="6588" y="16093"/>
                </a:lnTo>
                <a:lnTo>
                  <a:pt x="6604" y="16091"/>
                </a:lnTo>
                <a:lnTo>
                  <a:pt x="6620" y="16088"/>
                </a:lnTo>
                <a:lnTo>
                  <a:pt x="6636" y="16085"/>
                </a:lnTo>
                <a:lnTo>
                  <a:pt x="6652" y="16082"/>
                </a:lnTo>
                <a:lnTo>
                  <a:pt x="6667" y="16078"/>
                </a:lnTo>
                <a:lnTo>
                  <a:pt x="6683" y="16074"/>
                </a:lnTo>
                <a:lnTo>
                  <a:pt x="6699" y="16069"/>
                </a:lnTo>
                <a:lnTo>
                  <a:pt x="6714" y="16063"/>
                </a:lnTo>
                <a:lnTo>
                  <a:pt x="6729" y="16058"/>
                </a:lnTo>
                <a:lnTo>
                  <a:pt x="6743" y="16051"/>
                </a:lnTo>
                <a:lnTo>
                  <a:pt x="6758" y="16045"/>
                </a:lnTo>
                <a:lnTo>
                  <a:pt x="6772" y="16037"/>
                </a:lnTo>
                <a:lnTo>
                  <a:pt x="6786" y="16030"/>
                </a:lnTo>
                <a:lnTo>
                  <a:pt x="6800" y="16022"/>
                </a:lnTo>
                <a:lnTo>
                  <a:pt x="6813" y="16013"/>
                </a:lnTo>
                <a:lnTo>
                  <a:pt x="6827" y="16003"/>
                </a:lnTo>
                <a:lnTo>
                  <a:pt x="6840" y="15994"/>
                </a:lnTo>
                <a:lnTo>
                  <a:pt x="6852" y="15984"/>
                </a:lnTo>
                <a:lnTo>
                  <a:pt x="6866" y="15974"/>
                </a:lnTo>
                <a:lnTo>
                  <a:pt x="6878" y="15963"/>
                </a:lnTo>
                <a:lnTo>
                  <a:pt x="6889" y="15952"/>
                </a:lnTo>
                <a:lnTo>
                  <a:pt x="6901" y="15941"/>
                </a:lnTo>
                <a:lnTo>
                  <a:pt x="6912" y="15929"/>
                </a:lnTo>
                <a:lnTo>
                  <a:pt x="6922" y="15917"/>
                </a:lnTo>
                <a:lnTo>
                  <a:pt x="6933" y="15904"/>
                </a:lnTo>
                <a:lnTo>
                  <a:pt x="6943" y="15891"/>
                </a:lnTo>
                <a:lnTo>
                  <a:pt x="6952" y="15878"/>
                </a:lnTo>
                <a:lnTo>
                  <a:pt x="6961" y="15864"/>
                </a:lnTo>
                <a:lnTo>
                  <a:pt x="6970" y="15851"/>
                </a:lnTo>
                <a:lnTo>
                  <a:pt x="8014" y="14108"/>
                </a:lnTo>
                <a:lnTo>
                  <a:pt x="12890" y="16059"/>
                </a:lnTo>
                <a:lnTo>
                  <a:pt x="12913" y="16067"/>
                </a:lnTo>
                <a:lnTo>
                  <a:pt x="12936" y="16074"/>
                </a:lnTo>
                <a:lnTo>
                  <a:pt x="12958" y="16081"/>
                </a:lnTo>
                <a:lnTo>
                  <a:pt x="12983" y="16086"/>
                </a:lnTo>
                <a:lnTo>
                  <a:pt x="13006" y="16090"/>
                </a:lnTo>
                <a:lnTo>
                  <a:pt x="13030" y="16093"/>
                </a:lnTo>
                <a:lnTo>
                  <a:pt x="13053" y="16094"/>
                </a:lnTo>
                <a:lnTo>
                  <a:pt x="13077" y="16095"/>
                </a:lnTo>
                <a:lnTo>
                  <a:pt x="13093" y="16095"/>
                </a:lnTo>
                <a:lnTo>
                  <a:pt x="13109" y="16094"/>
                </a:lnTo>
                <a:lnTo>
                  <a:pt x="13124" y="16093"/>
                </a:lnTo>
                <a:lnTo>
                  <a:pt x="13141" y="16091"/>
                </a:lnTo>
                <a:lnTo>
                  <a:pt x="13157" y="16089"/>
                </a:lnTo>
                <a:lnTo>
                  <a:pt x="13173" y="16086"/>
                </a:lnTo>
                <a:lnTo>
                  <a:pt x="13188" y="16083"/>
                </a:lnTo>
                <a:lnTo>
                  <a:pt x="13204" y="16079"/>
                </a:lnTo>
                <a:lnTo>
                  <a:pt x="13219" y="16075"/>
                </a:lnTo>
                <a:lnTo>
                  <a:pt x="13234" y="16070"/>
                </a:lnTo>
                <a:lnTo>
                  <a:pt x="13250" y="16064"/>
                </a:lnTo>
                <a:lnTo>
                  <a:pt x="13265" y="16059"/>
                </a:lnTo>
                <a:lnTo>
                  <a:pt x="13279" y="16052"/>
                </a:lnTo>
                <a:lnTo>
                  <a:pt x="13294" y="16046"/>
                </a:lnTo>
                <a:lnTo>
                  <a:pt x="13309" y="16038"/>
                </a:lnTo>
                <a:lnTo>
                  <a:pt x="13324" y="16031"/>
                </a:lnTo>
                <a:lnTo>
                  <a:pt x="13348" y="16016"/>
                </a:lnTo>
                <a:lnTo>
                  <a:pt x="13371" y="15999"/>
                </a:lnTo>
                <a:lnTo>
                  <a:pt x="13394" y="15982"/>
                </a:lnTo>
                <a:lnTo>
                  <a:pt x="13415" y="15964"/>
                </a:lnTo>
                <a:lnTo>
                  <a:pt x="13435" y="15945"/>
                </a:lnTo>
                <a:lnTo>
                  <a:pt x="13454" y="15924"/>
                </a:lnTo>
                <a:lnTo>
                  <a:pt x="13473" y="15903"/>
                </a:lnTo>
                <a:lnTo>
                  <a:pt x="13489" y="15881"/>
                </a:lnTo>
                <a:lnTo>
                  <a:pt x="13504" y="15858"/>
                </a:lnTo>
                <a:lnTo>
                  <a:pt x="13518" y="15833"/>
                </a:lnTo>
                <a:lnTo>
                  <a:pt x="13531" y="15808"/>
                </a:lnTo>
                <a:lnTo>
                  <a:pt x="13542" y="15783"/>
                </a:lnTo>
                <a:lnTo>
                  <a:pt x="13552" y="15757"/>
                </a:lnTo>
                <a:lnTo>
                  <a:pt x="13561" y="15730"/>
                </a:lnTo>
                <a:lnTo>
                  <a:pt x="13568" y="15703"/>
                </a:lnTo>
                <a:lnTo>
                  <a:pt x="13573" y="15675"/>
                </a:lnTo>
                <a:lnTo>
                  <a:pt x="16088" y="585"/>
                </a:lnTo>
                <a:lnTo>
                  <a:pt x="16091" y="567"/>
                </a:lnTo>
                <a:lnTo>
                  <a:pt x="16093" y="548"/>
                </a:lnTo>
                <a:lnTo>
                  <a:pt x="16094" y="530"/>
                </a:lnTo>
                <a:lnTo>
                  <a:pt x="16095" y="512"/>
                </a:lnTo>
                <a:lnTo>
                  <a:pt x="16095" y="493"/>
                </a:lnTo>
                <a:lnTo>
                  <a:pt x="16094" y="475"/>
                </a:lnTo>
                <a:lnTo>
                  <a:pt x="16093" y="457"/>
                </a:lnTo>
                <a:lnTo>
                  <a:pt x="16091" y="439"/>
                </a:lnTo>
                <a:lnTo>
                  <a:pt x="16088" y="420"/>
                </a:lnTo>
                <a:lnTo>
                  <a:pt x="16085" y="402"/>
                </a:lnTo>
                <a:lnTo>
                  <a:pt x="16081" y="385"/>
                </a:lnTo>
                <a:lnTo>
                  <a:pt x="16076" y="367"/>
                </a:lnTo>
                <a:lnTo>
                  <a:pt x="16071" y="350"/>
                </a:lnTo>
                <a:lnTo>
                  <a:pt x="16066" y="333"/>
                </a:lnTo>
                <a:lnTo>
                  <a:pt x="16059" y="317"/>
                </a:lnTo>
                <a:lnTo>
                  <a:pt x="16052" y="300"/>
                </a:lnTo>
                <a:lnTo>
                  <a:pt x="16045" y="284"/>
                </a:lnTo>
                <a:lnTo>
                  <a:pt x="16037" y="268"/>
                </a:lnTo>
                <a:lnTo>
                  <a:pt x="16028" y="251"/>
                </a:lnTo>
                <a:lnTo>
                  <a:pt x="16019" y="236"/>
                </a:lnTo>
                <a:lnTo>
                  <a:pt x="16008" y="221"/>
                </a:lnTo>
                <a:lnTo>
                  <a:pt x="15997" y="206"/>
                </a:lnTo>
                <a:lnTo>
                  <a:pt x="15987" y="192"/>
                </a:lnTo>
                <a:lnTo>
                  <a:pt x="15975" y="178"/>
                </a:lnTo>
                <a:lnTo>
                  <a:pt x="15963" y="164"/>
                </a:lnTo>
                <a:lnTo>
                  <a:pt x="15951" y="151"/>
                </a:lnTo>
                <a:lnTo>
                  <a:pt x="15938" y="138"/>
                </a:lnTo>
                <a:lnTo>
                  <a:pt x="15924" y="126"/>
                </a:lnTo>
                <a:lnTo>
                  <a:pt x="15910" y="114"/>
                </a:lnTo>
                <a:lnTo>
                  <a:pt x="15896" y="102"/>
                </a:lnTo>
                <a:lnTo>
                  <a:pt x="15881" y="92"/>
                </a:lnTo>
                <a:lnTo>
                  <a:pt x="15865" y="80"/>
                </a:lnTo>
                <a:close/>
              </a:path>
            </a:pathLst>
          </a:custGeom>
          <a:solidFill>
            <a:sysClr val="window" lastClr="FFFFFF"/>
          </a:solidFill>
          <a:ln>
            <a:noFill/>
          </a:ln>
        </p:spPr>
        <p:txBody>
          <a:bodyPr vert="horz" wrap="square" lIns="91440" tIns="45720" rIns="91440" bIns="45720" numCol="1" anchor="t" anchorCtr="0" compatLnSpc="1"/>
          <a:lstStyle/>
          <a:p>
            <a:endParaRPr lang="id-ID">
              <a:latin typeface="微软雅黑" panose="020B0503020204020204" charset="-122"/>
              <a:ea typeface="微软雅黑" panose="020B0503020204020204" charset="-122"/>
            </a:endParaRPr>
          </a:p>
        </p:txBody>
      </p:sp>
      <p:sp>
        <p:nvSpPr>
          <p:cNvPr id="63" name="TextBox 51"/>
          <p:cNvSpPr txBox="1"/>
          <p:nvPr>
            <p:custDataLst>
              <p:tags r:id="rId27"/>
            </p:custDataLst>
          </p:nvPr>
        </p:nvSpPr>
        <p:spPr>
          <a:xfrm>
            <a:off x="10100942" y="2742360"/>
            <a:ext cx="1463815" cy="424732"/>
          </a:xfrm>
          <a:prstGeom prst="rect">
            <a:avLst/>
          </a:prstGeom>
          <a:noFill/>
        </p:spPr>
        <p:txBody>
          <a:bodyPr wrap="square" lIns="90000" tIns="46800" rIns="90000" bIns="46800" rtlCol="0">
            <a:normAutofit/>
          </a:bodyPr>
          <a:lstStyle/>
          <a:p>
            <a:pPr algn="ctr">
              <a:lnSpc>
                <a:spcPct val="120000"/>
              </a:lnSpc>
            </a:pPr>
            <a:r>
              <a:rPr lang="zh-CN" altLang="en-US" b="1" spc="300">
                <a:solidFill>
                  <a:sysClr val="window" lastClr="FFFFFF"/>
                </a:solidFill>
                <a:latin typeface="微软雅黑" panose="020B0503020204020204" charset="-122"/>
                <a:ea typeface="微软雅黑" panose="020B0503020204020204" charset="-122"/>
              </a:rPr>
              <a:t>添加标题</a:t>
            </a:r>
          </a:p>
        </p:txBody>
      </p:sp>
      <p:sp>
        <p:nvSpPr>
          <p:cNvPr id="64" name="TextBox 29"/>
          <p:cNvSpPr txBox="1"/>
          <p:nvPr>
            <p:custDataLst>
              <p:tags r:id="rId28"/>
            </p:custDataLst>
          </p:nvPr>
        </p:nvSpPr>
        <p:spPr>
          <a:xfrm>
            <a:off x="8780587" y="5122841"/>
            <a:ext cx="2431140" cy="646331"/>
          </a:xfrm>
          <a:prstGeom prst="rect">
            <a:avLst/>
          </a:prstGeom>
          <a:noFill/>
        </p:spPr>
        <p:txBody>
          <a:bodyPr wrap="square" tIns="0" rtlCol="0">
            <a:normAutofit/>
          </a:bodyPr>
          <a:lstStyle/>
          <a:p>
            <a:pPr>
              <a:lnSpc>
                <a:spcPct val="120000"/>
              </a:lnSpc>
            </a:pPr>
            <a:r>
              <a:rPr lang="zh-CN" altLang="en-US" sz="1200" spc="150">
                <a:solidFill>
                  <a:sysClr val="window" lastClr="FFFFFF">
                    <a:lumMod val="50000"/>
                  </a:sysClr>
                </a:solidFill>
                <a:latin typeface="微软雅黑" panose="020B0503020204020204" charset="-122"/>
                <a:ea typeface="微软雅黑" panose="020B0503020204020204" charset="-122"/>
              </a:rPr>
              <a:t>单击此处添加文本具体内容，简明扼要的阐述您的观点。</a:t>
            </a:r>
          </a:p>
        </p:txBody>
      </p:sp>
      <p:sp>
        <p:nvSpPr>
          <p:cNvPr id="65" name="TextBox 30"/>
          <p:cNvSpPr txBox="1"/>
          <p:nvPr>
            <p:custDataLst>
              <p:tags r:id="rId29"/>
            </p:custDataLst>
          </p:nvPr>
        </p:nvSpPr>
        <p:spPr>
          <a:xfrm>
            <a:off x="8780587" y="4721369"/>
            <a:ext cx="2431140" cy="401472"/>
          </a:xfrm>
          <a:prstGeom prst="rect">
            <a:avLst/>
          </a:prstGeom>
          <a:noFill/>
        </p:spPr>
        <p:txBody>
          <a:bodyPr wrap="square" bIns="0" rtlCol="0">
            <a:normAutofit/>
          </a:bodyPr>
          <a:lstStyle/>
          <a:p>
            <a:pPr>
              <a:lnSpc>
                <a:spcPct val="120000"/>
              </a:lnSpc>
            </a:pPr>
            <a:r>
              <a:rPr lang="zh-CN" altLang="en-US" b="1" spc="300">
                <a:solidFill>
                  <a:sysClr val="window" lastClr="FFFFFF">
                    <a:lumMod val="50000"/>
                  </a:sysClr>
                </a:solidFill>
                <a:latin typeface="微软雅黑" panose="020B0503020204020204" charset="-122"/>
                <a:ea typeface="微软雅黑" panose="020B0503020204020204" charset="-122"/>
              </a:rPr>
              <a:t>添加标题</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wipe(left)">
                                      <p:cBhvr>
                                        <p:cTn id="7" dur="500"/>
                                        <p:tgtEl>
                                          <p:spTgt spid="28"/>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47"/>
                                        </p:tgtEl>
                                        <p:attrNameLst>
                                          <p:attrName>style.visibility</p:attrName>
                                        </p:attrNameLst>
                                      </p:cBhvr>
                                      <p:to>
                                        <p:strVal val="visible"/>
                                      </p:to>
                                    </p:set>
                                    <p:anim calcmode="lin" valueType="num">
                                      <p:cBhvr>
                                        <p:cTn id="11" dur="500" fill="hold"/>
                                        <p:tgtEl>
                                          <p:spTgt spid="47"/>
                                        </p:tgtEl>
                                        <p:attrNameLst>
                                          <p:attrName>ppt_w</p:attrName>
                                        </p:attrNameLst>
                                      </p:cBhvr>
                                      <p:tavLst>
                                        <p:tav tm="0">
                                          <p:val>
                                            <p:fltVal val="0"/>
                                          </p:val>
                                        </p:tav>
                                        <p:tav tm="100000">
                                          <p:val>
                                            <p:strVal val="#ppt_w"/>
                                          </p:val>
                                        </p:tav>
                                      </p:tavLst>
                                    </p:anim>
                                    <p:anim calcmode="lin" valueType="num">
                                      <p:cBhvr>
                                        <p:cTn id="12" dur="500" fill="hold"/>
                                        <p:tgtEl>
                                          <p:spTgt spid="47"/>
                                        </p:tgtEl>
                                        <p:attrNameLst>
                                          <p:attrName>ppt_h</p:attrName>
                                        </p:attrNameLst>
                                      </p:cBhvr>
                                      <p:tavLst>
                                        <p:tav tm="0">
                                          <p:val>
                                            <p:fltVal val="0"/>
                                          </p:val>
                                        </p:tav>
                                        <p:tav tm="100000">
                                          <p:val>
                                            <p:strVal val="#ppt_h"/>
                                          </p:val>
                                        </p:tav>
                                      </p:tavLst>
                                    </p:anim>
                                    <p:animEffect transition="in" filter="fade">
                                      <p:cBhvr>
                                        <p:cTn id="13" dur="500"/>
                                        <p:tgtEl>
                                          <p:spTgt spid="47"/>
                                        </p:tgtEl>
                                      </p:cBhvr>
                                    </p:animEffect>
                                  </p:childTnLst>
                                </p:cTn>
                              </p:par>
                              <p:par>
                                <p:cTn id="14" presetID="22" presetClass="entr" presetSubtype="1" fill="hold" nodeType="with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wipe(up)">
                                      <p:cBhvr>
                                        <p:cTn id="16" dur="500"/>
                                        <p:tgtEl>
                                          <p:spTgt spid="34"/>
                                        </p:tgtEl>
                                      </p:cBhvr>
                                    </p:animEffect>
                                  </p:childTnLst>
                                </p:cTn>
                              </p:par>
                            </p:childTnLst>
                          </p:cTn>
                        </p:par>
                        <p:par>
                          <p:cTn id="17" fill="hold">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29"/>
                                        </p:tgtEl>
                                        <p:attrNameLst>
                                          <p:attrName>style.visibility</p:attrName>
                                        </p:attrNameLst>
                                      </p:cBhvr>
                                      <p:to>
                                        <p:strVal val="visible"/>
                                      </p:to>
                                    </p:set>
                                    <p:animEffect transition="in" filter="wipe(left)">
                                      <p:cBhvr>
                                        <p:cTn id="20" dur="500"/>
                                        <p:tgtEl>
                                          <p:spTgt spid="29"/>
                                        </p:tgtEl>
                                      </p:cBhvr>
                                    </p:animEffect>
                                  </p:childTnLst>
                                </p:cTn>
                              </p:par>
                            </p:childTnLst>
                          </p:cTn>
                        </p:par>
                        <p:par>
                          <p:cTn id="21" fill="hold">
                            <p:stCondLst>
                              <p:cond delay="1500"/>
                            </p:stCondLst>
                            <p:childTnLst>
                              <p:par>
                                <p:cTn id="22" presetID="53" presetClass="entr" presetSubtype="16" fill="hold" nodeType="afterEffect">
                                  <p:stCondLst>
                                    <p:cond delay="0"/>
                                  </p:stCondLst>
                                  <p:childTnLst>
                                    <p:set>
                                      <p:cBhvr>
                                        <p:cTn id="23" dur="1" fill="hold">
                                          <p:stCondLst>
                                            <p:cond delay="0"/>
                                          </p:stCondLst>
                                        </p:cTn>
                                        <p:tgtEl>
                                          <p:spTgt spid="51"/>
                                        </p:tgtEl>
                                        <p:attrNameLst>
                                          <p:attrName>style.visibility</p:attrName>
                                        </p:attrNameLst>
                                      </p:cBhvr>
                                      <p:to>
                                        <p:strVal val="visible"/>
                                      </p:to>
                                    </p:set>
                                    <p:anim calcmode="lin" valueType="num">
                                      <p:cBhvr>
                                        <p:cTn id="24" dur="500" fill="hold"/>
                                        <p:tgtEl>
                                          <p:spTgt spid="51"/>
                                        </p:tgtEl>
                                        <p:attrNameLst>
                                          <p:attrName>ppt_w</p:attrName>
                                        </p:attrNameLst>
                                      </p:cBhvr>
                                      <p:tavLst>
                                        <p:tav tm="0">
                                          <p:val>
                                            <p:fltVal val="0"/>
                                          </p:val>
                                        </p:tav>
                                        <p:tav tm="100000">
                                          <p:val>
                                            <p:strVal val="#ppt_w"/>
                                          </p:val>
                                        </p:tav>
                                      </p:tavLst>
                                    </p:anim>
                                    <p:anim calcmode="lin" valueType="num">
                                      <p:cBhvr>
                                        <p:cTn id="25" dur="500" fill="hold"/>
                                        <p:tgtEl>
                                          <p:spTgt spid="51"/>
                                        </p:tgtEl>
                                        <p:attrNameLst>
                                          <p:attrName>ppt_h</p:attrName>
                                        </p:attrNameLst>
                                      </p:cBhvr>
                                      <p:tavLst>
                                        <p:tav tm="0">
                                          <p:val>
                                            <p:fltVal val="0"/>
                                          </p:val>
                                        </p:tav>
                                        <p:tav tm="100000">
                                          <p:val>
                                            <p:strVal val="#ppt_h"/>
                                          </p:val>
                                        </p:tav>
                                      </p:tavLst>
                                    </p:anim>
                                    <p:animEffect transition="in" filter="fade">
                                      <p:cBhvr>
                                        <p:cTn id="26" dur="500"/>
                                        <p:tgtEl>
                                          <p:spTgt spid="51"/>
                                        </p:tgtEl>
                                      </p:cBhvr>
                                    </p:animEffect>
                                  </p:childTnLst>
                                </p:cTn>
                              </p:par>
                              <p:par>
                                <p:cTn id="27" presetID="22" presetClass="entr" presetSubtype="4" fill="hold" nodeType="withEffect">
                                  <p:stCondLst>
                                    <p:cond delay="0"/>
                                  </p:stCondLst>
                                  <p:childTnLst>
                                    <p:set>
                                      <p:cBhvr>
                                        <p:cTn id="28" dur="1" fill="hold">
                                          <p:stCondLst>
                                            <p:cond delay="0"/>
                                          </p:stCondLst>
                                        </p:cTn>
                                        <p:tgtEl>
                                          <p:spTgt spid="37"/>
                                        </p:tgtEl>
                                        <p:attrNameLst>
                                          <p:attrName>style.visibility</p:attrName>
                                        </p:attrNameLst>
                                      </p:cBhvr>
                                      <p:to>
                                        <p:strVal val="visible"/>
                                      </p:to>
                                    </p:set>
                                    <p:animEffect transition="in" filter="wipe(down)">
                                      <p:cBhvr>
                                        <p:cTn id="29" dur="500"/>
                                        <p:tgtEl>
                                          <p:spTgt spid="37"/>
                                        </p:tgtEl>
                                      </p:cBhvr>
                                    </p:animEffect>
                                  </p:childTnLst>
                                </p:cTn>
                              </p:par>
                            </p:childTnLst>
                          </p:cTn>
                        </p:par>
                        <p:par>
                          <p:cTn id="30" fill="hold">
                            <p:stCondLst>
                              <p:cond delay="2000"/>
                            </p:stCondLst>
                            <p:childTnLst>
                              <p:par>
                                <p:cTn id="31" presetID="22" presetClass="entr" presetSubtype="8" fill="hold" grpId="0" nodeType="afterEffect">
                                  <p:stCondLst>
                                    <p:cond delay="0"/>
                                  </p:stCondLst>
                                  <p:childTnLst>
                                    <p:set>
                                      <p:cBhvr>
                                        <p:cTn id="32" dur="1" fill="hold">
                                          <p:stCondLst>
                                            <p:cond delay="0"/>
                                          </p:stCondLst>
                                        </p:cTn>
                                        <p:tgtEl>
                                          <p:spTgt spid="30"/>
                                        </p:tgtEl>
                                        <p:attrNameLst>
                                          <p:attrName>style.visibility</p:attrName>
                                        </p:attrNameLst>
                                      </p:cBhvr>
                                      <p:to>
                                        <p:strVal val="visible"/>
                                      </p:to>
                                    </p:set>
                                    <p:animEffect transition="in" filter="wipe(left)">
                                      <p:cBhvr>
                                        <p:cTn id="33" dur="500"/>
                                        <p:tgtEl>
                                          <p:spTgt spid="30"/>
                                        </p:tgtEl>
                                      </p:cBhvr>
                                    </p:animEffect>
                                  </p:childTnLst>
                                </p:cTn>
                              </p:par>
                            </p:childTnLst>
                          </p:cTn>
                        </p:par>
                        <p:par>
                          <p:cTn id="34" fill="hold">
                            <p:stCondLst>
                              <p:cond delay="2500"/>
                            </p:stCondLst>
                            <p:childTnLst>
                              <p:par>
                                <p:cTn id="35" presetID="53" presetClass="entr" presetSubtype="16" fill="hold" nodeType="afterEffect">
                                  <p:stCondLst>
                                    <p:cond delay="0"/>
                                  </p:stCondLst>
                                  <p:childTnLst>
                                    <p:set>
                                      <p:cBhvr>
                                        <p:cTn id="36" dur="1" fill="hold">
                                          <p:stCondLst>
                                            <p:cond delay="0"/>
                                          </p:stCondLst>
                                        </p:cTn>
                                        <p:tgtEl>
                                          <p:spTgt spid="55"/>
                                        </p:tgtEl>
                                        <p:attrNameLst>
                                          <p:attrName>style.visibility</p:attrName>
                                        </p:attrNameLst>
                                      </p:cBhvr>
                                      <p:to>
                                        <p:strVal val="visible"/>
                                      </p:to>
                                    </p:set>
                                    <p:anim calcmode="lin" valueType="num">
                                      <p:cBhvr>
                                        <p:cTn id="37" dur="500" fill="hold"/>
                                        <p:tgtEl>
                                          <p:spTgt spid="55"/>
                                        </p:tgtEl>
                                        <p:attrNameLst>
                                          <p:attrName>ppt_w</p:attrName>
                                        </p:attrNameLst>
                                      </p:cBhvr>
                                      <p:tavLst>
                                        <p:tav tm="0">
                                          <p:val>
                                            <p:fltVal val="0"/>
                                          </p:val>
                                        </p:tav>
                                        <p:tav tm="100000">
                                          <p:val>
                                            <p:strVal val="#ppt_w"/>
                                          </p:val>
                                        </p:tav>
                                      </p:tavLst>
                                    </p:anim>
                                    <p:anim calcmode="lin" valueType="num">
                                      <p:cBhvr>
                                        <p:cTn id="38" dur="500" fill="hold"/>
                                        <p:tgtEl>
                                          <p:spTgt spid="55"/>
                                        </p:tgtEl>
                                        <p:attrNameLst>
                                          <p:attrName>ppt_h</p:attrName>
                                        </p:attrNameLst>
                                      </p:cBhvr>
                                      <p:tavLst>
                                        <p:tav tm="0">
                                          <p:val>
                                            <p:fltVal val="0"/>
                                          </p:val>
                                        </p:tav>
                                        <p:tav tm="100000">
                                          <p:val>
                                            <p:strVal val="#ppt_h"/>
                                          </p:val>
                                        </p:tav>
                                      </p:tavLst>
                                    </p:anim>
                                    <p:animEffect transition="in" filter="fade">
                                      <p:cBhvr>
                                        <p:cTn id="39" dur="500"/>
                                        <p:tgtEl>
                                          <p:spTgt spid="55"/>
                                        </p:tgtEl>
                                      </p:cBhvr>
                                    </p:animEffect>
                                  </p:childTnLst>
                                </p:cTn>
                              </p:par>
                              <p:par>
                                <p:cTn id="40" presetID="22" presetClass="entr" presetSubtype="1" fill="hold" nodeType="withEffect">
                                  <p:stCondLst>
                                    <p:cond delay="0"/>
                                  </p:stCondLst>
                                  <p:childTnLst>
                                    <p:set>
                                      <p:cBhvr>
                                        <p:cTn id="41" dur="1" fill="hold">
                                          <p:stCondLst>
                                            <p:cond delay="0"/>
                                          </p:stCondLst>
                                        </p:cTn>
                                        <p:tgtEl>
                                          <p:spTgt spid="38"/>
                                        </p:tgtEl>
                                        <p:attrNameLst>
                                          <p:attrName>style.visibility</p:attrName>
                                        </p:attrNameLst>
                                      </p:cBhvr>
                                      <p:to>
                                        <p:strVal val="visible"/>
                                      </p:to>
                                    </p:set>
                                    <p:animEffect transition="in" filter="wipe(up)">
                                      <p:cBhvr>
                                        <p:cTn id="42" dur="500"/>
                                        <p:tgtEl>
                                          <p:spTgt spid="38"/>
                                        </p:tgtEl>
                                      </p:cBhvr>
                                    </p:animEffect>
                                  </p:childTnLst>
                                </p:cTn>
                              </p:par>
                            </p:childTnLst>
                          </p:cTn>
                        </p:par>
                        <p:par>
                          <p:cTn id="43" fill="hold">
                            <p:stCondLst>
                              <p:cond delay="3000"/>
                            </p:stCondLst>
                            <p:childTnLst>
                              <p:par>
                                <p:cTn id="44" presetID="22" presetClass="entr" presetSubtype="8" fill="hold" grpId="0" nodeType="afterEffect">
                                  <p:stCondLst>
                                    <p:cond delay="0"/>
                                  </p:stCondLst>
                                  <p:childTnLst>
                                    <p:set>
                                      <p:cBhvr>
                                        <p:cTn id="45" dur="1" fill="hold">
                                          <p:stCondLst>
                                            <p:cond delay="0"/>
                                          </p:stCondLst>
                                        </p:cTn>
                                        <p:tgtEl>
                                          <p:spTgt spid="31"/>
                                        </p:tgtEl>
                                        <p:attrNameLst>
                                          <p:attrName>style.visibility</p:attrName>
                                        </p:attrNameLst>
                                      </p:cBhvr>
                                      <p:to>
                                        <p:strVal val="visible"/>
                                      </p:to>
                                    </p:set>
                                    <p:animEffect transition="in" filter="wipe(left)">
                                      <p:cBhvr>
                                        <p:cTn id="46" dur="500"/>
                                        <p:tgtEl>
                                          <p:spTgt spid="31"/>
                                        </p:tgtEl>
                                      </p:cBhvr>
                                    </p:animEffect>
                                  </p:childTnLst>
                                </p:cTn>
                              </p:par>
                            </p:childTnLst>
                          </p:cTn>
                        </p:par>
                        <p:par>
                          <p:cTn id="47" fill="hold">
                            <p:stCondLst>
                              <p:cond delay="3500"/>
                            </p:stCondLst>
                            <p:childTnLst>
                              <p:par>
                                <p:cTn id="48" presetID="53" presetClass="entr" presetSubtype="16" fill="hold" nodeType="afterEffect">
                                  <p:stCondLst>
                                    <p:cond delay="0"/>
                                  </p:stCondLst>
                                  <p:childTnLst>
                                    <p:set>
                                      <p:cBhvr>
                                        <p:cTn id="49" dur="1" fill="hold">
                                          <p:stCondLst>
                                            <p:cond delay="0"/>
                                          </p:stCondLst>
                                        </p:cTn>
                                        <p:tgtEl>
                                          <p:spTgt spid="58"/>
                                        </p:tgtEl>
                                        <p:attrNameLst>
                                          <p:attrName>style.visibility</p:attrName>
                                        </p:attrNameLst>
                                      </p:cBhvr>
                                      <p:to>
                                        <p:strVal val="visible"/>
                                      </p:to>
                                    </p:set>
                                    <p:anim calcmode="lin" valueType="num">
                                      <p:cBhvr>
                                        <p:cTn id="50" dur="500" fill="hold"/>
                                        <p:tgtEl>
                                          <p:spTgt spid="58"/>
                                        </p:tgtEl>
                                        <p:attrNameLst>
                                          <p:attrName>ppt_w</p:attrName>
                                        </p:attrNameLst>
                                      </p:cBhvr>
                                      <p:tavLst>
                                        <p:tav tm="0">
                                          <p:val>
                                            <p:fltVal val="0"/>
                                          </p:val>
                                        </p:tav>
                                        <p:tav tm="100000">
                                          <p:val>
                                            <p:strVal val="#ppt_w"/>
                                          </p:val>
                                        </p:tav>
                                      </p:tavLst>
                                    </p:anim>
                                    <p:anim calcmode="lin" valueType="num">
                                      <p:cBhvr>
                                        <p:cTn id="51" dur="500" fill="hold"/>
                                        <p:tgtEl>
                                          <p:spTgt spid="58"/>
                                        </p:tgtEl>
                                        <p:attrNameLst>
                                          <p:attrName>ppt_h</p:attrName>
                                        </p:attrNameLst>
                                      </p:cBhvr>
                                      <p:tavLst>
                                        <p:tav tm="0">
                                          <p:val>
                                            <p:fltVal val="0"/>
                                          </p:val>
                                        </p:tav>
                                        <p:tav tm="100000">
                                          <p:val>
                                            <p:strVal val="#ppt_h"/>
                                          </p:val>
                                        </p:tav>
                                      </p:tavLst>
                                    </p:anim>
                                    <p:animEffect transition="in" filter="fade">
                                      <p:cBhvr>
                                        <p:cTn id="52" dur="500"/>
                                        <p:tgtEl>
                                          <p:spTgt spid="58"/>
                                        </p:tgtEl>
                                      </p:cBhvr>
                                    </p:animEffect>
                                  </p:childTnLst>
                                </p:cTn>
                              </p:par>
                              <p:par>
                                <p:cTn id="53" presetID="22" presetClass="entr" presetSubtype="4" fill="hold" nodeType="withEffect">
                                  <p:stCondLst>
                                    <p:cond delay="0"/>
                                  </p:stCondLst>
                                  <p:childTnLst>
                                    <p:set>
                                      <p:cBhvr>
                                        <p:cTn id="54" dur="1" fill="hold">
                                          <p:stCondLst>
                                            <p:cond delay="0"/>
                                          </p:stCondLst>
                                        </p:cTn>
                                        <p:tgtEl>
                                          <p:spTgt spid="39"/>
                                        </p:tgtEl>
                                        <p:attrNameLst>
                                          <p:attrName>style.visibility</p:attrName>
                                        </p:attrNameLst>
                                      </p:cBhvr>
                                      <p:to>
                                        <p:strVal val="visible"/>
                                      </p:to>
                                    </p:set>
                                    <p:animEffect transition="in" filter="wipe(down)">
                                      <p:cBhvr>
                                        <p:cTn id="55" dur="500"/>
                                        <p:tgtEl>
                                          <p:spTgt spid="39"/>
                                        </p:tgtEl>
                                      </p:cBhvr>
                                    </p:animEffect>
                                  </p:childTnLst>
                                </p:cTn>
                              </p:par>
                            </p:childTnLst>
                          </p:cTn>
                        </p:par>
                        <p:par>
                          <p:cTn id="56" fill="hold">
                            <p:stCondLst>
                              <p:cond delay="4000"/>
                            </p:stCondLst>
                            <p:childTnLst>
                              <p:par>
                                <p:cTn id="57" presetID="22" presetClass="entr" presetSubtype="8" fill="hold" grpId="0" nodeType="afterEffect">
                                  <p:stCondLst>
                                    <p:cond delay="0"/>
                                  </p:stCondLst>
                                  <p:childTnLst>
                                    <p:set>
                                      <p:cBhvr>
                                        <p:cTn id="58" dur="1" fill="hold">
                                          <p:stCondLst>
                                            <p:cond delay="0"/>
                                          </p:stCondLst>
                                        </p:cTn>
                                        <p:tgtEl>
                                          <p:spTgt spid="32"/>
                                        </p:tgtEl>
                                        <p:attrNameLst>
                                          <p:attrName>style.visibility</p:attrName>
                                        </p:attrNameLst>
                                      </p:cBhvr>
                                      <p:to>
                                        <p:strVal val="visible"/>
                                      </p:to>
                                    </p:set>
                                    <p:animEffect transition="in" filter="wipe(left)">
                                      <p:cBhvr>
                                        <p:cTn id="59" dur="500"/>
                                        <p:tgtEl>
                                          <p:spTgt spid="32"/>
                                        </p:tgtEl>
                                      </p:cBhvr>
                                    </p:animEffect>
                                  </p:childTnLst>
                                </p:cTn>
                              </p:par>
                            </p:childTnLst>
                          </p:cTn>
                        </p:par>
                        <p:par>
                          <p:cTn id="60" fill="hold">
                            <p:stCondLst>
                              <p:cond delay="4500"/>
                            </p:stCondLst>
                            <p:childTnLst>
                              <p:par>
                                <p:cTn id="61" presetID="53" presetClass="entr" presetSubtype="16" fill="hold" grpId="0" nodeType="afterEffect">
                                  <p:stCondLst>
                                    <p:cond delay="0"/>
                                  </p:stCondLst>
                                  <p:childTnLst>
                                    <p:set>
                                      <p:cBhvr>
                                        <p:cTn id="62" dur="1" fill="hold">
                                          <p:stCondLst>
                                            <p:cond delay="0"/>
                                          </p:stCondLst>
                                        </p:cTn>
                                        <p:tgtEl>
                                          <p:spTgt spid="50"/>
                                        </p:tgtEl>
                                        <p:attrNameLst>
                                          <p:attrName>style.visibility</p:attrName>
                                        </p:attrNameLst>
                                      </p:cBhvr>
                                      <p:to>
                                        <p:strVal val="visible"/>
                                      </p:to>
                                    </p:set>
                                    <p:anim calcmode="lin" valueType="num">
                                      <p:cBhvr>
                                        <p:cTn id="63" dur="500" fill="hold"/>
                                        <p:tgtEl>
                                          <p:spTgt spid="50"/>
                                        </p:tgtEl>
                                        <p:attrNameLst>
                                          <p:attrName>ppt_w</p:attrName>
                                        </p:attrNameLst>
                                      </p:cBhvr>
                                      <p:tavLst>
                                        <p:tav tm="0">
                                          <p:val>
                                            <p:fltVal val="0"/>
                                          </p:val>
                                        </p:tav>
                                        <p:tav tm="100000">
                                          <p:val>
                                            <p:strVal val="#ppt_w"/>
                                          </p:val>
                                        </p:tav>
                                      </p:tavLst>
                                    </p:anim>
                                    <p:anim calcmode="lin" valueType="num">
                                      <p:cBhvr>
                                        <p:cTn id="64" dur="500" fill="hold"/>
                                        <p:tgtEl>
                                          <p:spTgt spid="50"/>
                                        </p:tgtEl>
                                        <p:attrNameLst>
                                          <p:attrName>ppt_h</p:attrName>
                                        </p:attrNameLst>
                                      </p:cBhvr>
                                      <p:tavLst>
                                        <p:tav tm="0">
                                          <p:val>
                                            <p:fltVal val="0"/>
                                          </p:val>
                                        </p:tav>
                                        <p:tav tm="100000">
                                          <p:val>
                                            <p:strVal val="#ppt_h"/>
                                          </p:val>
                                        </p:tav>
                                      </p:tavLst>
                                    </p:anim>
                                    <p:animEffect transition="in" filter="fade">
                                      <p:cBhvr>
                                        <p:cTn id="65" dur="500"/>
                                        <p:tgtEl>
                                          <p:spTgt spid="50"/>
                                        </p:tgtEl>
                                      </p:cBhvr>
                                    </p:animEffect>
                                  </p:childTnLst>
                                </p:cTn>
                              </p:par>
                              <p:par>
                                <p:cTn id="66" presetID="22" presetClass="entr" presetSubtype="1" fill="hold" nodeType="withEffect">
                                  <p:stCondLst>
                                    <p:cond delay="0"/>
                                  </p:stCondLst>
                                  <p:childTnLst>
                                    <p:set>
                                      <p:cBhvr>
                                        <p:cTn id="67" dur="1" fill="hold">
                                          <p:stCondLst>
                                            <p:cond delay="0"/>
                                          </p:stCondLst>
                                        </p:cTn>
                                        <p:tgtEl>
                                          <p:spTgt spid="40"/>
                                        </p:tgtEl>
                                        <p:attrNameLst>
                                          <p:attrName>style.visibility</p:attrName>
                                        </p:attrNameLst>
                                      </p:cBhvr>
                                      <p:to>
                                        <p:strVal val="visible"/>
                                      </p:to>
                                    </p:set>
                                    <p:animEffect transition="in" filter="wipe(up)">
                                      <p:cBhvr>
                                        <p:cTn id="68" dur="500"/>
                                        <p:tgtEl>
                                          <p:spTgt spid="40"/>
                                        </p:tgtEl>
                                      </p:cBhvr>
                                    </p:animEffect>
                                  </p:childTnLst>
                                </p:cTn>
                              </p:par>
                            </p:childTnLst>
                          </p:cTn>
                        </p:par>
                        <p:par>
                          <p:cTn id="69" fill="hold">
                            <p:stCondLst>
                              <p:cond delay="5000"/>
                            </p:stCondLst>
                            <p:childTnLst>
                              <p:par>
                                <p:cTn id="70" presetID="22" presetClass="entr" presetSubtype="8" fill="hold" grpId="0" nodeType="afterEffect">
                                  <p:stCondLst>
                                    <p:cond delay="0"/>
                                  </p:stCondLst>
                                  <p:childTnLst>
                                    <p:set>
                                      <p:cBhvr>
                                        <p:cTn id="71" dur="1" fill="hold">
                                          <p:stCondLst>
                                            <p:cond delay="0"/>
                                          </p:stCondLst>
                                        </p:cTn>
                                        <p:tgtEl>
                                          <p:spTgt spid="33"/>
                                        </p:tgtEl>
                                        <p:attrNameLst>
                                          <p:attrName>style.visibility</p:attrName>
                                        </p:attrNameLst>
                                      </p:cBhvr>
                                      <p:to>
                                        <p:strVal val="visible"/>
                                      </p:to>
                                    </p:set>
                                    <p:animEffect transition="in" filter="wipe(left)">
                                      <p:cBhvr>
                                        <p:cTn id="72"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bldLvl="0" animBg="1"/>
      <p:bldP spid="29" grpId="0" bldLvl="0" animBg="1"/>
      <p:bldP spid="30" grpId="0" bldLvl="0" animBg="1"/>
      <p:bldP spid="31" grpId="0" bldLvl="0" animBg="1"/>
      <p:bldP spid="32" grpId="0" bldLvl="0" animBg="1"/>
      <p:bldP spid="33" grpId="0" bldLvl="0" animBg="1"/>
      <p:bldP spid="50" grpId="0" bldLvl="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054" y="2705628"/>
            <a:ext cx="9939958" cy="609812"/>
          </a:xfrm>
        </p:spPr>
        <p:txBody>
          <a:bodyPr/>
          <a:lstStyle/>
          <a:p>
            <a:r>
              <a:rPr lang="zh-CN" altLang="en-US" dirty="0"/>
              <a:t>调研过程回顾</a:t>
            </a:r>
          </a:p>
        </p:txBody>
      </p:sp>
      <p:sp>
        <p:nvSpPr>
          <p:cNvPr id="3" name="文本占位符 2"/>
          <p:cNvSpPr>
            <a:spLocks noGrp="1"/>
          </p:cNvSpPr>
          <p:nvPr>
            <p:ph type="body" sz="quarter" idx="17"/>
          </p:nvPr>
        </p:nvSpPr>
        <p:spPr>
          <a:xfrm>
            <a:off x="472054" y="3305280"/>
            <a:ext cx="4724718" cy="1276660"/>
          </a:xfrm>
        </p:spPr>
        <p:txBody>
          <a:bodyPr/>
          <a:lstStyle/>
          <a:p>
            <a:r>
              <a:rPr lang="en-US" altLang="zh-CN" dirty="0"/>
              <a:t>1-2. </a:t>
            </a:r>
            <a:r>
              <a:rPr lang="zh-CN" altLang="en-US" dirty="0"/>
              <a:t>调研成果</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p:cNvSpPr>
            <a:spLocks noGrp="1"/>
          </p:cNvSpPr>
          <p:nvPr>
            <p:ph type="body" sz="quarter" idx="28"/>
          </p:nvPr>
        </p:nvSpPr>
        <p:spPr/>
        <p:txBody>
          <a:bodyPr/>
          <a:lstStyle/>
          <a:p>
            <a:r>
              <a:rPr kumimoji="1" lang="zh-CN" altLang="en-US" dirty="0"/>
              <a:t>工作回顾</a:t>
            </a:r>
          </a:p>
        </p:txBody>
      </p:sp>
      <p:sp>
        <p:nvSpPr>
          <p:cNvPr id="2" name="标题 1"/>
          <p:cNvSpPr>
            <a:spLocks noGrp="1"/>
          </p:cNvSpPr>
          <p:nvPr>
            <p:ph type="title"/>
          </p:nvPr>
        </p:nvSpPr>
        <p:spPr>
          <a:xfrm>
            <a:off x="398094" y="210672"/>
            <a:ext cx="9693760" cy="469413"/>
          </a:xfrm>
        </p:spPr>
        <p:txBody>
          <a:bodyPr/>
          <a:lstStyle/>
          <a:p>
            <a:r>
              <a:rPr kumimoji="1" lang="zh-CN" altLang="en-US" dirty="0"/>
              <a:t>调研成果</a:t>
            </a:r>
          </a:p>
        </p:txBody>
      </p:sp>
      <p:sp>
        <p:nvSpPr>
          <p:cNvPr id="3" name="内容占位符 2"/>
          <p:cNvSpPr>
            <a:spLocks noGrp="1"/>
          </p:cNvSpPr>
          <p:nvPr/>
        </p:nvSpPr>
        <p:spPr>
          <a:xfrm>
            <a:off x="558165" y="1264285"/>
            <a:ext cx="10633710" cy="1002030"/>
          </a:xfrm>
          <a:prstGeom prst="rect">
            <a:avLst/>
          </a:prstGeom>
        </p:spPr>
        <p:txBody>
          <a:bodyPr/>
          <a:lstStyle>
            <a:lvl1pPr marL="285750" indent="-285750" algn="l" defTabSz="914400" rtl="0" eaLnBrk="1" latinLnBrk="0" hangingPunct="1">
              <a:spcBef>
                <a:spcPct val="20000"/>
              </a:spcBef>
              <a:buFont typeface="Wingdings" panose="05000000000000000000" pitchFamily="2" charset="2"/>
              <a:buChar char="n"/>
              <a:defRPr sz="16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lnSpc>
                <a:spcPct val="130000"/>
              </a:lnSpc>
              <a:spcBef>
                <a:spcPts val="1000"/>
              </a:spcBef>
              <a:spcAft>
                <a:spcPts val="0"/>
              </a:spcAft>
              <a:buClrTx/>
              <a:buSzTx/>
              <a:buNone/>
            </a:pPr>
            <a:r>
              <a:rPr kumimoji="1" lang="zh-CN" altLang="en-US" sz="1800" dirty="0">
                <a:solidFill>
                  <a:schemeClr val="tx1">
                    <a:lumMod val="85000"/>
                    <a:lumOff val="15000"/>
                  </a:schemeClr>
                </a:solidFill>
                <a:latin typeface="微软雅黑" panose="020B0503020204020204" charset="-122"/>
                <a:ea typeface="微软雅黑" panose="020B0503020204020204" charset="-122"/>
                <a:sym typeface="+mn-lt"/>
              </a:rPr>
              <a:t>2022年</a:t>
            </a:r>
            <a:r>
              <a:rPr kumimoji="1" lang="en-US" altLang="zh-CN" sz="1800" dirty="0">
                <a:solidFill>
                  <a:schemeClr val="tx1">
                    <a:lumMod val="85000"/>
                    <a:lumOff val="15000"/>
                  </a:schemeClr>
                </a:solidFill>
                <a:latin typeface="微软雅黑" panose="020B0503020204020204" charset="-122"/>
                <a:ea typeface="微软雅黑" panose="020B0503020204020204" charset="-122"/>
                <a:sym typeface="+mn-lt"/>
              </a:rPr>
              <a:t>X</a:t>
            </a:r>
            <a:r>
              <a:rPr kumimoji="1" lang="zh-CN" altLang="en-US" sz="1800" dirty="0">
                <a:solidFill>
                  <a:schemeClr val="tx1">
                    <a:lumMod val="85000"/>
                    <a:lumOff val="15000"/>
                  </a:schemeClr>
                </a:solidFill>
                <a:latin typeface="微软雅黑" panose="020B0503020204020204" charset="-122"/>
                <a:ea typeface="微软雅黑" panose="020B0503020204020204" charset="-122"/>
                <a:sym typeface="+mn-lt"/>
              </a:rPr>
              <a:t>月以来，开展了涵盖</a:t>
            </a:r>
            <a:r>
              <a:rPr kumimoji="1" lang="en-US" altLang="zh-CN" sz="1800" dirty="0">
                <a:solidFill>
                  <a:schemeClr val="tx1">
                    <a:lumMod val="85000"/>
                    <a:lumOff val="15000"/>
                  </a:schemeClr>
                </a:solidFill>
                <a:latin typeface="微软雅黑" panose="020B0503020204020204" charset="-122"/>
                <a:ea typeface="微软雅黑" panose="020B0503020204020204" charset="-122"/>
                <a:sym typeface="+mn-lt"/>
              </a:rPr>
              <a:t>......</a:t>
            </a:r>
            <a:r>
              <a:rPr kumimoji="1" lang="zh-CN" altLang="en-US" sz="1800" dirty="0">
                <a:solidFill>
                  <a:schemeClr val="tx1">
                    <a:lumMod val="85000"/>
                    <a:lumOff val="15000"/>
                  </a:schemeClr>
                </a:solidFill>
                <a:latin typeface="微软雅黑" panose="020B0503020204020204" charset="-122"/>
                <a:ea typeface="微软雅黑" panose="020B0503020204020204" charset="-122"/>
                <a:sym typeface="+mn-lt"/>
              </a:rPr>
              <a:t>等业务的相关调研工作。与相关的关键用户、业务负责人充分研讨，从实际业务需求出发，目前已完成了</a:t>
            </a:r>
            <a:r>
              <a:rPr kumimoji="1" lang="en-US" altLang="zh-CN" sz="1800" dirty="0">
                <a:solidFill>
                  <a:schemeClr val="tx1">
                    <a:lumMod val="85000"/>
                    <a:lumOff val="15000"/>
                  </a:schemeClr>
                </a:solidFill>
                <a:latin typeface="微软雅黑" panose="020B0503020204020204" charset="-122"/>
                <a:ea typeface="微软雅黑" panose="020B0503020204020204" charset="-122"/>
                <a:sym typeface="+mn-lt"/>
              </a:rPr>
              <a:t>......</a:t>
            </a:r>
            <a:r>
              <a:rPr kumimoji="1" lang="zh-CN" altLang="en-US" sz="1800" dirty="0">
                <a:solidFill>
                  <a:schemeClr val="tx1">
                    <a:lumMod val="85000"/>
                    <a:lumOff val="15000"/>
                  </a:schemeClr>
                </a:solidFill>
                <a:latin typeface="微软雅黑" panose="020B0503020204020204" charset="-122"/>
                <a:ea typeface="微软雅黑" panose="020B0503020204020204" charset="-122"/>
                <a:sym typeface="+mn-lt"/>
              </a:rPr>
              <a:t>的调研报告编写。</a:t>
            </a:r>
          </a:p>
        </p:txBody>
      </p:sp>
      <p:sp>
        <p:nvSpPr>
          <p:cNvPr id="123" name="Rectangle 15"/>
          <p:cNvSpPr txBox="1">
            <a:spLocks noChangeArrowheads="1"/>
          </p:cNvSpPr>
          <p:nvPr/>
        </p:nvSpPr>
        <p:spPr bwMode="auto">
          <a:xfrm>
            <a:off x="2091690" y="3268345"/>
            <a:ext cx="3166745" cy="396240"/>
          </a:xfrm>
          <a:prstGeom prst="rect">
            <a:avLst/>
          </a:prstGeom>
          <a:solidFill>
            <a:schemeClr val="bg1">
              <a:lumMod val="95000"/>
            </a:schemeClr>
          </a:solidFill>
          <a:ln w="9525" algn="ctr">
            <a:noFill/>
            <a:miter lim="800000"/>
          </a:ln>
          <a:effectLst/>
        </p:spPr>
        <p:txBody>
          <a:bodyPr vert="horz" wrap="square" lIns="73472" tIns="73472" rIns="73472" bIns="73472" numCol="1" anchor="ctr" anchorCtr="0" compatLnSpc="1">
            <a:noAutofit/>
          </a:bodyPr>
          <a:lstStyle>
            <a:lvl1pPr marL="0" indent="0" algn="l" defTabSz="895350" rtl="0" eaLnBrk="1" fontAlgn="base" hangingPunct="1">
              <a:spcBef>
                <a:spcPct val="0"/>
              </a:spcBef>
              <a:spcAft>
                <a:spcPct val="0"/>
              </a:spcAft>
              <a:buClr>
                <a:schemeClr val="tx2"/>
              </a:buClr>
              <a:defRPr sz="1600" baseline="0">
                <a:solidFill>
                  <a:schemeClr val="tx1"/>
                </a:solidFill>
                <a:latin typeface="+mn-lt"/>
                <a:ea typeface="+mn-ea"/>
                <a:cs typeface="+mn-cs"/>
              </a:defRPr>
            </a:lvl1pPr>
            <a:lvl2pPr marL="193675" indent="-192405" algn="l" defTabSz="895350" rtl="0" eaLnBrk="1" fontAlgn="base" hangingPunct="1">
              <a:spcBef>
                <a:spcPct val="0"/>
              </a:spcBef>
              <a:spcAft>
                <a:spcPct val="0"/>
              </a:spcAft>
              <a:buClr>
                <a:schemeClr val="tx2"/>
              </a:buClr>
              <a:buSzPct val="125000"/>
              <a:buFont typeface="Arial" panose="020B0604020202020204" pitchFamily="34" charset="0"/>
              <a:buChar char="▪"/>
              <a:defRPr sz="1600" baseline="0">
                <a:solidFill>
                  <a:schemeClr val="tx1"/>
                </a:solidFill>
                <a:latin typeface="+mn-lt"/>
              </a:defRPr>
            </a:lvl2pPr>
            <a:lvl3pPr marL="457200" indent="-262255" algn="l" defTabSz="895350" rtl="0" eaLnBrk="1" fontAlgn="base" hangingPunct="1">
              <a:spcBef>
                <a:spcPct val="0"/>
              </a:spcBef>
              <a:spcAft>
                <a:spcPct val="0"/>
              </a:spcAft>
              <a:buClr>
                <a:schemeClr val="tx2"/>
              </a:buClr>
              <a:buSzPct val="120000"/>
              <a:buFont typeface="Arial" panose="020B0604020202020204" pitchFamily="34" charset="0"/>
              <a:buChar char="–"/>
              <a:defRPr sz="1600" baseline="0">
                <a:solidFill>
                  <a:schemeClr val="tx1"/>
                </a:solidFill>
                <a:latin typeface="+mn-lt"/>
              </a:defRPr>
            </a:lvl3pPr>
            <a:lvl4pPr marL="614680" indent="-155575" algn="l" defTabSz="895350" rtl="0" eaLnBrk="1" fontAlgn="base" hangingPunct="1">
              <a:spcBef>
                <a:spcPct val="0"/>
              </a:spcBef>
              <a:spcAft>
                <a:spcPct val="0"/>
              </a:spcAft>
              <a:buClr>
                <a:schemeClr val="tx2"/>
              </a:buClr>
              <a:buSzPct val="120000"/>
              <a:buFont typeface="Arial" panose="020B0604020202020204" pitchFamily="34" charset="0"/>
              <a:buChar char="▫"/>
              <a:defRPr sz="1600" baseline="0">
                <a:solidFill>
                  <a:schemeClr val="tx1"/>
                </a:solidFill>
                <a:latin typeface="+mn-lt"/>
              </a:defRPr>
            </a:lvl4pPr>
            <a:lvl5pPr marL="749935" indent="-130175" algn="l" defTabSz="895350" rtl="0" eaLnBrk="1" fontAlgn="base" hangingPunct="1">
              <a:spcBef>
                <a:spcPct val="0"/>
              </a:spcBef>
              <a:spcAft>
                <a:spcPct val="0"/>
              </a:spcAft>
              <a:buClr>
                <a:schemeClr val="tx2"/>
              </a:buClr>
              <a:buSzPct val="89000"/>
              <a:buFont typeface="Arial" panose="020B0604020202020204" pitchFamily="34" charset="0"/>
              <a:buChar char="-"/>
              <a:defRPr sz="1600" baseline="0">
                <a:solidFill>
                  <a:schemeClr val="tx1"/>
                </a:solidFill>
                <a:latin typeface="+mn-lt"/>
              </a:defRPr>
            </a:lvl5pPr>
            <a:lvl6pPr marL="749935" indent="-130175" algn="l" defTabSz="895350" rtl="0" eaLnBrk="1" fontAlgn="base" hangingPunct="1">
              <a:spcBef>
                <a:spcPct val="0"/>
              </a:spcBef>
              <a:spcAft>
                <a:spcPct val="0"/>
              </a:spcAft>
              <a:buClr>
                <a:schemeClr val="tx2"/>
              </a:buClr>
              <a:buSzPct val="89000"/>
              <a:buFont typeface="Arial" panose="020B0604020202020204" pitchFamily="34" charset="0"/>
              <a:buChar char="-"/>
              <a:defRPr sz="1600">
                <a:solidFill>
                  <a:schemeClr val="tx1"/>
                </a:solidFill>
                <a:latin typeface="+mn-lt"/>
              </a:defRPr>
            </a:lvl6pPr>
            <a:lvl7pPr marL="749935" indent="-130175" algn="l" defTabSz="895350" rtl="0" eaLnBrk="1" fontAlgn="base" hangingPunct="1">
              <a:spcBef>
                <a:spcPct val="0"/>
              </a:spcBef>
              <a:spcAft>
                <a:spcPct val="0"/>
              </a:spcAft>
              <a:buClr>
                <a:schemeClr val="tx2"/>
              </a:buClr>
              <a:buSzPct val="89000"/>
              <a:buFont typeface="Arial" panose="020B0604020202020204" pitchFamily="34" charset="0"/>
              <a:buChar char="-"/>
              <a:defRPr sz="1600">
                <a:solidFill>
                  <a:schemeClr val="tx1"/>
                </a:solidFill>
                <a:latin typeface="+mn-lt"/>
              </a:defRPr>
            </a:lvl7pPr>
            <a:lvl8pPr marL="749935" indent="-130175" algn="l" defTabSz="895350" rtl="0" eaLnBrk="1" fontAlgn="base" hangingPunct="1">
              <a:spcBef>
                <a:spcPct val="0"/>
              </a:spcBef>
              <a:spcAft>
                <a:spcPct val="0"/>
              </a:spcAft>
              <a:buClr>
                <a:schemeClr val="tx2"/>
              </a:buClr>
              <a:buSzPct val="89000"/>
              <a:buFont typeface="Arial" panose="020B0604020202020204" pitchFamily="34" charset="0"/>
              <a:buChar char="-"/>
              <a:defRPr sz="1600">
                <a:solidFill>
                  <a:schemeClr val="tx1"/>
                </a:solidFill>
                <a:latin typeface="+mn-lt"/>
              </a:defRPr>
            </a:lvl8pPr>
            <a:lvl9pPr marL="749935" indent="-130175" algn="l" defTabSz="895350" rtl="0" eaLnBrk="1" fontAlgn="base" hangingPunct="1">
              <a:spcBef>
                <a:spcPct val="0"/>
              </a:spcBef>
              <a:spcAft>
                <a:spcPct val="0"/>
              </a:spcAft>
              <a:buClr>
                <a:schemeClr val="tx2"/>
              </a:buClr>
              <a:buSzPct val="89000"/>
              <a:buFont typeface="Arial" panose="020B0604020202020204" pitchFamily="34" charset="0"/>
              <a:buChar char="-"/>
              <a:defRPr sz="1600">
                <a:solidFill>
                  <a:schemeClr val="tx1"/>
                </a:solidFill>
                <a:latin typeface="+mn-lt"/>
              </a:defRPr>
            </a:lvl9pPr>
          </a:lstStyle>
          <a:p>
            <a:pPr marL="1905" marR="0" lvl="1" indent="0" algn="ctr" defTabSz="895350" rtl="0" eaLnBrk="1" fontAlgn="base" latinLnBrk="0" hangingPunct="1">
              <a:lnSpc>
                <a:spcPct val="100000"/>
              </a:lnSpc>
              <a:spcBef>
                <a:spcPct val="0"/>
              </a:spcBef>
              <a:spcAft>
                <a:spcPct val="0"/>
              </a:spcAft>
              <a:buClr>
                <a:srgbClr val="1B1E5A"/>
              </a:buClr>
              <a:buSzPct val="125000"/>
              <a:buFont typeface="Arial" panose="020B0604020202020204" pitchFamily="34" charset="0"/>
              <a:buNone/>
              <a:defRPr/>
            </a:pPr>
            <a:r>
              <a:rPr kumimoji="0" lang="zh-CN" alt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lt"/>
              </a:rPr>
              <a:t>业务骨干访谈</a:t>
            </a:r>
            <a:r>
              <a:rPr lang="en-US" altLang="zh-CN" sz="1400" b="1" noProof="0" dirty="0">
                <a:ln>
                  <a:noFill/>
                </a:ln>
                <a:solidFill>
                  <a:srgbClr val="2971EB"/>
                </a:solidFill>
                <a:effectLst/>
                <a:uLnTx/>
                <a:uFillTx/>
                <a:latin typeface="微软雅黑" panose="020B0503020204020204" charset="-122"/>
                <a:ea typeface="微软雅黑" panose="020B0503020204020204" charset="-122"/>
                <a:cs typeface="微软雅黑" panose="020B0503020204020204" charset="-122"/>
                <a:sym typeface="+mn-lt"/>
              </a:rPr>
              <a:t>50</a:t>
            </a:r>
            <a:r>
              <a:rPr kumimoji="0" lang="zh-CN" alt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lt"/>
              </a:rPr>
              <a:t>场次</a:t>
            </a:r>
          </a:p>
        </p:txBody>
      </p:sp>
      <p:sp>
        <p:nvSpPr>
          <p:cNvPr id="126" name="Rectangle 15"/>
          <p:cNvSpPr txBox="1">
            <a:spLocks noChangeArrowheads="1"/>
          </p:cNvSpPr>
          <p:nvPr/>
        </p:nvSpPr>
        <p:spPr bwMode="auto">
          <a:xfrm>
            <a:off x="2091690" y="3714115"/>
            <a:ext cx="3166745" cy="396240"/>
          </a:xfrm>
          <a:prstGeom prst="rect">
            <a:avLst/>
          </a:prstGeom>
          <a:solidFill>
            <a:schemeClr val="bg1">
              <a:lumMod val="95000"/>
            </a:schemeClr>
          </a:solidFill>
          <a:ln w="9525" algn="ctr">
            <a:noFill/>
            <a:miter lim="800000"/>
          </a:ln>
          <a:effectLst/>
        </p:spPr>
        <p:txBody>
          <a:bodyPr vert="horz" wrap="square" lIns="73472" tIns="73472" rIns="73472" bIns="73472" numCol="1" anchor="ctr" anchorCtr="0" compatLnSpc="1">
            <a:noAutofit/>
          </a:bodyPr>
          <a:lstStyle>
            <a:lvl1pPr marL="0" indent="0" algn="l" defTabSz="895350" rtl="0" eaLnBrk="1" fontAlgn="base" hangingPunct="1">
              <a:spcBef>
                <a:spcPct val="0"/>
              </a:spcBef>
              <a:spcAft>
                <a:spcPct val="0"/>
              </a:spcAft>
              <a:buClr>
                <a:schemeClr val="tx2"/>
              </a:buClr>
              <a:defRPr sz="1600" baseline="0">
                <a:solidFill>
                  <a:schemeClr val="tx1"/>
                </a:solidFill>
                <a:latin typeface="+mn-lt"/>
                <a:ea typeface="+mn-ea"/>
                <a:cs typeface="+mn-cs"/>
              </a:defRPr>
            </a:lvl1pPr>
            <a:lvl2pPr marL="193675" indent="-192405" algn="l" defTabSz="895350" rtl="0" eaLnBrk="1" fontAlgn="base" hangingPunct="1">
              <a:spcBef>
                <a:spcPct val="0"/>
              </a:spcBef>
              <a:spcAft>
                <a:spcPct val="0"/>
              </a:spcAft>
              <a:buClr>
                <a:schemeClr val="tx2"/>
              </a:buClr>
              <a:buSzPct val="125000"/>
              <a:buFont typeface="Arial" panose="020B0604020202020204" pitchFamily="34" charset="0"/>
              <a:buChar char="▪"/>
              <a:defRPr sz="1600" baseline="0">
                <a:solidFill>
                  <a:schemeClr val="tx1"/>
                </a:solidFill>
                <a:latin typeface="+mn-lt"/>
              </a:defRPr>
            </a:lvl2pPr>
            <a:lvl3pPr marL="457200" indent="-262255" algn="l" defTabSz="895350" rtl="0" eaLnBrk="1" fontAlgn="base" hangingPunct="1">
              <a:spcBef>
                <a:spcPct val="0"/>
              </a:spcBef>
              <a:spcAft>
                <a:spcPct val="0"/>
              </a:spcAft>
              <a:buClr>
                <a:schemeClr val="tx2"/>
              </a:buClr>
              <a:buSzPct val="120000"/>
              <a:buFont typeface="Arial" panose="020B0604020202020204" pitchFamily="34" charset="0"/>
              <a:buChar char="–"/>
              <a:defRPr sz="1600" baseline="0">
                <a:solidFill>
                  <a:schemeClr val="tx1"/>
                </a:solidFill>
                <a:latin typeface="+mn-lt"/>
              </a:defRPr>
            </a:lvl3pPr>
            <a:lvl4pPr marL="614680" indent="-155575" algn="l" defTabSz="895350" rtl="0" eaLnBrk="1" fontAlgn="base" hangingPunct="1">
              <a:spcBef>
                <a:spcPct val="0"/>
              </a:spcBef>
              <a:spcAft>
                <a:spcPct val="0"/>
              </a:spcAft>
              <a:buClr>
                <a:schemeClr val="tx2"/>
              </a:buClr>
              <a:buSzPct val="120000"/>
              <a:buFont typeface="Arial" panose="020B0604020202020204" pitchFamily="34" charset="0"/>
              <a:buChar char="▫"/>
              <a:defRPr sz="1600" baseline="0">
                <a:solidFill>
                  <a:schemeClr val="tx1"/>
                </a:solidFill>
                <a:latin typeface="+mn-lt"/>
              </a:defRPr>
            </a:lvl4pPr>
            <a:lvl5pPr marL="749935" indent="-130175" algn="l" defTabSz="895350" rtl="0" eaLnBrk="1" fontAlgn="base" hangingPunct="1">
              <a:spcBef>
                <a:spcPct val="0"/>
              </a:spcBef>
              <a:spcAft>
                <a:spcPct val="0"/>
              </a:spcAft>
              <a:buClr>
                <a:schemeClr val="tx2"/>
              </a:buClr>
              <a:buSzPct val="89000"/>
              <a:buFont typeface="Arial" panose="020B0604020202020204" pitchFamily="34" charset="0"/>
              <a:buChar char="-"/>
              <a:defRPr sz="1600" baseline="0">
                <a:solidFill>
                  <a:schemeClr val="tx1"/>
                </a:solidFill>
                <a:latin typeface="+mn-lt"/>
              </a:defRPr>
            </a:lvl5pPr>
            <a:lvl6pPr marL="749935" indent="-130175" algn="l" defTabSz="895350" rtl="0" eaLnBrk="1" fontAlgn="base" hangingPunct="1">
              <a:spcBef>
                <a:spcPct val="0"/>
              </a:spcBef>
              <a:spcAft>
                <a:spcPct val="0"/>
              </a:spcAft>
              <a:buClr>
                <a:schemeClr val="tx2"/>
              </a:buClr>
              <a:buSzPct val="89000"/>
              <a:buFont typeface="Arial" panose="020B0604020202020204" pitchFamily="34" charset="0"/>
              <a:buChar char="-"/>
              <a:defRPr sz="1600">
                <a:solidFill>
                  <a:schemeClr val="tx1"/>
                </a:solidFill>
                <a:latin typeface="+mn-lt"/>
              </a:defRPr>
            </a:lvl6pPr>
            <a:lvl7pPr marL="749935" indent="-130175" algn="l" defTabSz="895350" rtl="0" eaLnBrk="1" fontAlgn="base" hangingPunct="1">
              <a:spcBef>
                <a:spcPct val="0"/>
              </a:spcBef>
              <a:spcAft>
                <a:spcPct val="0"/>
              </a:spcAft>
              <a:buClr>
                <a:schemeClr val="tx2"/>
              </a:buClr>
              <a:buSzPct val="89000"/>
              <a:buFont typeface="Arial" panose="020B0604020202020204" pitchFamily="34" charset="0"/>
              <a:buChar char="-"/>
              <a:defRPr sz="1600">
                <a:solidFill>
                  <a:schemeClr val="tx1"/>
                </a:solidFill>
                <a:latin typeface="+mn-lt"/>
              </a:defRPr>
            </a:lvl7pPr>
            <a:lvl8pPr marL="749935" indent="-130175" algn="l" defTabSz="895350" rtl="0" eaLnBrk="1" fontAlgn="base" hangingPunct="1">
              <a:spcBef>
                <a:spcPct val="0"/>
              </a:spcBef>
              <a:spcAft>
                <a:spcPct val="0"/>
              </a:spcAft>
              <a:buClr>
                <a:schemeClr val="tx2"/>
              </a:buClr>
              <a:buSzPct val="89000"/>
              <a:buFont typeface="Arial" panose="020B0604020202020204" pitchFamily="34" charset="0"/>
              <a:buChar char="-"/>
              <a:defRPr sz="1600">
                <a:solidFill>
                  <a:schemeClr val="tx1"/>
                </a:solidFill>
                <a:latin typeface="+mn-lt"/>
              </a:defRPr>
            </a:lvl8pPr>
            <a:lvl9pPr marL="749935" indent="-130175" algn="l" defTabSz="895350" rtl="0" eaLnBrk="1" fontAlgn="base" hangingPunct="1">
              <a:spcBef>
                <a:spcPct val="0"/>
              </a:spcBef>
              <a:spcAft>
                <a:spcPct val="0"/>
              </a:spcAft>
              <a:buClr>
                <a:schemeClr val="tx2"/>
              </a:buClr>
              <a:buSzPct val="89000"/>
              <a:buFont typeface="Arial" panose="020B0604020202020204" pitchFamily="34" charset="0"/>
              <a:buChar char="-"/>
              <a:defRPr sz="1600">
                <a:solidFill>
                  <a:schemeClr val="tx1"/>
                </a:solidFill>
                <a:latin typeface="+mn-lt"/>
              </a:defRPr>
            </a:lvl9pPr>
          </a:lstStyle>
          <a:p>
            <a:pPr marL="1905" marR="0" lvl="1" indent="0" algn="ctr" defTabSz="895350" rtl="0" eaLnBrk="1" fontAlgn="base" latinLnBrk="0" hangingPunct="1">
              <a:lnSpc>
                <a:spcPct val="100000"/>
              </a:lnSpc>
              <a:spcBef>
                <a:spcPct val="0"/>
              </a:spcBef>
              <a:spcAft>
                <a:spcPct val="0"/>
              </a:spcAft>
              <a:buClr>
                <a:srgbClr val="1B1E5A"/>
              </a:buClr>
              <a:buSzPct val="125000"/>
              <a:buFont typeface="Arial" panose="020B0604020202020204" pitchFamily="34" charset="0"/>
              <a:buNone/>
              <a:defRPr/>
            </a:pPr>
            <a:r>
              <a:rPr lang="zh-CN" altLang="en-US" sz="1400" dirty="0">
                <a:solidFill>
                  <a:prstClr val="black"/>
                </a:solidFill>
                <a:latin typeface="微软雅黑" panose="020B0503020204020204" charset="-122"/>
                <a:ea typeface="微软雅黑" panose="020B0503020204020204" charset="-122"/>
                <a:cs typeface="微软雅黑" panose="020B0503020204020204" charset="-122"/>
                <a:sym typeface="+mn-lt"/>
              </a:rPr>
              <a:t>高层</a:t>
            </a:r>
            <a:r>
              <a:rPr kumimoji="0" lang="zh-CN" alt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lt"/>
              </a:rPr>
              <a:t>领导访谈</a:t>
            </a:r>
            <a:r>
              <a:rPr kumimoji="0" lang="en-US" altLang="zh-CN" sz="1400" b="1" i="0" u="none" strike="noStrike" kern="1200" cap="none" spc="0" normalizeH="0" baseline="0" noProof="0" dirty="0">
                <a:ln>
                  <a:noFill/>
                </a:ln>
                <a:solidFill>
                  <a:srgbClr val="2971EB"/>
                </a:solidFill>
                <a:effectLst/>
                <a:uLnTx/>
                <a:uFillTx/>
                <a:latin typeface="微软雅黑" panose="020B0503020204020204" charset="-122"/>
                <a:ea typeface="微软雅黑" panose="020B0503020204020204" charset="-122"/>
                <a:cs typeface="微软雅黑" panose="020B0503020204020204" charset="-122"/>
                <a:sym typeface="+mn-lt"/>
              </a:rPr>
              <a:t>10</a:t>
            </a:r>
            <a:r>
              <a:rPr kumimoji="0" lang="zh-CN" alt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lt"/>
              </a:rPr>
              <a:t>场次</a:t>
            </a:r>
          </a:p>
        </p:txBody>
      </p:sp>
      <p:sp>
        <p:nvSpPr>
          <p:cNvPr id="128" name="Rectangle 15"/>
          <p:cNvSpPr txBox="1">
            <a:spLocks noChangeArrowheads="1"/>
          </p:cNvSpPr>
          <p:nvPr/>
        </p:nvSpPr>
        <p:spPr bwMode="auto">
          <a:xfrm>
            <a:off x="2091690" y="2803525"/>
            <a:ext cx="3166745" cy="396240"/>
          </a:xfrm>
          <a:prstGeom prst="rect">
            <a:avLst/>
          </a:prstGeom>
          <a:solidFill>
            <a:schemeClr val="bg1">
              <a:lumMod val="95000"/>
            </a:schemeClr>
          </a:solidFill>
          <a:ln w="9525" algn="ctr">
            <a:noFill/>
            <a:miter lim="800000"/>
          </a:ln>
          <a:effectLst/>
        </p:spPr>
        <p:txBody>
          <a:bodyPr vert="horz" wrap="square" lIns="73472" tIns="73472" rIns="73472" bIns="73472" numCol="1" anchor="ctr" anchorCtr="0" compatLnSpc="1">
            <a:noAutofit/>
          </a:bodyPr>
          <a:lstStyle>
            <a:lvl1pPr marL="0" indent="0" algn="l" defTabSz="895350" rtl="0" eaLnBrk="1" fontAlgn="base" hangingPunct="1">
              <a:spcBef>
                <a:spcPct val="0"/>
              </a:spcBef>
              <a:spcAft>
                <a:spcPct val="0"/>
              </a:spcAft>
              <a:buClr>
                <a:schemeClr val="tx2"/>
              </a:buClr>
              <a:defRPr sz="1600" baseline="0">
                <a:solidFill>
                  <a:schemeClr val="tx1"/>
                </a:solidFill>
                <a:latin typeface="+mn-lt"/>
                <a:ea typeface="+mn-ea"/>
                <a:cs typeface="+mn-cs"/>
              </a:defRPr>
            </a:lvl1pPr>
            <a:lvl2pPr marL="193675" indent="-192405" algn="l" defTabSz="895350" rtl="0" eaLnBrk="1" fontAlgn="base" hangingPunct="1">
              <a:spcBef>
                <a:spcPct val="0"/>
              </a:spcBef>
              <a:spcAft>
                <a:spcPct val="0"/>
              </a:spcAft>
              <a:buClr>
                <a:schemeClr val="tx2"/>
              </a:buClr>
              <a:buSzPct val="125000"/>
              <a:buFont typeface="Arial" panose="020B0604020202020204" pitchFamily="34" charset="0"/>
              <a:buChar char="▪"/>
              <a:defRPr sz="1600" baseline="0">
                <a:solidFill>
                  <a:schemeClr val="tx1"/>
                </a:solidFill>
                <a:latin typeface="+mn-lt"/>
              </a:defRPr>
            </a:lvl2pPr>
            <a:lvl3pPr marL="457200" indent="-262255" algn="l" defTabSz="895350" rtl="0" eaLnBrk="1" fontAlgn="base" hangingPunct="1">
              <a:spcBef>
                <a:spcPct val="0"/>
              </a:spcBef>
              <a:spcAft>
                <a:spcPct val="0"/>
              </a:spcAft>
              <a:buClr>
                <a:schemeClr val="tx2"/>
              </a:buClr>
              <a:buSzPct val="120000"/>
              <a:buFont typeface="Arial" panose="020B0604020202020204" pitchFamily="34" charset="0"/>
              <a:buChar char="–"/>
              <a:defRPr sz="1600" baseline="0">
                <a:solidFill>
                  <a:schemeClr val="tx1"/>
                </a:solidFill>
                <a:latin typeface="+mn-lt"/>
              </a:defRPr>
            </a:lvl3pPr>
            <a:lvl4pPr marL="614680" indent="-155575" algn="l" defTabSz="895350" rtl="0" eaLnBrk="1" fontAlgn="base" hangingPunct="1">
              <a:spcBef>
                <a:spcPct val="0"/>
              </a:spcBef>
              <a:spcAft>
                <a:spcPct val="0"/>
              </a:spcAft>
              <a:buClr>
                <a:schemeClr val="tx2"/>
              </a:buClr>
              <a:buSzPct val="120000"/>
              <a:buFont typeface="Arial" panose="020B0604020202020204" pitchFamily="34" charset="0"/>
              <a:buChar char="▫"/>
              <a:defRPr sz="1600" baseline="0">
                <a:solidFill>
                  <a:schemeClr val="tx1"/>
                </a:solidFill>
                <a:latin typeface="+mn-lt"/>
              </a:defRPr>
            </a:lvl4pPr>
            <a:lvl5pPr marL="749935" indent="-130175" algn="l" defTabSz="895350" rtl="0" eaLnBrk="1" fontAlgn="base" hangingPunct="1">
              <a:spcBef>
                <a:spcPct val="0"/>
              </a:spcBef>
              <a:spcAft>
                <a:spcPct val="0"/>
              </a:spcAft>
              <a:buClr>
                <a:schemeClr val="tx2"/>
              </a:buClr>
              <a:buSzPct val="89000"/>
              <a:buFont typeface="Arial" panose="020B0604020202020204" pitchFamily="34" charset="0"/>
              <a:buChar char="-"/>
              <a:defRPr sz="1600" baseline="0">
                <a:solidFill>
                  <a:schemeClr val="tx1"/>
                </a:solidFill>
                <a:latin typeface="+mn-lt"/>
              </a:defRPr>
            </a:lvl5pPr>
            <a:lvl6pPr marL="749935" indent="-130175" algn="l" defTabSz="895350" rtl="0" eaLnBrk="1" fontAlgn="base" hangingPunct="1">
              <a:spcBef>
                <a:spcPct val="0"/>
              </a:spcBef>
              <a:spcAft>
                <a:spcPct val="0"/>
              </a:spcAft>
              <a:buClr>
                <a:schemeClr val="tx2"/>
              </a:buClr>
              <a:buSzPct val="89000"/>
              <a:buFont typeface="Arial" panose="020B0604020202020204" pitchFamily="34" charset="0"/>
              <a:buChar char="-"/>
              <a:defRPr sz="1600">
                <a:solidFill>
                  <a:schemeClr val="tx1"/>
                </a:solidFill>
                <a:latin typeface="+mn-lt"/>
              </a:defRPr>
            </a:lvl6pPr>
            <a:lvl7pPr marL="749935" indent="-130175" algn="l" defTabSz="895350" rtl="0" eaLnBrk="1" fontAlgn="base" hangingPunct="1">
              <a:spcBef>
                <a:spcPct val="0"/>
              </a:spcBef>
              <a:spcAft>
                <a:spcPct val="0"/>
              </a:spcAft>
              <a:buClr>
                <a:schemeClr val="tx2"/>
              </a:buClr>
              <a:buSzPct val="89000"/>
              <a:buFont typeface="Arial" panose="020B0604020202020204" pitchFamily="34" charset="0"/>
              <a:buChar char="-"/>
              <a:defRPr sz="1600">
                <a:solidFill>
                  <a:schemeClr val="tx1"/>
                </a:solidFill>
                <a:latin typeface="+mn-lt"/>
              </a:defRPr>
            </a:lvl7pPr>
            <a:lvl8pPr marL="749935" indent="-130175" algn="l" defTabSz="895350" rtl="0" eaLnBrk="1" fontAlgn="base" hangingPunct="1">
              <a:spcBef>
                <a:spcPct val="0"/>
              </a:spcBef>
              <a:spcAft>
                <a:spcPct val="0"/>
              </a:spcAft>
              <a:buClr>
                <a:schemeClr val="tx2"/>
              </a:buClr>
              <a:buSzPct val="89000"/>
              <a:buFont typeface="Arial" panose="020B0604020202020204" pitchFamily="34" charset="0"/>
              <a:buChar char="-"/>
              <a:defRPr sz="1600">
                <a:solidFill>
                  <a:schemeClr val="tx1"/>
                </a:solidFill>
                <a:latin typeface="+mn-lt"/>
              </a:defRPr>
            </a:lvl8pPr>
            <a:lvl9pPr marL="749935" indent="-130175" algn="l" defTabSz="895350" rtl="0" eaLnBrk="1" fontAlgn="base" hangingPunct="1">
              <a:spcBef>
                <a:spcPct val="0"/>
              </a:spcBef>
              <a:spcAft>
                <a:spcPct val="0"/>
              </a:spcAft>
              <a:buClr>
                <a:schemeClr val="tx2"/>
              </a:buClr>
              <a:buSzPct val="89000"/>
              <a:buFont typeface="Arial" panose="020B0604020202020204" pitchFamily="34" charset="0"/>
              <a:buChar char="-"/>
              <a:defRPr sz="1600">
                <a:solidFill>
                  <a:schemeClr val="tx1"/>
                </a:solidFill>
                <a:latin typeface="+mn-lt"/>
              </a:defRPr>
            </a:lvl9pPr>
          </a:lstStyle>
          <a:p>
            <a:pPr marL="1905" marR="0" lvl="1" indent="0" algn="ctr" defTabSz="895350" rtl="0" eaLnBrk="1" fontAlgn="base" latinLnBrk="0" hangingPunct="1">
              <a:lnSpc>
                <a:spcPct val="100000"/>
              </a:lnSpc>
              <a:spcBef>
                <a:spcPct val="0"/>
              </a:spcBef>
              <a:spcAft>
                <a:spcPct val="0"/>
              </a:spcAft>
              <a:buClr>
                <a:srgbClr val="1B1E5A"/>
              </a:buClr>
              <a:buSzPct val="125000"/>
              <a:buFont typeface="Arial" panose="020B0604020202020204" pitchFamily="34" charset="0"/>
              <a:buNone/>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lt"/>
              </a:rPr>
              <a:t>IT</a:t>
            </a:r>
            <a:r>
              <a:rPr lang="zh-CN" altLang="en-US" sz="1400" dirty="0">
                <a:solidFill>
                  <a:prstClr val="black"/>
                </a:solidFill>
                <a:latin typeface="微软雅黑" panose="020B0503020204020204" charset="-122"/>
                <a:ea typeface="微软雅黑" panose="020B0503020204020204" charset="-122"/>
                <a:cs typeface="微软雅黑" panose="020B0503020204020204" charset="-122"/>
                <a:sym typeface="+mn-lt"/>
              </a:rPr>
              <a:t>人员</a:t>
            </a:r>
            <a:r>
              <a:rPr kumimoji="0" lang="zh-CN" alt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lt"/>
              </a:rPr>
              <a:t>访谈</a:t>
            </a:r>
            <a:r>
              <a:rPr lang="en-US" altLang="zh-CN" sz="1400" b="1" noProof="0" dirty="0">
                <a:ln>
                  <a:noFill/>
                </a:ln>
                <a:solidFill>
                  <a:srgbClr val="2971EB"/>
                </a:solidFill>
                <a:effectLst/>
                <a:uLnTx/>
                <a:uFillTx/>
                <a:latin typeface="微软雅黑" panose="020B0503020204020204" charset="-122"/>
                <a:ea typeface="微软雅黑" panose="020B0503020204020204" charset="-122"/>
                <a:cs typeface="微软雅黑" panose="020B0503020204020204" charset="-122"/>
                <a:sym typeface="+mn-lt"/>
              </a:rPr>
              <a:t>2</a:t>
            </a:r>
            <a:r>
              <a:rPr kumimoji="0" lang="en-US" altLang="zh-CN" sz="1400" b="1" i="0" u="none" strike="noStrike" kern="1200" cap="none" spc="0" normalizeH="0" baseline="0" noProof="0" dirty="0">
                <a:ln>
                  <a:noFill/>
                </a:ln>
                <a:solidFill>
                  <a:srgbClr val="2971EB"/>
                </a:solidFill>
                <a:effectLst/>
                <a:uLnTx/>
                <a:uFillTx/>
                <a:latin typeface="微软雅黑" panose="020B0503020204020204" charset="-122"/>
                <a:ea typeface="微软雅黑" panose="020B0503020204020204" charset="-122"/>
                <a:cs typeface="微软雅黑" panose="020B0503020204020204" charset="-122"/>
                <a:sym typeface="+mn-lt"/>
              </a:rPr>
              <a:t>0</a:t>
            </a:r>
            <a:r>
              <a:rPr kumimoji="0" lang="zh-CN" alt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lt"/>
              </a:rPr>
              <a:t>场次</a:t>
            </a:r>
          </a:p>
        </p:txBody>
      </p:sp>
      <p:sp>
        <p:nvSpPr>
          <p:cNvPr id="129" name="iconfont-11712-5589029"/>
          <p:cNvSpPr/>
          <p:nvPr/>
        </p:nvSpPr>
        <p:spPr>
          <a:xfrm>
            <a:off x="5257150" y="2703345"/>
            <a:ext cx="281990" cy="281990"/>
          </a:xfrm>
          <a:custGeom>
            <a:avLst/>
            <a:gdLst>
              <a:gd name="T0" fmla="*/ 8976 w 11735"/>
              <a:gd name="T1" fmla="*/ 891 h 11734"/>
              <a:gd name="T2" fmla="*/ 8197 w 11735"/>
              <a:gd name="T3" fmla="*/ 1670 h 11734"/>
              <a:gd name="T4" fmla="*/ 5867 w 11735"/>
              <a:gd name="T5" fmla="*/ 1067 h 11734"/>
              <a:gd name="T6" fmla="*/ 1067 w 11735"/>
              <a:gd name="T7" fmla="*/ 5867 h 11734"/>
              <a:gd name="T8" fmla="*/ 5867 w 11735"/>
              <a:gd name="T9" fmla="*/ 10667 h 11734"/>
              <a:gd name="T10" fmla="*/ 10667 w 11735"/>
              <a:gd name="T11" fmla="*/ 5867 h 11734"/>
              <a:gd name="T12" fmla="*/ 9593 w 11735"/>
              <a:gd name="T13" fmla="*/ 2841 h 11734"/>
              <a:gd name="T14" fmla="*/ 10350 w 11735"/>
              <a:gd name="T15" fmla="*/ 2084 h 11734"/>
              <a:gd name="T16" fmla="*/ 11733 w 11735"/>
              <a:gd name="T17" fmla="*/ 5867 h 11734"/>
              <a:gd name="T18" fmla="*/ 5867 w 11735"/>
              <a:gd name="T19" fmla="*/ 11734 h 11734"/>
              <a:gd name="T20" fmla="*/ 0 w 11735"/>
              <a:gd name="T21" fmla="*/ 5867 h 11734"/>
              <a:gd name="T22" fmla="*/ 5867 w 11735"/>
              <a:gd name="T23" fmla="*/ 0 h 11734"/>
              <a:gd name="T24" fmla="*/ 8976 w 11735"/>
              <a:gd name="T25" fmla="*/ 891 h 11734"/>
              <a:gd name="T26" fmla="*/ 5496 w 11735"/>
              <a:gd name="T27" fmla="*/ 7020 h 11734"/>
              <a:gd name="T28" fmla="*/ 3744 w 11735"/>
              <a:gd name="T29" fmla="*/ 5268 h 11734"/>
              <a:gd name="T30" fmla="*/ 4492 w 11735"/>
              <a:gd name="T31" fmla="*/ 4520 h 11734"/>
              <a:gd name="T32" fmla="*/ 6244 w 11735"/>
              <a:gd name="T33" fmla="*/ 6272 h 11734"/>
              <a:gd name="T34" fmla="*/ 9908 w 11735"/>
              <a:gd name="T35" fmla="*/ 2608 h 11734"/>
              <a:gd name="T36" fmla="*/ 10657 w 11735"/>
              <a:gd name="T37" fmla="*/ 3356 h 11734"/>
              <a:gd name="T38" fmla="*/ 6222 w 11735"/>
              <a:gd name="T39" fmla="*/ 7791 h 11734"/>
              <a:gd name="T40" fmla="*/ 5474 w 11735"/>
              <a:gd name="T41" fmla="*/ 7042 h 11734"/>
              <a:gd name="T42" fmla="*/ 5496 w 11735"/>
              <a:gd name="T43" fmla="*/ 7020 h 117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1735" h="11734">
                <a:moveTo>
                  <a:pt x="8976" y="891"/>
                </a:moveTo>
                <a:lnTo>
                  <a:pt x="8197" y="1670"/>
                </a:lnTo>
                <a:cubicBezTo>
                  <a:pt x="7485" y="1273"/>
                  <a:pt x="6682" y="1066"/>
                  <a:pt x="5867" y="1067"/>
                </a:cubicBezTo>
                <a:cubicBezTo>
                  <a:pt x="3216" y="1067"/>
                  <a:pt x="1067" y="3216"/>
                  <a:pt x="1067" y="5867"/>
                </a:cubicBezTo>
                <a:cubicBezTo>
                  <a:pt x="1067" y="8518"/>
                  <a:pt x="3216" y="10667"/>
                  <a:pt x="5867" y="10667"/>
                </a:cubicBezTo>
                <a:cubicBezTo>
                  <a:pt x="8518" y="10667"/>
                  <a:pt x="10667" y="8518"/>
                  <a:pt x="10667" y="5867"/>
                </a:cubicBezTo>
                <a:cubicBezTo>
                  <a:pt x="10667" y="4720"/>
                  <a:pt x="10264" y="3666"/>
                  <a:pt x="9593" y="2841"/>
                </a:cubicBezTo>
                <a:lnTo>
                  <a:pt x="10350" y="2084"/>
                </a:lnTo>
                <a:cubicBezTo>
                  <a:pt x="11245" y="3141"/>
                  <a:pt x="11735" y="4482"/>
                  <a:pt x="11733" y="5867"/>
                </a:cubicBezTo>
                <a:cubicBezTo>
                  <a:pt x="11733" y="9107"/>
                  <a:pt x="9107" y="11734"/>
                  <a:pt x="5867" y="11734"/>
                </a:cubicBezTo>
                <a:cubicBezTo>
                  <a:pt x="2627" y="11734"/>
                  <a:pt x="0" y="9107"/>
                  <a:pt x="0" y="5867"/>
                </a:cubicBezTo>
                <a:cubicBezTo>
                  <a:pt x="0" y="2627"/>
                  <a:pt x="2627" y="0"/>
                  <a:pt x="5867" y="0"/>
                </a:cubicBezTo>
                <a:cubicBezTo>
                  <a:pt x="7009" y="0"/>
                  <a:pt x="8075" y="327"/>
                  <a:pt x="8976" y="891"/>
                </a:cubicBezTo>
                <a:close/>
                <a:moveTo>
                  <a:pt x="5496" y="7020"/>
                </a:moveTo>
                <a:lnTo>
                  <a:pt x="3744" y="5268"/>
                </a:lnTo>
                <a:lnTo>
                  <a:pt x="4492" y="4520"/>
                </a:lnTo>
                <a:lnTo>
                  <a:pt x="6244" y="6272"/>
                </a:lnTo>
                <a:lnTo>
                  <a:pt x="9908" y="2608"/>
                </a:lnTo>
                <a:lnTo>
                  <a:pt x="10657" y="3356"/>
                </a:lnTo>
                <a:lnTo>
                  <a:pt x="6222" y="7791"/>
                </a:lnTo>
                <a:lnTo>
                  <a:pt x="5474" y="7042"/>
                </a:lnTo>
                <a:lnTo>
                  <a:pt x="5496" y="7020"/>
                </a:ln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微软雅黑" panose="020B0503020204020204" charset="-122"/>
              <a:ea typeface="微软雅黑" panose="020B0503020204020204" charset="-122"/>
              <a:cs typeface="+mn-ea"/>
              <a:sym typeface="+mn-lt"/>
            </a:endParaRPr>
          </a:p>
        </p:txBody>
      </p:sp>
      <p:cxnSp>
        <p:nvCxnSpPr>
          <p:cNvPr id="4" name="直接连接符 3"/>
          <p:cNvCxnSpPr/>
          <p:nvPr/>
        </p:nvCxnSpPr>
        <p:spPr>
          <a:xfrm>
            <a:off x="1769344" y="2266363"/>
            <a:ext cx="0" cy="2736215"/>
          </a:xfrm>
          <a:prstGeom prst="line">
            <a:avLst/>
          </a:prstGeom>
          <a:ln>
            <a:tailEnd type="triangle"/>
          </a:ln>
        </p:spPr>
        <p:style>
          <a:lnRef idx="1">
            <a:schemeClr val="dk1"/>
          </a:lnRef>
          <a:fillRef idx="0">
            <a:schemeClr val="dk1"/>
          </a:fillRef>
          <a:effectRef idx="0">
            <a:schemeClr val="dk1"/>
          </a:effectRef>
          <a:fontRef idx="minor">
            <a:schemeClr val="tx1"/>
          </a:fontRef>
        </p:style>
      </p:cxnSp>
      <p:sp>
        <p:nvSpPr>
          <p:cNvPr id="6" name="椭圆 5"/>
          <p:cNvSpPr/>
          <p:nvPr/>
        </p:nvSpPr>
        <p:spPr>
          <a:xfrm flipV="1">
            <a:off x="1731244" y="2948528"/>
            <a:ext cx="76200" cy="76200"/>
          </a:xfrm>
          <a:prstGeom prst="ellipse">
            <a:avLst/>
          </a:prstGeom>
          <a:solidFill>
            <a:srgbClr val="2A88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charset="-122"/>
              <a:ea typeface="微软雅黑" panose="020B0503020204020204" charset="-122"/>
              <a:cs typeface="+mn-ea"/>
              <a:sym typeface="+mn-lt"/>
            </a:endParaRPr>
          </a:p>
        </p:txBody>
      </p:sp>
      <p:sp>
        <p:nvSpPr>
          <p:cNvPr id="132" name="椭圆 131"/>
          <p:cNvSpPr/>
          <p:nvPr/>
        </p:nvSpPr>
        <p:spPr>
          <a:xfrm flipV="1">
            <a:off x="1731244" y="3401389"/>
            <a:ext cx="76200" cy="76200"/>
          </a:xfrm>
          <a:prstGeom prst="ellipse">
            <a:avLst/>
          </a:prstGeom>
          <a:solidFill>
            <a:srgbClr val="2A88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charset="-122"/>
              <a:ea typeface="微软雅黑" panose="020B0503020204020204" charset="-122"/>
              <a:cs typeface="+mn-ea"/>
              <a:sym typeface="+mn-lt"/>
            </a:endParaRPr>
          </a:p>
        </p:txBody>
      </p:sp>
      <p:sp>
        <p:nvSpPr>
          <p:cNvPr id="134" name="椭圆 133"/>
          <p:cNvSpPr/>
          <p:nvPr/>
        </p:nvSpPr>
        <p:spPr>
          <a:xfrm flipV="1">
            <a:off x="1731244" y="3854250"/>
            <a:ext cx="76200" cy="76200"/>
          </a:xfrm>
          <a:prstGeom prst="ellipse">
            <a:avLst/>
          </a:prstGeom>
          <a:solidFill>
            <a:srgbClr val="2A88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charset="-122"/>
              <a:ea typeface="微软雅黑" panose="020B0503020204020204" charset="-122"/>
              <a:cs typeface="+mn-ea"/>
              <a:sym typeface="+mn-lt"/>
            </a:endParaRPr>
          </a:p>
        </p:txBody>
      </p:sp>
      <p:sp>
        <p:nvSpPr>
          <p:cNvPr id="135" name="Rectangle 15"/>
          <p:cNvSpPr txBox="1">
            <a:spLocks noChangeArrowheads="1"/>
          </p:cNvSpPr>
          <p:nvPr/>
        </p:nvSpPr>
        <p:spPr bwMode="auto">
          <a:xfrm>
            <a:off x="2079625" y="4163695"/>
            <a:ext cx="3184525" cy="396240"/>
          </a:xfrm>
          <a:prstGeom prst="rect">
            <a:avLst/>
          </a:prstGeom>
          <a:solidFill>
            <a:schemeClr val="bg1">
              <a:lumMod val="95000"/>
            </a:schemeClr>
          </a:solidFill>
          <a:ln w="9525" algn="ctr">
            <a:noFill/>
            <a:miter lim="800000"/>
          </a:ln>
          <a:effectLst/>
        </p:spPr>
        <p:txBody>
          <a:bodyPr vert="horz" wrap="square" lIns="73472" tIns="73472" rIns="73472" bIns="73472" numCol="1" anchor="ctr" anchorCtr="0" compatLnSpc="1">
            <a:noAutofit/>
          </a:bodyPr>
          <a:lstStyle>
            <a:lvl1pPr marL="0" indent="0" algn="l" defTabSz="895350" rtl="0" eaLnBrk="1" fontAlgn="base" hangingPunct="1">
              <a:spcBef>
                <a:spcPct val="0"/>
              </a:spcBef>
              <a:spcAft>
                <a:spcPct val="0"/>
              </a:spcAft>
              <a:buClr>
                <a:schemeClr val="tx2"/>
              </a:buClr>
              <a:defRPr sz="1600" baseline="0">
                <a:solidFill>
                  <a:schemeClr val="tx1"/>
                </a:solidFill>
                <a:latin typeface="+mn-lt"/>
                <a:ea typeface="+mn-ea"/>
                <a:cs typeface="+mn-cs"/>
              </a:defRPr>
            </a:lvl1pPr>
            <a:lvl2pPr marL="193675" indent="-192405" algn="l" defTabSz="895350" rtl="0" eaLnBrk="1" fontAlgn="base" hangingPunct="1">
              <a:spcBef>
                <a:spcPct val="0"/>
              </a:spcBef>
              <a:spcAft>
                <a:spcPct val="0"/>
              </a:spcAft>
              <a:buClr>
                <a:schemeClr val="tx2"/>
              </a:buClr>
              <a:buSzPct val="125000"/>
              <a:buFont typeface="Arial" panose="020B0604020202020204" pitchFamily="34" charset="0"/>
              <a:buChar char="▪"/>
              <a:defRPr sz="1600" baseline="0">
                <a:solidFill>
                  <a:schemeClr val="tx1"/>
                </a:solidFill>
                <a:latin typeface="+mn-lt"/>
              </a:defRPr>
            </a:lvl2pPr>
            <a:lvl3pPr marL="457200" indent="-262255" algn="l" defTabSz="895350" rtl="0" eaLnBrk="1" fontAlgn="base" hangingPunct="1">
              <a:spcBef>
                <a:spcPct val="0"/>
              </a:spcBef>
              <a:spcAft>
                <a:spcPct val="0"/>
              </a:spcAft>
              <a:buClr>
                <a:schemeClr val="tx2"/>
              </a:buClr>
              <a:buSzPct val="120000"/>
              <a:buFont typeface="Arial" panose="020B0604020202020204" pitchFamily="34" charset="0"/>
              <a:buChar char="–"/>
              <a:defRPr sz="1600" baseline="0">
                <a:solidFill>
                  <a:schemeClr val="tx1"/>
                </a:solidFill>
                <a:latin typeface="+mn-lt"/>
              </a:defRPr>
            </a:lvl3pPr>
            <a:lvl4pPr marL="614680" indent="-155575" algn="l" defTabSz="895350" rtl="0" eaLnBrk="1" fontAlgn="base" hangingPunct="1">
              <a:spcBef>
                <a:spcPct val="0"/>
              </a:spcBef>
              <a:spcAft>
                <a:spcPct val="0"/>
              </a:spcAft>
              <a:buClr>
                <a:schemeClr val="tx2"/>
              </a:buClr>
              <a:buSzPct val="120000"/>
              <a:buFont typeface="Arial" panose="020B0604020202020204" pitchFamily="34" charset="0"/>
              <a:buChar char="▫"/>
              <a:defRPr sz="1600" baseline="0">
                <a:solidFill>
                  <a:schemeClr val="tx1"/>
                </a:solidFill>
                <a:latin typeface="+mn-lt"/>
              </a:defRPr>
            </a:lvl4pPr>
            <a:lvl5pPr marL="749935" indent="-130175" algn="l" defTabSz="895350" rtl="0" eaLnBrk="1" fontAlgn="base" hangingPunct="1">
              <a:spcBef>
                <a:spcPct val="0"/>
              </a:spcBef>
              <a:spcAft>
                <a:spcPct val="0"/>
              </a:spcAft>
              <a:buClr>
                <a:schemeClr val="tx2"/>
              </a:buClr>
              <a:buSzPct val="89000"/>
              <a:buFont typeface="Arial" panose="020B0604020202020204" pitchFamily="34" charset="0"/>
              <a:buChar char="-"/>
              <a:defRPr sz="1600" baseline="0">
                <a:solidFill>
                  <a:schemeClr val="tx1"/>
                </a:solidFill>
                <a:latin typeface="+mn-lt"/>
              </a:defRPr>
            </a:lvl5pPr>
            <a:lvl6pPr marL="749935" indent="-130175" algn="l" defTabSz="895350" rtl="0" eaLnBrk="1" fontAlgn="base" hangingPunct="1">
              <a:spcBef>
                <a:spcPct val="0"/>
              </a:spcBef>
              <a:spcAft>
                <a:spcPct val="0"/>
              </a:spcAft>
              <a:buClr>
                <a:schemeClr val="tx2"/>
              </a:buClr>
              <a:buSzPct val="89000"/>
              <a:buFont typeface="Arial" panose="020B0604020202020204" pitchFamily="34" charset="0"/>
              <a:buChar char="-"/>
              <a:defRPr sz="1600">
                <a:solidFill>
                  <a:schemeClr val="tx1"/>
                </a:solidFill>
                <a:latin typeface="+mn-lt"/>
              </a:defRPr>
            </a:lvl6pPr>
            <a:lvl7pPr marL="749935" indent="-130175" algn="l" defTabSz="895350" rtl="0" eaLnBrk="1" fontAlgn="base" hangingPunct="1">
              <a:spcBef>
                <a:spcPct val="0"/>
              </a:spcBef>
              <a:spcAft>
                <a:spcPct val="0"/>
              </a:spcAft>
              <a:buClr>
                <a:schemeClr val="tx2"/>
              </a:buClr>
              <a:buSzPct val="89000"/>
              <a:buFont typeface="Arial" panose="020B0604020202020204" pitchFamily="34" charset="0"/>
              <a:buChar char="-"/>
              <a:defRPr sz="1600">
                <a:solidFill>
                  <a:schemeClr val="tx1"/>
                </a:solidFill>
                <a:latin typeface="+mn-lt"/>
              </a:defRPr>
            </a:lvl7pPr>
            <a:lvl8pPr marL="749935" indent="-130175" algn="l" defTabSz="895350" rtl="0" eaLnBrk="1" fontAlgn="base" hangingPunct="1">
              <a:spcBef>
                <a:spcPct val="0"/>
              </a:spcBef>
              <a:spcAft>
                <a:spcPct val="0"/>
              </a:spcAft>
              <a:buClr>
                <a:schemeClr val="tx2"/>
              </a:buClr>
              <a:buSzPct val="89000"/>
              <a:buFont typeface="Arial" panose="020B0604020202020204" pitchFamily="34" charset="0"/>
              <a:buChar char="-"/>
              <a:defRPr sz="1600">
                <a:solidFill>
                  <a:schemeClr val="tx1"/>
                </a:solidFill>
                <a:latin typeface="+mn-lt"/>
              </a:defRPr>
            </a:lvl8pPr>
            <a:lvl9pPr marL="749935" indent="-130175" algn="l" defTabSz="895350" rtl="0" eaLnBrk="1" fontAlgn="base" hangingPunct="1">
              <a:spcBef>
                <a:spcPct val="0"/>
              </a:spcBef>
              <a:spcAft>
                <a:spcPct val="0"/>
              </a:spcAft>
              <a:buClr>
                <a:schemeClr val="tx2"/>
              </a:buClr>
              <a:buSzPct val="89000"/>
              <a:buFont typeface="Arial" panose="020B0604020202020204" pitchFamily="34" charset="0"/>
              <a:buChar char="-"/>
              <a:defRPr sz="1600">
                <a:solidFill>
                  <a:schemeClr val="tx1"/>
                </a:solidFill>
                <a:latin typeface="+mn-lt"/>
              </a:defRPr>
            </a:lvl9pPr>
          </a:lstStyle>
          <a:p>
            <a:pPr marL="1905" marR="0" lvl="1" indent="0" algn="ctr" defTabSz="895350" rtl="0" eaLnBrk="1" fontAlgn="base" latinLnBrk="0" hangingPunct="1">
              <a:lnSpc>
                <a:spcPct val="100000"/>
              </a:lnSpc>
              <a:spcBef>
                <a:spcPct val="0"/>
              </a:spcBef>
              <a:spcAft>
                <a:spcPct val="0"/>
              </a:spcAft>
              <a:buClr>
                <a:srgbClr val="1B1E5A"/>
              </a:buClr>
              <a:buSzPct val="125000"/>
              <a:buFont typeface="Arial" panose="020B0604020202020204" pitchFamily="34" charset="0"/>
              <a:buNone/>
              <a:defRPr/>
            </a:pPr>
            <a:r>
              <a:rPr lang="zh-CN" altLang="en-US" sz="1400" dirty="0">
                <a:solidFill>
                  <a:prstClr val="black"/>
                </a:solidFill>
                <a:latin typeface="微软雅黑" panose="020B0503020204020204" charset="-122"/>
                <a:ea typeface="微软雅黑" panose="020B0503020204020204" charset="-122"/>
                <a:cs typeface="微软雅黑" panose="020B0503020204020204" charset="-122"/>
                <a:sym typeface="+mn-lt"/>
              </a:rPr>
              <a:t>领导及业务骨干现状问题沟通</a:t>
            </a:r>
            <a:r>
              <a:rPr kumimoji="0" lang="en-US" altLang="zh-CN" sz="1400" b="1" i="0" u="none" strike="noStrike" kern="1200" cap="none" spc="0" normalizeH="0" baseline="0" noProof="0" dirty="0">
                <a:ln>
                  <a:noFill/>
                </a:ln>
                <a:solidFill>
                  <a:srgbClr val="2971EB"/>
                </a:solidFill>
                <a:effectLst/>
                <a:uLnTx/>
                <a:uFillTx/>
                <a:latin typeface="微软雅黑" panose="020B0503020204020204" charset="-122"/>
                <a:ea typeface="微软雅黑" panose="020B0503020204020204" charset="-122"/>
                <a:cs typeface="微软雅黑" panose="020B0503020204020204" charset="-122"/>
                <a:sym typeface="+mn-lt"/>
              </a:rPr>
              <a:t>46</a:t>
            </a:r>
            <a:r>
              <a:rPr lang="zh-CN" altLang="en-US" sz="1400" dirty="0">
                <a:solidFill>
                  <a:prstClr val="black"/>
                </a:solidFill>
                <a:latin typeface="微软雅黑" panose="020B0503020204020204" charset="-122"/>
                <a:ea typeface="微软雅黑" panose="020B0503020204020204" charset="-122"/>
                <a:cs typeface="微软雅黑" panose="020B0503020204020204" charset="-122"/>
                <a:sym typeface="+mn-lt"/>
              </a:rPr>
              <a:t>场次</a:t>
            </a:r>
            <a:endParaRPr kumimoji="0" lang="zh-CN" altLang="en-US" sz="140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lt"/>
            </a:endParaRPr>
          </a:p>
        </p:txBody>
      </p:sp>
      <p:sp>
        <p:nvSpPr>
          <p:cNvPr id="137" name="Rectangle 15"/>
          <p:cNvSpPr txBox="1">
            <a:spLocks noChangeArrowheads="1"/>
          </p:cNvSpPr>
          <p:nvPr/>
        </p:nvSpPr>
        <p:spPr bwMode="auto">
          <a:xfrm>
            <a:off x="2079625" y="4606290"/>
            <a:ext cx="3184525" cy="396240"/>
          </a:xfrm>
          <a:prstGeom prst="rect">
            <a:avLst/>
          </a:prstGeom>
          <a:solidFill>
            <a:schemeClr val="bg1">
              <a:lumMod val="95000"/>
            </a:schemeClr>
          </a:solidFill>
          <a:ln w="9525" algn="ctr">
            <a:noFill/>
            <a:miter lim="800000"/>
          </a:ln>
          <a:effectLst/>
        </p:spPr>
        <p:txBody>
          <a:bodyPr vert="horz" wrap="square" lIns="73472" tIns="73472" rIns="73472" bIns="73472" numCol="1" anchor="ctr" anchorCtr="0" compatLnSpc="1">
            <a:noAutofit/>
          </a:bodyPr>
          <a:lstStyle>
            <a:lvl1pPr marL="0" indent="0" algn="l" defTabSz="895350" rtl="0" eaLnBrk="1" fontAlgn="base" hangingPunct="1">
              <a:spcBef>
                <a:spcPct val="0"/>
              </a:spcBef>
              <a:spcAft>
                <a:spcPct val="0"/>
              </a:spcAft>
              <a:buClr>
                <a:schemeClr val="tx2"/>
              </a:buClr>
              <a:defRPr sz="1600" baseline="0">
                <a:solidFill>
                  <a:schemeClr val="tx1"/>
                </a:solidFill>
                <a:latin typeface="+mn-lt"/>
                <a:ea typeface="+mn-ea"/>
                <a:cs typeface="+mn-cs"/>
              </a:defRPr>
            </a:lvl1pPr>
            <a:lvl2pPr marL="193675" indent="-192405" algn="l" defTabSz="895350" rtl="0" eaLnBrk="1" fontAlgn="base" hangingPunct="1">
              <a:spcBef>
                <a:spcPct val="0"/>
              </a:spcBef>
              <a:spcAft>
                <a:spcPct val="0"/>
              </a:spcAft>
              <a:buClr>
                <a:schemeClr val="tx2"/>
              </a:buClr>
              <a:buSzPct val="125000"/>
              <a:buFont typeface="Arial" panose="020B0604020202020204" pitchFamily="34" charset="0"/>
              <a:buChar char="▪"/>
              <a:defRPr sz="1600" baseline="0">
                <a:solidFill>
                  <a:schemeClr val="tx1"/>
                </a:solidFill>
                <a:latin typeface="+mn-lt"/>
              </a:defRPr>
            </a:lvl2pPr>
            <a:lvl3pPr marL="457200" indent="-262255" algn="l" defTabSz="895350" rtl="0" eaLnBrk="1" fontAlgn="base" hangingPunct="1">
              <a:spcBef>
                <a:spcPct val="0"/>
              </a:spcBef>
              <a:spcAft>
                <a:spcPct val="0"/>
              </a:spcAft>
              <a:buClr>
                <a:schemeClr val="tx2"/>
              </a:buClr>
              <a:buSzPct val="120000"/>
              <a:buFont typeface="Arial" panose="020B0604020202020204" pitchFamily="34" charset="0"/>
              <a:buChar char="–"/>
              <a:defRPr sz="1600" baseline="0">
                <a:solidFill>
                  <a:schemeClr val="tx1"/>
                </a:solidFill>
                <a:latin typeface="+mn-lt"/>
              </a:defRPr>
            </a:lvl3pPr>
            <a:lvl4pPr marL="614680" indent="-155575" algn="l" defTabSz="895350" rtl="0" eaLnBrk="1" fontAlgn="base" hangingPunct="1">
              <a:spcBef>
                <a:spcPct val="0"/>
              </a:spcBef>
              <a:spcAft>
                <a:spcPct val="0"/>
              </a:spcAft>
              <a:buClr>
                <a:schemeClr val="tx2"/>
              </a:buClr>
              <a:buSzPct val="120000"/>
              <a:buFont typeface="Arial" panose="020B0604020202020204" pitchFamily="34" charset="0"/>
              <a:buChar char="▫"/>
              <a:defRPr sz="1600" baseline="0">
                <a:solidFill>
                  <a:schemeClr val="tx1"/>
                </a:solidFill>
                <a:latin typeface="+mn-lt"/>
              </a:defRPr>
            </a:lvl4pPr>
            <a:lvl5pPr marL="749935" indent="-130175" algn="l" defTabSz="895350" rtl="0" eaLnBrk="1" fontAlgn="base" hangingPunct="1">
              <a:spcBef>
                <a:spcPct val="0"/>
              </a:spcBef>
              <a:spcAft>
                <a:spcPct val="0"/>
              </a:spcAft>
              <a:buClr>
                <a:schemeClr val="tx2"/>
              </a:buClr>
              <a:buSzPct val="89000"/>
              <a:buFont typeface="Arial" panose="020B0604020202020204" pitchFamily="34" charset="0"/>
              <a:buChar char="-"/>
              <a:defRPr sz="1600" baseline="0">
                <a:solidFill>
                  <a:schemeClr val="tx1"/>
                </a:solidFill>
                <a:latin typeface="+mn-lt"/>
              </a:defRPr>
            </a:lvl5pPr>
            <a:lvl6pPr marL="749935" indent="-130175" algn="l" defTabSz="895350" rtl="0" eaLnBrk="1" fontAlgn="base" hangingPunct="1">
              <a:spcBef>
                <a:spcPct val="0"/>
              </a:spcBef>
              <a:spcAft>
                <a:spcPct val="0"/>
              </a:spcAft>
              <a:buClr>
                <a:schemeClr val="tx2"/>
              </a:buClr>
              <a:buSzPct val="89000"/>
              <a:buFont typeface="Arial" panose="020B0604020202020204" pitchFamily="34" charset="0"/>
              <a:buChar char="-"/>
              <a:defRPr sz="1600">
                <a:solidFill>
                  <a:schemeClr val="tx1"/>
                </a:solidFill>
                <a:latin typeface="+mn-lt"/>
              </a:defRPr>
            </a:lvl6pPr>
            <a:lvl7pPr marL="749935" indent="-130175" algn="l" defTabSz="895350" rtl="0" eaLnBrk="1" fontAlgn="base" hangingPunct="1">
              <a:spcBef>
                <a:spcPct val="0"/>
              </a:spcBef>
              <a:spcAft>
                <a:spcPct val="0"/>
              </a:spcAft>
              <a:buClr>
                <a:schemeClr val="tx2"/>
              </a:buClr>
              <a:buSzPct val="89000"/>
              <a:buFont typeface="Arial" panose="020B0604020202020204" pitchFamily="34" charset="0"/>
              <a:buChar char="-"/>
              <a:defRPr sz="1600">
                <a:solidFill>
                  <a:schemeClr val="tx1"/>
                </a:solidFill>
                <a:latin typeface="+mn-lt"/>
              </a:defRPr>
            </a:lvl7pPr>
            <a:lvl8pPr marL="749935" indent="-130175" algn="l" defTabSz="895350" rtl="0" eaLnBrk="1" fontAlgn="base" hangingPunct="1">
              <a:spcBef>
                <a:spcPct val="0"/>
              </a:spcBef>
              <a:spcAft>
                <a:spcPct val="0"/>
              </a:spcAft>
              <a:buClr>
                <a:schemeClr val="tx2"/>
              </a:buClr>
              <a:buSzPct val="89000"/>
              <a:buFont typeface="Arial" panose="020B0604020202020204" pitchFamily="34" charset="0"/>
              <a:buChar char="-"/>
              <a:defRPr sz="1600">
                <a:solidFill>
                  <a:schemeClr val="tx1"/>
                </a:solidFill>
                <a:latin typeface="+mn-lt"/>
              </a:defRPr>
            </a:lvl8pPr>
            <a:lvl9pPr marL="749935" indent="-130175" algn="l" defTabSz="895350" rtl="0" eaLnBrk="1" fontAlgn="base" hangingPunct="1">
              <a:spcBef>
                <a:spcPct val="0"/>
              </a:spcBef>
              <a:spcAft>
                <a:spcPct val="0"/>
              </a:spcAft>
              <a:buClr>
                <a:schemeClr val="tx2"/>
              </a:buClr>
              <a:buSzPct val="89000"/>
              <a:buFont typeface="Arial" panose="020B0604020202020204" pitchFamily="34" charset="0"/>
              <a:buChar char="-"/>
              <a:defRPr sz="1600">
                <a:solidFill>
                  <a:schemeClr val="tx1"/>
                </a:solidFill>
                <a:latin typeface="+mn-lt"/>
              </a:defRPr>
            </a:lvl9pPr>
          </a:lstStyle>
          <a:p>
            <a:pPr marL="1905" marR="0" lvl="1" indent="0" algn="ctr" defTabSz="895350" rtl="0" eaLnBrk="1" fontAlgn="base" latinLnBrk="0" hangingPunct="1">
              <a:lnSpc>
                <a:spcPct val="100000"/>
              </a:lnSpc>
              <a:spcBef>
                <a:spcPct val="0"/>
              </a:spcBef>
              <a:spcAft>
                <a:spcPct val="0"/>
              </a:spcAft>
              <a:buClr>
                <a:srgbClr val="1B1E5A"/>
              </a:buClr>
              <a:buSzPct val="125000"/>
              <a:buFont typeface="Arial" panose="020B0604020202020204" pitchFamily="34" charset="0"/>
              <a:buNone/>
              <a:defRPr/>
            </a:pPr>
            <a:r>
              <a:rPr lang="zh-CN" altLang="en-US" sz="1400" dirty="0">
                <a:solidFill>
                  <a:prstClr val="black"/>
                </a:solidFill>
                <a:latin typeface="微软雅黑" panose="020B0503020204020204" charset="-122"/>
                <a:ea typeface="微软雅黑" panose="020B0503020204020204" charset="-122"/>
                <a:cs typeface="微软雅黑" panose="020B0503020204020204" charset="-122"/>
                <a:sym typeface="+mn-lt"/>
              </a:rPr>
              <a:t>研读文件</a:t>
            </a:r>
            <a:r>
              <a:rPr kumimoji="0" lang="en-US" altLang="zh-CN" sz="1400" b="1" i="0" u="none" strike="noStrike" kern="1200" cap="none" spc="0" normalizeH="0" baseline="0" noProof="0" dirty="0">
                <a:ln>
                  <a:noFill/>
                </a:ln>
                <a:solidFill>
                  <a:srgbClr val="2971EB"/>
                </a:solidFill>
                <a:effectLst/>
                <a:uLnTx/>
                <a:uFillTx/>
                <a:latin typeface="微软雅黑" panose="020B0503020204020204" charset="-122"/>
                <a:ea typeface="微软雅黑" panose="020B0503020204020204" charset="-122"/>
                <a:cs typeface="微软雅黑" panose="020B0503020204020204" charset="-122"/>
                <a:sym typeface="+mn-lt"/>
              </a:rPr>
              <a:t>25</a:t>
            </a:r>
            <a:r>
              <a:rPr lang="zh-CN" altLang="en-US" sz="1400" dirty="0">
                <a:solidFill>
                  <a:prstClr val="black"/>
                </a:solidFill>
                <a:latin typeface="微软雅黑" panose="020B0503020204020204" charset="-122"/>
                <a:ea typeface="微软雅黑" panose="020B0503020204020204" charset="-122"/>
                <a:cs typeface="微软雅黑" panose="020B0503020204020204" charset="-122"/>
                <a:sym typeface="+mn-lt"/>
              </a:rPr>
              <a:t>份</a:t>
            </a:r>
            <a:endParaRPr kumimoji="0" lang="zh-CN" altLang="en-US" sz="140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lt"/>
            </a:endParaRPr>
          </a:p>
        </p:txBody>
      </p:sp>
      <p:sp>
        <p:nvSpPr>
          <p:cNvPr id="141" name="Rectangle 15"/>
          <p:cNvSpPr txBox="1">
            <a:spLocks noChangeArrowheads="1"/>
          </p:cNvSpPr>
          <p:nvPr/>
        </p:nvSpPr>
        <p:spPr bwMode="auto">
          <a:xfrm>
            <a:off x="1459865" y="5036820"/>
            <a:ext cx="2190750" cy="372110"/>
          </a:xfrm>
          <a:prstGeom prst="rect">
            <a:avLst/>
          </a:prstGeom>
          <a:solidFill>
            <a:srgbClr val="E7F1FF"/>
          </a:solidFill>
          <a:ln w="9525" algn="ctr">
            <a:noFill/>
            <a:miter lim="800000"/>
          </a:ln>
          <a:effectLst/>
        </p:spPr>
        <p:txBody>
          <a:bodyPr vert="horz" wrap="square" lIns="73472" tIns="73472" rIns="73472" bIns="73472" numCol="1" anchor="ctr" anchorCtr="0" compatLnSpc="1">
            <a:noAutofit/>
          </a:bodyPr>
          <a:lstStyle>
            <a:lvl1pPr marL="0" indent="0" algn="l" defTabSz="895350" rtl="0" eaLnBrk="1" fontAlgn="base" hangingPunct="1">
              <a:spcBef>
                <a:spcPct val="0"/>
              </a:spcBef>
              <a:spcAft>
                <a:spcPct val="0"/>
              </a:spcAft>
              <a:buClr>
                <a:schemeClr val="tx2"/>
              </a:buClr>
              <a:defRPr sz="1600" baseline="0">
                <a:solidFill>
                  <a:schemeClr val="tx1"/>
                </a:solidFill>
                <a:latin typeface="+mn-lt"/>
                <a:ea typeface="+mn-ea"/>
                <a:cs typeface="+mn-cs"/>
              </a:defRPr>
            </a:lvl1pPr>
            <a:lvl2pPr marL="193675" indent="-192405" algn="l" defTabSz="895350" rtl="0" eaLnBrk="1" fontAlgn="base" hangingPunct="1">
              <a:spcBef>
                <a:spcPct val="0"/>
              </a:spcBef>
              <a:spcAft>
                <a:spcPct val="0"/>
              </a:spcAft>
              <a:buClr>
                <a:schemeClr val="tx2"/>
              </a:buClr>
              <a:buSzPct val="125000"/>
              <a:buFont typeface="Arial" panose="020B0604020202020204" pitchFamily="34" charset="0"/>
              <a:buChar char="▪"/>
              <a:defRPr sz="1600" baseline="0">
                <a:solidFill>
                  <a:schemeClr val="tx1"/>
                </a:solidFill>
                <a:latin typeface="+mn-lt"/>
              </a:defRPr>
            </a:lvl2pPr>
            <a:lvl3pPr marL="457200" indent="-262255" algn="l" defTabSz="895350" rtl="0" eaLnBrk="1" fontAlgn="base" hangingPunct="1">
              <a:spcBef>
                <a:spcPct val="0"/>
              </a:spcBef>
              <a:spcAft>
                <a:spcPct val="0"/>
              </a:spcAft>
              <a:buClr>
                <a:schemeClr val="tx2"/>
              </a:buClr>
              <a:buSzPct val="120000"/>
              <a:buFont typeface="Arial" panose="020B0604020202020204" pitchFamily="34" charset="0"/>
              <a:buChar char="–"/>
              <a:defRPr sz="1600" baseline="0">
                <a:solidFill>
                  <a:schemeClr val="tx1"/>
                </a:solidFill>
                <a:latin typeface="+mn-lt"/>
              </a:defRPr>
            </a:lvl3pPr>
            <a:lvl4pPr marL="614680" indent="-155575" algn="l" defTabSz="895350" rtl="0" eaLnBrk="1" fontAlgn="base" hangingPunct="1">
              <a:spcBef>
                <a:spcPct val="0"/>
              </a:spcBef>
              <a:spcAft>
                <a:spcPct val="0"/>
              </a:spcAft>
              <a:buClr>
                <a:schemeClr val="tx2"/>
              </a:buClr>
              <a:buSzPct val="120000"/>
              <a:buFont typeface="Arial" panose="020B0604020202020204" pitchFamily="34" charset="0"/>
              <a:buChar char="▫"/>
              <a:defRPr sz="1600" baseline="0">
                <a:solidFill>
                  <a:schemeClr val="tx1"/>
                </a:solidFill>
                <a:latin typeface="+mn-lt"/>
              </a:defRPr>
            </a:lvl4pPr>
            <a:lvl5pPr marL="749935" indent="-130175" algn="l" defTabSz="895350" rtl="0" eaLnBrk="1" fontAlgn="base" hangingPunct="1">
              <a:spcBef>
                <a:spcPct val="0"/>
              </a:spcBef>
              <a:spcAft>
                <a:spcPct val="0"/>
              </a:spcAft>
              <a:buClr>
                <a:schemeClr val="tx2"/>
              </a:buClr>
              <a:buSzPct val="89000"/>
              <a:buFont typeface="Arial" panose="020B0604020202020204" pitchFamily="34" charset="0"/>
              <a:buChar char="-"/>
              <a:defRPr sz="1600" baseline="0">
                <a:solidFill>
                  <a:schemeClr val="tx1"/>
                </a:solidFill>
                <a:latin typeface="+mn-lt"/>
              </a:defRPr>
            </a:lvl5pPr>
            <a:lvl6pPr marL="749935" indent="-130175" algn="l" defTabSz="895350" rtl="0" eaLnBrk="1" fontAlgn="base" hangingPunct="1">
              <a:spcBef>
                <a:spcPct val="0"/>
              </a:spcBef>
              <a:spcAft>
                <a:spcPct val="0"/>
              </a:spcAft>
              <a:buClr>
                <a:schemeClr val="tx2"/>
              </a:buClr>
              <a:buSzPct val="89000"/>
              <a:buFont typeface="Arial" panose="020B0604020202020204" pitchFamily="34" charset="0"/>
              <a:buChar char="-"/>
              <a:defRPr sz="1600">
                <a:solidFill>
                  <a:schemeClr val="tx1"/>
                </a:solidFill>
                <a:latin typeface="+mn-lt"/>
              </a:defRPr>
            </a:lvl6pPr>
            <a:lvl7pPr marL="749935" indent="-130175" algn="l" defTabSz="895350" rtl="0" eaLnBrk="1" fontAlgn="base" hangingPunct="1">
              <a:spcBef>
                <a:spcPct val="0"/>
              </a:spcBef>
              <a:spcAft>
                <a:spcPct val="0"/>
              </a:spcAft>
              <a:buClr>
                <a:schemeClr val="tx2"/>
              </a:buClr>
              <a:buSzPct val="89000"/>
              <a:buFont typeface="Arial" panose="020B0604020202020204" pitchFamily="34" charset="0"/>
              <a:buChar char="-"/>
              <a:defRPr sz="1600">
                <a:solidFill>
                  <a:schemeClr val="tx1"/>
                </a:solidFill>
                <a:latin typeface="+mn-lt"/>
              </a:defRPr>
            </a:lvl7pPr>
            <a:lvl8pPr marL="749935" indent="-130175" algn="l" defTabSz="895350" rtl="0" eaLnBrk="1" fontAlgn="base" hangingPunct="1">
              <a:spcBef>
                <a:spcPct val="0"/>
              </a:spcBef>
              <a:spcAft>
                <a:spcPct val="0"/>
              </a:spcAft>
              <a:buClr>
                <a:schemeClr val="tx2"/>
              </a:buClr>
              <a:buSzPct val="89000"/>
              <a:buFont typeface="Arial" panose="020B0604020202020204" pitchFamily="34" charset="0"/>
              <a:buChar char="-"/>
              <a:defRPr sz="1600">
                <a:solidFill>
                  <a:schemeClr val="tx1"/>
                </a:solidFill>
                <a:latin typeface="+mn-lt"/>
              </a:defRPr>
            </a:lvl8pPr>
            <a:lvl9pPr marL="749935" indent="-130175" algn="l" defTabSz="895350" rtl="0" eaLnBrk="1" fontAlgn="base" hangingPunct="1">
              <a:spcBef>
                <a:spcPct val="0"/>
              </a:spcBef>
              <a:spcAft>
                <a:spcPct val="0"/>
              </a:spcAft>
              <a:buClr>
                <a:schemeClr val="tx2"/>
              </a:buClr>
              <a:buSzPct val="89000"/>
              <a:buFont typeface="Arial" panose="020B0604020202020204" pitchFamily="34" charset="0"/>
              <a:buChar char="-"/>
              <a:defRPr sz="1600">
                <a:solidFill>
                  <a:schemeClr val="tx1"/>
                </a:solidFill>
                <a:latin typeface="+mn-lt"/>
              </a:defRPr>
            </a:lvl9pPr>
          </a:lstStyle>
          <a:p>
            <a:pPr marL="1905" marR="0" lvl="1" indent="0" algn="ctr" defTabSz="895350" rtl="0" eaLnBrk="1" fontAlgn="base" latinLnBrk="0" hangingPunct="1">
              <a:lnSpc>
                <a:spcPct val="100000"/>
              </a:lnSpc>
              <a:spcBef>
                <a:spcPct val="0"/>
              </a:spcBef>
              <a:spcAft>
                <a:spcPct val="0"/>
              </a:spcAft>
              <a:buClr>
                <a:srgbClr val="1B1E5A"/>
              </a:buClr>
              <a:buSzPct val="125000"/>
              <a:buFont typeface="Arial" panose="020B0604020202020204" pitchFamily="34" charset="0"/>
              <a:buNone/>
              <a:defRPr/>
            </a:pPr>
            <a:r>
              <a:rPr lang="zh-CN" altLang="en-US" sz="1400" dirty="0">
                <a:solidFill>
                  <a:prstClr val="black"/>
                </a:solidFill>
                <a:latin typeface="微软雅黑" panose="020B0503020204020204" charset="-122"/>
                <a:ea typeface="微软雅黑" panose="020B0503020204020204" charset="-122"/>
                <a:cs typeface="微软雅黑" panose="020B0503020204020204" charset="-122"/>
                <a:sym typeface="+mn-lt"/>
              </a:rPr>
              <a:t>访谈覆盖人员约</a:t>
            </a:r>
            <a:r>
              <a:rPr lang="en-US" altLang="zh-CN" sz="1400" b="1" dirty="0">
                <a:solidFill>
                  <a:srgbClr val="2971EB"/>
                </a:solidFill>
                <a:latin typeface="微软雅黑" panose="020B0503020204020204" charset="-122"/>
                <a:ea typeface="微软雅黑" panose="020B0503020204020204" charset="-122"/>
                <a:cs typeface="微软雅黑" panose="020B0503020204020204" charset="-122"/>
                <a:sym typeface="+mn-lt"/>
              </a:rPr>
              <a:t>120</a:t>
            </a:r>
            <a:r>
              <a:rPr kumimoji="0" lang="zh-CN" altLang="en-US" sz="140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lt"/>
              </a:rPr>
              <a:t>人次</a:t>
            </a:r>
          </a:p>
        </p:txBody>
      </p:sp>
      <p:sp>
        <p:nvSpPr>
          <p:cNvPr id="142" name="Rectangle 15"/>
          <p:cNvSpPr txBox="1">
            <a:spLocks noChangeArrowheads="1"/>
          </p:cNvSpPr>
          <p:nvPr/>
        </p:nvSpPr>
        <p:spPr bwMode="auto">
          <a:xfrm>
            <a:off x="3956685" y="5022850"/>
            <a:ext cx="1729740" cy="396240"/>
          </a:xfrm>
          <a:prstGeom prst="rect">
            <a:avLst/>
          </a:prstGeom>
          <a:solidFill>
            <a:srgbClr val="E7F1FF"/>
          </a:solidFill>
          <a:ln w="9525" algn="ctr">
            <a:noFill/>
            <a:miter lim="800000"/>
          </a:ln>
          <a:effectLst/>
        </p:spPr>
        <p:txBody>
          <a:bodyPr vert="horz" wrap="square" lIns="73472" tIns="73472" rIns="73472" bIns="73472" numCol="1" anchor="ctr" anchorCtr="0" compatLnSpc="1">
            <a:noAutofit/>
          </a:bodyPr>
          <a:lstStyle>
            <a:lvl1pPr marL="0" indent="0" algn="l" defTabSz="895350" rtl="0" eaLnBrk="1" fontAlgn="base" hangingPunct="1">
              <a:spcBef>
                <a:spcPct val="0"/>
              </a:spcBef>
              <a:spcAft>
                <a:spcPct val="0"/>
              </a:spcAft>
              <a:buClr>
                <a:schemeClr val="tx2"/>
              </a:buClr>
              <a:defRPr sz="1600" baseline="0">
                <a:solidFill>
                  <a:schemeClr val="tx1"/>
                </a:solidFill>
                <a:latin typeface="+mn-lt"/>
                <a:ea typeface="+mn-ea"/>
                <a:cs typeface="+mn-cs"/>
              </a:defRPr>
            </a:lvl1pPr>
            <a:lvl2pPr marL="193675" indent="-192405" algn="l" defTabSz="895350" rtl="0" eaLnBrk="1" fontAlgn="base" hangingPunct="1">
              <a:spcBef>
                <a:spcPct val="0"/>
              </a:spcBef>
              <a:spcAft>
                <a:spcPct val="0"/>
              </a:spcAft>
              <a:buClr>
                <a:schemeClr val="tx2"/>
              </a:buClr>
              <a:buSzPct val="125000"/>
              <a:buFont typeface="Arial" panose="020B0604020202020204" pitchFamily="34" charset="0"/>
              <a:buChar char="▪"/>
              <a:defRPr sz="1600" baseline="0">
                <a:solidFill>
                  <a:schemeClr val="tx1"/>
                </a:solidFill>
                <a:latin typeface="+mn-lt"/>
              </a:defRPr>
            </a:lvl2pPr>
            <a:lvl3pPr marL="457200" indent="-262255" algn="l" defTabSz="895350" rtl="0" eaLnBrk="1" fontAlgn="base" hangingPunct="1">
              <a:spcBef>
                <a:spcPct val="0"/>
              </a:spcBef>
              <a:spcAft>
                <a:spcPct val="0"/>
              </a:spcAft>
              <a:buClr>
                <a:schemeClr val="tx2"/>
              </a:buClr>
              <a:buSzPct val="120000"/>
              <a:buFont typeface="Arial" panose="020B0604020202020204" pitchFamily="34" charset="0"/>
              <a:buChar char="–"/>
              <a:defRPr sz="1600" baseline="0">
                <a:solidFill>
                  <a:schemeClr val="tx1"/>
                </a:solidFill>
                <a:latin typeface="+mn-lt"/>
              </a:defRPr>
            </a:lvl3pPr>
            <a:lvl4pPr marL="614680" indent="-155575" algn="l" defTabSz="895350" rtl="0" eaLnBrk="1" fontAlgn="base" hangingPunct="1">
              <a:spcBef>
                <a:spcPct val="0"/>
              </a:spcBef>
              <a:spcAft>
                <a:spcPct val="0"/>
              </a:spcAft>
              <a:buClr>
                <a:schemeClr val="tx2"/>
              </a:buClr>
              <a:buSzPct val="120000"/>
              <a:buFont typeface="Arial" panose="020B0604020202020204" pitchFamily="34" charset="0"/>
              <a:buChar char="▫"/>
              <a:defRPr sz="1600" baseline="0">
                <a:solidFill>
                  <a:schemeClr val="tx1"/>
                </a:solidFill>
                <a:latin typeface="+mn-lt"/>
              </a:defRPr>
            </a:lvl4pPr>
            <a:lvl5pPr marL="749935" indent="-130175" algn="l" defTabSz="895350" rtl="0" eaLnBrk="1" fontAlgn="base" hangingPunct="1">
              <a:spcBef>
                <a:spcPct val="0"/>
              </a:spcBef>
              <a:spcAft>
                <a:spcPct val="0"/>
              </a:spcAft>
              <a:buClr>
                <a:schemeClr val="tx2"/>
              </a:buClr>
              <a:buSzPct val="89000"/>
              <a:buFont typeface="Arial" panose="020B0604020202020204" pitchFamily="34" charset="0"/>
              <a:buChar char="-"/>
              <a:defRPr sz="1600" baseline="0">
                <a:solidFill>
                  <a:schemeClr val="tx1"/>
                </a:solidFill>
                <a:latin typeface="+mn-lt"/>
              </a:defRPr>
            </a:lvl5pPr>
            <a:lvl6pPr marL="749935" indent="-130175" algn="l" defTabSz="895350" rtl="0" eaLnBrk="1" fontAlgn="base" hangingPunct="1">
              <a:spcBef>
                <a:spcPct val="0"/>
              </a:spcBef>
              <a:spcAft>
                <a:spcPct val="0"/>
              </a:spcAft>
              <a:buClr>
                <a:schemeClr val="tx2"/>
              </a:buClr>
              <a:buSzPct val="89000"/>
              <a:buFont typeface="Arial" panose="020B0604020202020204" pitchFamily="34" charset="0"/>
              <a:buChar char="-"/>
              <a:defRPr sz="1600">
                <a:solidFill>
                  <a:schemeClr val="tx1"/>
                </a:solidFill>
                <a:latin typeface="+mn-lt"/>
              </a:defRPr>
            </a:lvl6pPr>
            <a:lvl7pPr marL="749935" indent="-130175" algn="l" defTabSz="895350" rtl="0" eaLnBrk="1" fontAlgn="base" hangingPunct="1">
              <a:spcBef>
                <a:spcPct val="0"/>
              </a:spcBef>
              <a:spcAft>
                <a:spcPct val="0"/>
              </a:spcAft>
              <a:buClr>
                <a:schemeClr val="tx2"/>
              </a:buClr>
              <a:buSzPct val="89000"/>
              <a:buFont typeface="Arial" panose="020B0604020202020204" pitchFamily="34" charset="0"/>
              <a:buChar char="-"/>
              <a:defRPr sz="1600">
                <a:solidFill>
                  <a:schemeClr val="tx1"/>
                </a:solidFill>
                <a:latin typeface="+mn-lt"/>
              </a:defRPr>
            </a:lvl7pPr>
            <a:lvl8pPr marL="749935" indent="-130175" algn="l" defTabSz="895350" rtl="0" eaLnBrk="1" fontAlgn="base" hangingPunct="1">
              <a:spcBef>
                <a:spcPct val="0"/>
              </a:spcBef>
              <a:spcAft>
                <a:spcPct val="0"/>
              </a:spcAft>
              <a:buClr>
                <a:schemeClr val="tx2"/>
              </a:buClr>
              <a:buSzPct val="89000"/>
              <a:buFont typeface="Arial" panose="020B0604020202020204" pitchFamily="34" charset="0"/>
              <a:buChar char="-"/>
              <a:defRPr sz="1600">
                <a:solidFill>
                  <a:schemeClr val="tx1"/>
                </a:solidFill>
                <a:latin typeface="+mn-lt"/>
              </a:defRPr>
            </a:lvl8pPr>
            <a:lvl9pPr marL="749935" indent="-130175" algn="l" defTabSz="895350" rtl="0" eaLnBrk="1" fontAlgn="base" hangingPunct="1">
              <a:spcBef>
                <a:spcPct val="0"/>
              </a:spcBef>
              <a:spcAft>
                <a:spcPct val="0"/>
              </a:spcAft>
              <a:buClr>
                <a:schemeClr val="tx2"/>
              </a:buClr>
              <a:buSzPct val="89000"/>
              <a:buFont typeface="Arial" panose="020B0604020202020204" pitchFamily="34" charset="0"/>
              <a:buChar char="-"/>
              <a:defRPr sz="1600">
                <a:solidFill>
                  <a:schemeClr val="tx1"/>
                </a:solidFill>
                <a:latin typeface="+mn-lt"/>
              </a:defRPr>
            </a:lvl9pPr>
          </a:lstStyle>
          <a:p>
            <a:pPr marL="1905" marR="0" lvl="1" indent="0" algn="ctr" defTabSz="895350" rtl="0" eaLnBrk="1" fontAlgn="base" latinLnBrk="0" hangingPunct="1">
              <a:lnSpc>
                <a:spcPct val="100000"/>
              </a:lnSpc>
              <a:spcBef>
                <a:spcPct val="0"/>
              </a:spcBef>
              <a:spcAft>
                <a:spcPct val="0"/>
              </a:spcAft>
              <a:buClr>
                <a:srgbClr val="1B1E5A"/>
              </a:buClr>
              <a:buSzPct val="125000"/>
              <a:buFont typeface="Arial" panose="020B0604020202020204" pitchFamily="34" charset="0"/>
              <a:buNone/>
              <a:defRPr/>
            </a:pPr>
            <a:r>
              <a:rPr lang="zh-CN" altLang="en-US" sz="1400" dirty="0">
                <a:solidFill>
                  <a:prstClr val="black"/>
                </a:solidFill>
                <a:latin typeface="微软雅黑" panose="020B0503020204020204" charset="-122"/>
                <a:ea typeface="微软雅黑" panose="020B0503020204020204" charset="-122"/>
                <a:cs typeface="微软雅黑" panose="020B0503020204020204" charset="-122"/>
                <a:sym typeface="+mn-lt"/>
              </a:rPr>
              <a:t>出具会议纪要</a:t>
            </a:r>
            <a:r>
              <a:rPr lang="en-US" altLang="zh-CN" sz="1400" b="1" dirty="0">
                <a:solidFill>
                  <a:srgbClr val="2971EB"/>
                </a:solidFill>
                <a:latin typeface="微软雅黑" panose="020B0503020204020204" charset="-122"/>
                <a:ea typeface="微软雅黑" panose="020B0503020204020204" charset="-122"/>
                <a:cs typeface="微软雅黑" panose="020B0503020204020204" charset="-122"/>
                <a:sym typeface="+mn-lt"/>
              </a:rPr>
              <a:t>39</a:t>
            </a:r>
            <a:r>
              <a:rPr lang="zh-CN" altLang="en-US" sz="1400" dirty="0">
                <a:solidFill>
                  <a:prstClr val="black"/>
                </a:solidFill>
                <a:latin typeface="微软雅黑" panose="020B0503020204020204" charset="-122"/>
                <a:ea typeface="微软雅黑" panose="020B0503020204020204" charset="-122"/>
                <a:cs typeface="微软雅黑" panose="020B0503020204020204" charset="-122"/>
                <a:sym typeface="+mn-lt"/>
              </a:rPr>
              <a:t>份</a:t>
            </a:r>
            <a:endParaRPr kumimoji="0" lang="zh-CN" altLang="en-US" sz="140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lt"/>
            </a:endParaRPr>
          </a:p>
        </p:txBody>
      </p:sp>
      <p:sp>
        <p:nvSpPr>
          <p:cNvPr id="150" name="iconfont-11712-5589029"/>
          <p:cNvSpPr/>
          <p:nvPr/>
        </p:nvSpPr>
        <p:spPr>
          <a:xfrm>
            <a:off x="5257150" y="3160054"/>
            <a:ext cx="281990" cy="281990"/>
          </a:xfrm>
          <a:custGeom>
            <a:avLst/>
            <a:gdLst>
              <a:gd name="T0" fmla="*/ 8976 w 11735"/>
              <a:gd name="T1" fmla="*/ 891 h 11734"/>
              <a:gd name="T2" fmla="*/ 8197 w 11735"/>
              <a:gd name="T3" fmla="*/ 1670 h 11734"/>
              <a:gd name="T4" fmla="*/ 5867 w 11735"/>
              <a:gd name="T5" fmla="*/ 1067 h 11734"/>
              <a:gd name="T6" fmla="*/ 1067 w 11735"/>
              <a:gd name="T7" fmla="*/ 5867 h 11734"/>
              <a:gd name="T8" fmla="*/ 5867 w 11735"/>
              <a:gd name="T9" fmla="*/ 10667 h 11734"/>
              <a:gd name="T10" fmla="*/ 10667 w 11735"/>
              <a:gd name="T11" fmla="*/ 5867 h 11734"/>
              <a:gd name="T12" fmla="*/ 9593 w 11735"/>
              <a:gd name="T13" fmla="*/ 2841 h 11734"/>
              <a:gd name="T14" fmla="*/ 10350 w 11735"/>
              <a:gd name="T15" fmla="*/ 2084 h 11734"/>
              <a:gd name="T16" fmla="*/ 11733 w 11735"/>
              <a:gd name="T17" fmla="*/ 5867 h 11734"/>
              <a:gd name="T18" fmla="*/ 5867 w 11735"/>
              <a:gd name="T19" fmla="*/ 11734 h 11734"/>
              <a:gd name="T20" fmla="*/ 0 w 11735"/>
              <a:gd name="T21" fmla="*/ 5867 h 11734"/>
              <a:gd name="T22" fmla="*/ 5867 w 11735"/>
              <a:gd name="T23" fmla="*/ 0 h 11734"/>
              <a:gd name="T24" fmla="*/ 8976 w 11735"/>
              <a:gd name="T25" fmla="*/ 891 h 11734"/>
              <a:gd name="T26" fmla="*/ 5496 w 11735"/>
              <a:gd name="T27" fmla="*/ 7020 h 11734"/>
              <a:gd name="T28" fmla="*/ 3744 w 11735"/>
              <a:gd name="T29" fmla="*/ 5268 h 11734"/>
              <a:gd name="T30" fmla="*/ 4492 w 11735"/>
              <a:gd name="T31" fmla="*/ 4520 h 11734"/>
              <a:gd name="T32" fmla="*/ 6244 w 11735"/>
              <a:gd name="T33" fmla="*/ 6272 h 11734"/>
              <a:gd name="T34" fmla="*/ 9908 w 11735"/>
              <a:gd name="T35" fmla="*/ 2608 h 11734"/>
              <a:gd name="T36" fmla="*/ 10657 w 11735"/>
              <a:gd name="T37" fmla="*/ 3356 h 11734"/>
              <a:gd name="T38" fmla="*/ 6222 w 11735"/>
              <a:gd name="T39" fmla="*/ 7791 h 11734"/>
              <a:gd name="T40" fmla="*/ 5474 w 11735"/>
              <a:gd name="T41" fmla="*/ 7042 h 11734"/>
              <a:gd name="T42" fmla="*/ 5496 w 11735"/>
              <a:gd name="T43" fmla="*/ 7020 h 117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1735" h="11734">
                <a:moveTo>
                  <a:pt x="8976" y="891"/>
                </a:moveTo>
                <a:lnTo>
                  <a:pt x="8197" y="1670"/>
                </a:lnTo>
                <a:cubicBezTo>
                  <a:pt x="7485" y="1273"/>
                  <a:pt x="6682" y="1066"/>
                  <a:pt x="5867" y="1067"/>
                </a:cubicBezTo>
                <a:cubicBezTo>
                  <a:pt x="3216" y="1067"/>
                  <a:pt x="1067" y="3216"/>
                  <a:pt x="1067" y="5867"/>
                </a:cubicBezTo>
                <a:cubicBezTo>
                  <a:pt x="1067" y="8518"/>
                  <a:pt x="3216" y="10667"/>
                  <a:pt x="5867" y="10667"/>
                </a:cubicBezTo>
                <a:cubicBezTo>
                  <a:pt x="8518" y="10667"/>
                  <a:pt x="10667" y="8518"/>
                  <a:pt x="10667" y="5867"/>
                </a:cubicBezTo>
                <a:cubicBezTo>
                  <a:pt x="10667" y="4720"/>
                  <a:pt x="10264" y="3666"/>
                  <a:pt x="9593" y="2841"/>
                </a:cubicBezTo>
                <a:lnTo>
                  <a:pt x="10350" y="2084"/>
                </a:lnTo>
                <a:cubicBezTo>
                  <a:pt x="11245" y="3141"/>
                  <a:pt x="11735" y="4482"/>
                  <a:pt x="11733" y="5867"/>
                </a:cubicBezTo>
                <a:cubicBezTo>
                  <a:pt x="11733" y="9107"/>
                  <a:pt x="9107" y="11734"/>
                  <a:pt x="5867" y="11734"/>
                </a:cubicBezTo>
                <a:cubicBezTo>
                  <a:pt x="2627" y="11734"/>
                  <a:pt x="0" y="9107"/>
                  <a:pt x="0" y="5867"/>
                </a:cubicBezTo>
                <a:cubicBezTo>
                  <a:pt x="0" y="2627"/>
                  <a:pt x="2627" y="0"/>
                  <a:pt x="5867" y="0"/>
                </a:cubicBezTo>
                <a:cubicBezTo>
                  <a:pt x="7009" y="0"/>
                  <a:pt x="8075" y="327"/>
                  <a:pt x="8976" y="891"/>
                </a:cubicBezTo>
                <a:close/>
                <a:moveTo>
                  <a:pt x="5496" y="7020"/>
                </a:moveTo>
                <a:lnTo>
                  <a:pt x="3744" y="5268"/>
                </a:lnTo>
                <a:lnTo>
                  <a:pt x="4492" y="4520"/>
                </a:lnTo>
                <a:lnTo>
                  <a:pt x="6244" y="6272"/>
                </a:lnTo>
                <a:lnTo>
                  <a:pt x="9908" y="2608"/>
                </a:lnTo>
                <a:lnTo>
                  <a:pt x="10657" y="3356"/>
                </a:lnTo>
                <a:lnTo>
                  <a:pt x="6222" y="7791"/>
                </a:lnTo>
                <a:lnTo>
                  <a:pt x="5474" y="7042"/>
                </a:lnTo>
                <a:lnTo>
                  <a:pt x="5496" y="7020"/>
                </a:ln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微软雅黑" panose="020B0503020204020204" charset="-122"/>
              <a:ea typeface="微软雅黑" panose="020B0503020204020204" charset="-122"/>
              <a:cs typeface="+mn-ea"/>
              <a:sym typeface="+mn-lt"/>
            </a:endParaRPr>
          </a:p>
        </p:txBody>
      </p:sp>
      <p:sp>
        <p:nvSpPr>
          <p:cNvPr id="151" name="iconfont-11712-5589029"/>
          <p:cNvSpPr/>
          <p:nvPr/>
        </p:nvSpPr>
        <p:spPr>
          <a:xfrm>
            <a:off x="5257150" y="3616763"/>
            <a:ext cx="281990" cy="281990"/>
          </a:xfrm>
          <a:custGeom>
            <a:avLst/>
            <a:gdLst>
              <a:gd name="T0" fmla="*/ 8976 w 11735"/>
              <a:gd name="T1" fmla="*/ 891 h 11734"/>
              <a:gd name="T2" fmla="*/ 8197 w 11735"/>
              <a:gd name="T3" fmla="*/ 1670 h 11734"/>
              <a:gd name="T4" fmla="*/ 5867 w 11735"/>
              <a:gd name="T5" fmla="*/ 1067 h 11734"/>
              <a:gd name="T6" fmla="*/ 1067 w 11735"/>
              <a:gd name="T7" fmla="*/ 5867 h 11734"/>
              <a:gd name="T8" fmla="*/ 5867 w 11735"/>
              <a:gd name="T9" fmla="*/ 10667 h 11734"/>
              <a:gd name="T10" fmla="*/ 10667 w 11735"/>
              <a:gd name="T11" fmla="*/ 5867 h 11734"/>
              <a:gd name="T12" fmla="*/ 9593 w 11735"/>
              <a:gd name="T13" fmla="*/ 2841 h 11734"/>
              <a:gd name="T14" fmla="*/ 10350 w 11735"/>
              <a:gd name="T15" fmla="*/ 2084 h 11734"/>
              <a:gd name="T16" fmla="*/ 11733 w 11735"/>
              <a:gd name="T17" fmla="*/ 5867 h 11734"/>
              <a:gd name="T18" fmla="*/ 5867 w 11735"/>
              <a:gd name="T19" fmla="*/ 11734 h 11734"/>
              <a:gd name="T20" fmla="*/ 0 w 11735"/>
              <a:gd name="T21" fmla="*/ 5867 h 11734"/>
              <a:gd name="T22" fmla="*/ 5867 w 11735"/>
              <a:gd name="T23" fmla="*/ 0 h 11734"/>
              <a:gd name="T24" fmla="*/ 8976 w 11735"/>
              <a:gd name="T25" fmla="*/ 891 h 11734"/>
              <a:gd name="T26" fmla="*/ 5496 w 11735"/>
              <a:gd name="T27" fmla="*/ 7020 h 11734"/>
              <a:gd name="T28" fmla="*/ 3744 w 11735"/>
              <a:gd name="T29" fmla="*/ 5268 h 11734"/>
              <a:gd name="T30" fmla="*/ 4492 w 11735"/>
              <a:gd name="T31" fmla="*/ 4520 h 11734"/>
              <a:gd name="T32" fmla="*/ 6244 w 11735"/>
              <a:gd name="T33" fmla="*/ 6272 h 11734"/>
              <a:gd name="T34" fmla="*/ 9908 w 11735"/>
              <a:gd name="T35" fmla="*/ 2608 h 11734"/>
              <a:gd name="T36" fmla="*/ 10657 w 11735"/>
              <a:gd name="T37" fmla="*/ 3356 h 11734"/>
              <a:gd name="T38" fmla="*/ 6222 w 11735"/>
              <a:gd name="T39" fmla="*/ 7791 h 11734"/>
              <a:gd name="T40" fmla="*/ 5474 w 11735"/>
              <a:gd name="T41" fmla="*/ 7042 h 11734"/>
              <a:gd name="T42" fmla="*/ 5496 w 11735"/>
              <a:gd name="T43" fmla="*/ 7020 h 117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1735" h="11734">
                <a:moveTo>
                  <a:pt x="8976" y="891"/>
                </a:moveTo>
                <a:lnTo>
                  <a:pt x="8197" y="1670"/>
                </a:lnTo>
                <a:cubicBezTo>
                  <a:pt x="7485" y="1273"/>
                  <a:pt x="6682" y="1066"/>
                  <a:pt x="5867" y="1067"/>
                </a:cubicBezTo>
                <a:cubicBezTo>
                  <a:pt x="3216" y="1067"/>
                  <a:pt x="1067" y="3216"/>
                  <a:pt x="1067" y="5867"/>
                </a:cubicBezTo>
                <a:cubicBezTo>
                  <a:pt x="1067" y="8518"/>
                  <a:pt x="3216" y="10667"/>
                  <a:pt x="5867" y="10667"/>
                </a:cubicBezTo>
                <a:cubicBezTo>
                  <a:pt x="8518" y="10667"/>
                  <a:pt x="10667" y="8518"/>
                  <a:pt x="10667" y="5867"/>
                </a:cubicBezTo>
                <a:cubicBezTo>
                  <a:pt x="10667" y="4720"/>
                  <a:pt x="10264" y="3666"/>
                  <a:pt x="9593" y="2841"/>
                </a:cubicBezTo>
                <a:lnTo>
                  <a:pt x="10350" y="2084"/>
                </a:lnTo>
                <a:cubicBezTo>
                  <a:pt x="11245" y="3141"/>
                  <a:pt x="11735" y="4482"/>
                  <a:pt x="11733" y="5867"/>
                </a:cubicBezTo>
                <a:cubicBezTo>
                  <a:pt x="11733" y="9107"/>
                  <a:pt x="9107" y="11734"/>
                  <a:pt x="5867" y="11734"/>
                </a:cubicBezTo>
                <a:cubicBezTo>
                  <a:pt x="2627" y="11734"/>
                  <a:pt x="0" y="9107"/>
                  <a:pt x="0" y="5867"/>
                </a:cubicBezTo>
                <a:cubicBezTo>
                  <a:pt x="0" y="2627"/>
                  <a:pt x="2627" y="0"/>
                  <a:pt x="5867" y="0"/>
                </a:cubicBezTo>
                <a:cubicBezTo>
                  <a:pt x="7009" y="0"/>
                  <a:pt x="8075" y="327"/>
                  <a:pt x="8976" y="891"/>
                </a:cubicBezTo>
                <a:close/>
                <a:moveTo>
                  <a:pt x="5496" y="7020"/>
                </a:moveTo>
                <a:lnTo>
                  <a:pt x="3744" y="5268"/>
                </a:lnTo>
                <a:lnTo>
                  <a:pt x="4492" y="4520"/>
                </a:lnTo>
                <a:lnTo>
                  <a:pt x="6244" y="6272"/>
                </a:lnTo>
                <a:lnTo>
                  <a:pt x="9908" y="2608"/>
                </a:lnTo>
                <a:lnTo>
                  <a:pt x="10657" y="3356"/>
                </a:lnTo>
                <a:lnTo>
                  <a:pt x="6222" y="7791"/>
                </a:lnTo>
                <a:lnTo>
                  <a:pt x="5474" y="7042"/>
                </a:lnTo>
                <a:lnTo>
                  <a:pt x="5496" y="7020"/>
                </a:ln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微软雅黑" panose="020B0503020204020204" charset="-122"/>
              <a:ea typeface="微软雅黑" panose="020B0503020204020204" charset="-122"/>
              <a:cs typeface="+mn-ea"/>
              <a:sym typeface="+mn-lt"/>
            </a:endParaRPr>
          </a:p>
        </p:txBody>
      </p:sp>
      <p:sp>
        <p:nvSpPr>
          <p:cNvPr id="152" name="iconfont-11712-5589029"/>
          <p:cNvSpPr/>
          <p:nvPr/>
        </p:nvSpPr>
        <p:spPr>
          <a:xfrm>
            <a:off x="5257150" y="4073472"/>
            <a:ext cx="281990" cy="281990"/>
          </a:xfrm>
          <a:custGeom>
            <a:avLst/>
            <a:gdLst>
              <a:gd name="T0" fmla="*/ 8976 w 11735"/>
              <a:gd name="T1" fmla="*/ 891 h 11734"/>
              <a:gd name="T2" fmla="*/ 8197 w 11735"/>
              <a:gd name="T3" fmla="*/ 1670 h 11734"/>
              <a:gd name="T4" fmla="*/ 5867 w 11735"/>
              <a:gd name="T5" fmla="*/ 1067 h 11734"/>
              <a:gd name="T6" fmla="*/ 1067 w 11735"/>
              <a:gd name="T7" fmla="*/ 5867 h 11734"/>
              <a:gd name="T8" fmla="*/ 5867 w 11735"/>
              <a:gd name="T9" fmla="*/ 10667 h 11734"/>
              <a:gd name="T10" fmla="*/ 10667 w 11735"/>
              <a:gd name="T11" fmla="*/ 5867 h 11734"/>
              <a:gd name="T12" fmla="*/ 9593 w 11735"/>
              <a:gd name="T13" fmla="*/ 2841 h 11734"/>
              <a:gd name="T14" fmla="*/ 10350 w 11735"/>
              <a:gd name="T15" fmla="*/ 2084 h 11734"/>
              <a:gd name="T16" fmla="*/ 11733 w 11735"/>
              <a:gd name="T17" fmla="*/ 5867 h 11734"/>
              <a:gd name="T18" fmla="*/ 5867 w 11735"/>
              <a:gd name="T19" fmla="*/ 11734 h 11734"/>
              <a:gd name="T20" fmla="*/ 0 w 11735"/>
              <a:gd name="T21" fmla="*/ 5867 h 11734"/>
              <a:gd name="T22" fmla="*/ 5867 w 11735"/>
              <a:gd name="T23" fmla="*/ 0 h 11734"/>
              <a:gd name="T24" fmla="*/ 8976 w 11735"/>
              <a:gd name="T25" fmla="*/ 891 h 11734"/>
              <a:gd name="T26" fmla="*/ 5496 w 11735"/>
              <a:gd name="T27" fmla="*/ 7020 h 11734"/>
              <a:gd name="T28" fmla="*/ 3744 w 11735"/>
              <a:gd name="T29" fmla="*/ 5268 h 11734"/>
              <a:gd name="T30" fmla="*/ 4492 w 11735"/>
              <a:gd name="T31" fmla="*/ 4520 h 11734"/>
              <a:gd name="T32" fmla="*/ 6244 w 11735"/>
              <a:gd name="T33" fmla="*/ 6272 h 11734"/>
              <a:gd name="T34" fmla="*/ 9908 w 11735"/>
              <a:gd name="T35" fmla="*/ 2608 h 11734"/>
              <a:gd name="T36" fmla="*/ 10657 w 11735"/>
              <a:gd name="T37" fmla="*/ 3356 h 11734"/>
              <a:gd name="T38" fmla="*/ 6222 w 11735"/>
              <a:gd name="T39" fmla="*/ 7791 h 11734"/>
              <a:gd name="T40" fmla="*/ 5474 w 11735"/>
              <a:gd name="T41" fmla="*/ 7042 h 11734"/>
              <a:gd name="T42" fmla="*/ 5496 w 11735"/>
              <a:gd name="T43" fmla="*/ 7020 h 117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1735" h="11734">
                <a:moveTo>
                  <a:pt x="8976" y="891"/>
                </a:moveTo>
                <a:lnTo>
                  <a:pt x="8197" y="1670"/>
                </a:lnTo>
                <a:cubicBezTo>
                  <a:pt x="7485" y="1273"/>
                  <a:pt x="6682" y="1066"/>
                  <a:pt x="5867" y="1067"/>
                </a:cubicBezTo>
                <a:cubicBezTo>
                  <a:pt x="3216" y="1067"/>
                  <a:pt x="1067" y="3216"/>
                  <a:pt x="1067" y="5867"/>
                </a:cubicBezTo>
                <a:cubicBezTo>
                  <a:pt x="1067" y="8518"/>
                  <a:pt x="3216" y="10667"/>
                  <a:pt x="5867" y="10667"/>
                </a:cubicBezTo>
                <a:cubicBezTo>
                  <a:pt x="8518" y="10667"/>
                  <a:pt x="10667" y="8518"/>
                  <a:pt x="10667" y="5867"/>
                </a:cubicBezTo>
                <a:cubicBezTo>
                  <a:pt x="10667" y="4720"/>
                  <a:pt x="10264" y="3666"/>
                  <a:pt x="9593" y="2841"/>
                </a:cubicBezTo>
                <a:lnTo>
                  <a:pt x="10350" y="2084"/>
                </a:lnTo>
                <a:cubicBezTo>
                  <a:pt x="11245" y="3141"/>
                  <a:pt x="11735" y="4482"/>
                  <a:pt x="11733" y="5867"/>
                </a:cubicBezTo>
                <a:cubicBezTo>
                  <a:pt x="11733" y="9107"/>
                  <a:pt x="9107" y="11734"/>
                  <a:pt x="5867" y="11734"/>
                </a:cubicBezTo>
                <a:cubicBezTo>
                  <a:pt x="2627" y="11734"/>
                  <a:pt x="0" y="9107"/>
                  <a:pt x="0" y="5867"/>
                </a:cubicBezTo>
                <a:cubicBezTo>
                  <a:pt x="0" y="2627"/>
                  <a:pt x="2627" y="0"/>
                  <a:pt x="5867" y="0"/>
                </a:cubicBezTo>
                <a:cubicBezTo>
                  <a:pt x="7009" y="0"/>
                  <a:pt x="8075" y="327"/>
                  <a:pt x="8976" y="891"/>
                </a:cubicBezTo>
                <a:close/>
                <a:moveTo>
                  <a:pt x="5496" y="7020"/>
                </a:moveTo>
                <a:lnTo>
                  <a:pt x="3744" y="5268"/>
                </a:lnTo>
                <a:lnTo>
                  <a:pt x="4492" y="4520"/>
                </a:lnTo>
                <a:lnTo>
                  <a:pt x="6244" y="6272"/>
                </a:lnTo>
                <a:lnTo>
                  <a:pt x="9908" y="2608"/>
                </a:lnTo>
                <a:lnTo>
                  <a:pt x="10657" y="3356"/>
                </a:lnTo>
                <a:lnTo>
                  <a:pt x="6222" y="7791"/>
                </a:lnTo>
                <a:lnTo>
                  <a:pt x="5474" y="7042"/>
                </a:lnTo>
                <a:lnTo>
                  <a:pt x="5496" y="7020"/>
                </a:ln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微软雅黑" panose="020B0503020204020204" charset="-122"/>
              <a:ea typeface="微软雅黑" panose="020B0503020204020204" charset="-122"/>
              <a:cs typeface="+mn-ea"/>
              <a:sym typeface="+mn-lt"/>
            </a:endParaRPr>
          </a:p>
        </p:txBody>
      </p:sp>
      <p:sp>
        <p:nvSpPr>
          <p:cNvPr id="153" name="iconfont-11712-5589029"/>
          <p:cNvSpPr/>
          <p:nvPr/>
        </p:nvSpPr>
        <p:spPr>
          <a:xfrm>
            <a:off x="5257150" y="4530181"/>
            <a:ext cx="281990" cy="281990"/>
          </a:xfrm>
          <a:custGeom>
            <a:avLst/>
            <a:gdLst>
              <a:gd name="T0" fmla="*/ 8976 w 11735"/>
              <a:gd name="T1" fmla="*/ 891 h 11734"/>
              <a:gd name="T2" fmla="*/ 8197 w 11735"/>
              <a:gd name="T3" fmla="*/ 1670 h 11734"/>
              <a:gd name="T4" fmla="*/ 5867 w 11735"/>
              <a:gd name="T5" fmla="*/ 1067 h 11734"/>
              <a:gd name="T6" fmla="*/ 1067 w 11735"/>
              <a:gd name="T7" fmla="*/ 5867 h 11734"/>
              <a:gd name="T8" fmla="*/ 5867 w 11735"/>
              <a:gd name="T9" fmla="*/ 10667 h 11734"/>
              <a:gd name="T10" fmla="*/ 10667 w 11735"/>
              <a:gd name="T11" fmla="*/ 5867 h 11734"/>
              <a:gd name="T12" fmla="*/ 9593 w 11735"/>
              <a:gd name="T13" fmla="*/ 2841 h 11734"/>
              <a:gd name="T14" fmla="*/ 10350 w 11735"/>
              <a:gd name="T15" fmla="*/ 2084 h 11734"/>
              <a:gd name="T16" fmla="*/ 11733 w 11735"/>
              <a:gd name="T17" fmla="*/ 5867 h 11734"/>
              <a:gd name="T18" fmla="*/ 5867 w 11735"/>
              <a:gd name="T19" fmla="*/ 11734 h 11734"/>
              <a:gd name="T20" fmla="*/ 0 w 11735"/>
              <a:gd name="T21" fmla="*/ 5867 h 11734"/>
              <a:gd name="T22" fmla="*/ 5867 w 11735"/>
              <a:gd name="T23" fmla="*/ 0 h 11734"/>
              <a:gd name="T24" fmla="*/ 8976 w 11735"/>
              <a:gd name="T25" fmla="*/ 891 h 11734"/>
              <a:gd name="T26" fmla="*/ 5496 w 11735"/>
              <a:gd name="T27" fmla="*/ 7020 h 11734"/>
              <a:gd name="T28" fmla="*/ 3744 w 11735"/>
              <a:gd name="T29" fmla="*/ 5268 h 11734"/>
              <a:gd name="T30" fmla="*/ 4492 w 11735"/>
              <a:gd name="T31" fmla="*/ 4520 h 11734"/>
              <a:gd name="T32" fmla="*/ 6244 w 11735"/>
              <a:gd name="T33" fmla="*/ 6272 h 11734"/>
              <a:gd name="T34" fmla="*/ 9908 w 11735"/>
              <a:gd name="T35" fmla="*/ 2608 h 11734"/>
              <a:gd name="T36" fmla="*/ 10657 w 11735"/>
              <a:gd name="T37" fmla="*/ 3356 h 11734"/>
              <a:gd name="T38" fmla="*/ 6222 w 11735"/>
              <a:gd name="T39" fmla="*/ 7791 h 11734"/>
              <a:gd name="T40" fmla="*/ 5474 w 11735"/>
              <a:gd name="T41" fmla="*/ 7042 h 11734"/>
              <a:gd name="T42" fmla="*/ 5496 w 11735"/>
              <a:gd name="T43" fmla="*/ 7020 h 117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1735" h="11734">
                <a:moveTo>
                  <a:pt x="8976" y="891"/>
                </a:moveTo>
                <a:lnTo>
                  <a:pt x="8197" y="1670"/>
                </a:lnTo>
                <a:cubicBezTo>
                  <a:pt x="7485" y="1273"/>
                  <a:pt x="6682" y="1066"/>
                  <a:pt x="5867" y="1067"/>
                </a:cubicBezTo>
                <a:cubicBezTo>
                  <a:pt x="3216" y="1067"/>
                  <a:pt x="1067" y="3216"/>
                  <a:pt x="1067" y="5867"/>
                </a:cubicBezTo>
                <a:cubicBezTo>
                  <a:pt x="1067" y="8518"/>
                  <a:pt x="3216" y="10667"/>
                  <a:pt x="5867" y="10667"/>
                </a:cubicBezTo>
                <a:cubicBezTo>
                  <a:pt x="8518" y="10667"/>
                  <a:pt x="10667" y="8518"/>
                  <a:pt x="10667" y="5867"/>
                </a:cubicBezTo>
                <a:cubicBezTo>
                  <a:pt x="10667" y="4720"/>
                  <a:pt x="10264" y="3666"/>
                  <a:pt x="9593" y="2841"/>
                </a:cubicBezTo>
                <a:lnTo>
                  <a:pt x="10350" y="2084"/>
                </a:lnTo>
                <a:cubicBezTo>
                  <a:pt x="11245" y="3141"/>
                  <a:pt x="11735" y="4482"/>
                  <a:pt x="11733" y="5867"/>
                </a:cubicBezTo>
                <a:cubicBezTo>
                  <a:pt x="11733" y="9107"/>
                  <a:pt x="9107" y="11734"/>
                  <a:pt x="5867" y="11734"/>
                </a:cubicBezTo>
                <a:cubicBezTo>
                  <a:pt x="2627" y="11734"/>
                  <a:pt x="0" y="9107"/>
                  <a:pt x="0" y="5867"/>
                </a:cubicBezTo>
                <a:cubicBezTo>
                  <a:pt x="0" y="2627"/>
                  <a:pt x="2627" y="0"/>
                  <a:pt x="5867" y="0"/>
                </a:cubicBezTo>
                <a:cubicBezTo>
                  <a:pt x="7009" y="0"/>
                  <a:pt x="8075" y="327"/>
                  <a:pt x="8976" y="891"/>
                </a:cubicBezTo>
                <a:close/>
                <a:moveTo>
                  <a:pt x="5496" y="7020"/>
                </a:moveTo>
                <a:lnTo>
                  <a:pt x="3744" y="5268"/>
                </a:lnTo>
                <a:lnTo>
                  <a:pt x="4492" y="4520"/>
                </a:lnTo>
                <a:lnTo>
                  <a:pt x="6244" y="6272"/>
                </a:lnTo>
                <a:lnTo>
                  <a:pt x="9908" y="2608"/>
                </a:lnTo>
                <a:lnTo>
                  <a:pt x="10657" y="3356"/>
                </a:lnTo>
                <a:lnTo>
                  <a:pt x="6222" y="7791"/>
                </a:lnTo>
                <a:lnTo>
                  <a:pt x="5474" y="7042"/>
                </a:lnTo>
                <a:lnTo>
                  <a:pt x="5496" y="7020"/>
                </a:ln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微软雅黑" panose="020B0503020204020204" charset="-122"/>
              <a:ea typeface="微软雅黑" panose="020B0503020204020204" charset="-122"/>
              <a:cs typeface="+mn-ea"/>
              <a:sym typeface="+mn-lt"/>
            </a:endParaRPr>
          </a:p>
        </p:txBody>
      </p:sp>
      <p:sp>
        <p:nvSpPr>
          <p:cNvPr id="154" name="椭圆 153"/>
          <p:cNvSpPr/>
          <p:nvPr/>
        </p:nvSpPr>
        <p:spPr>
          <a:xfrm flipV="1">
            <a:off x="1731244" y="4307111"/>
            <a:ext cx="76200" cy="76200"/>
          </a:xfrm>
          <a:prstGeom prst="ellipse">
            <a:avLst/>
          </a:prstGeom>
          <a:solidFill>
            <a:srgbClr val="2A88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charset="-122"/>
              <a:ea typeface="微软雅黑" panose="020B0503020204020204" charset="-122"/>
              <a:cs typeface="+mn-ea"/>
              <a:sym typeface="+mn-lt"/>
            </a:endParaRPr>
          </a:p>
        </p:txBody>
      </p:sp>
      <p:sp>
        <p:nvSpPr>
          <p:cNvPr id="155" name="椭圆 154"/>
          <p:cNvSpPr/>
          <p:nvPr/>
        </p:nvSpPr>
        <p:spPr>
          <a:xfrm flipV="1">
            <a:off x="1731244" y="4759971"/>
            <a:ext cx="76200" cy="76200"/>
          </a:xfrm>
          <a:prstGeom prst="ellipse">
            <a:avLst/>
          </a:prstGeom>
          <a:solidFill>
            <a:srgbClr val="2A88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charset="-122"/>
              <a:ea typeface="微软雅黑" panose="020B0503020204020204" charset="-122"/>
              <a:cs typeface="+mn-ea"/>
              <a:sym typeface="+mn-lt"/>
            </a:endParaRPr>
          </a:p>
        </p:txBody>
      </p:sp>
      <p:graphicFrame>
        <p:nvGraphicFramePr>
          <p:cNvPr id="10" name="表格 9"/>
          <p:cNvGraphicFramePr>
            <a:graphicFrameLocks noGrp="1"/>
          </p:cNvGraphicFramePr>
          <p:nvPr>
            <p:custDataLst>
              <p:tags r:id="rId1"/>
            </p:custDataLst>
            <p:extLst>
              <p:ext uri="{D42A27DB-BD31-4B8C-83A1-F6EECF244321}">
                <p14:modId xmlns:p14="http://schemas.microsoft.com/office/powerpoint/2010/main" val="319009949"/>
              </p:ext>
            </p:extLst>
          </p:nvPr>
        </p:nvGraphicFramePr>
        <p:xfrm>
          <a:off x="6130925" y="2266315"/>
          <a:ext cx="5213985" cy="3730625"/>
        </p:xfrm>
        <a:graphic>
          <a:graphicData uri="http://schemas.openxmlformats.org/drawingml/2006/table">
            <a:tbl>
              <a:tblPr firstRow="1">
                <a:tableStyleId>{9DCAF9ED-07DC-4A11-8D7F-57B35C25682E}</a:tableStyleId>
              </a:tblPr>
              <a:tblGrid>
                <a:gridCol w="1614170">
                  <a:extLst>
                    <a:ext uri="{9D8B030D-6E8A-4147-A177-3AD203B41FA5}">
                      <a16:colId xmlns:a16="http://schemas.microsoft.com/office/drawing/2014/main" val="20000"/>
                    </a:ext>
                  </a:extLst>
                </a:gridCol>
                <a:gridCol w="1208405">
                  <a:extLst>
                    <a:ext uri="{9D8B030D-6E8A-4147-A177-3AD203B41FA5}">
                      <a16:colId xmlns:a16="http://schemas.microsoft.com/office/drawing/2014/main" val="20001"/>
                    </a:ext>
                  </a:extLst>
                </a:gridCol>
                <a:gridCol w="2391410">
                  <a:extLst>
                    <a:ext uri="{9D8B030D-6E8A-4147-A177-3AD203B41FA5}">
                      <a16:colId xmlns:a16="http://schemas.microsoft.com/office/drawing/2014/main" val="20002"/>
                    </a:ext>
                  </a:extLst>
                </a:gridCol>
              </a:tblGrid>
              <a:tr h="319405">
                <a:tc>
                  <a:txBody>
                    <a:bodyPr/>
                    <a:lstStyle/>
                    <a:p>
                      <a:pPr algn="ctr" fontAlgn="b"/>
                      <a:r>
                        <a:rPr lang="zh-CN" altLang="en-US" sz="1400" u="none" strike="noStrike" dirty="0">
                          <a:effectLst/>
                          <a:latin typeface="微软雅黑" panose="020B0503020204020204" pitchFamily="34" charset="-122"/>
                          <a:ea typeface="微软雅黑" panose="020B0503020204020204" pitchFamily="34" charset="-122"/>
                        </a:rPr>
                        <a:t>调研过程</a:t>
                      </a:r>
                    </a:p>
                  </a:txBody>
                  <a:tcPr marL="6259" marR="6259" marT="6259" marB="0" anchor="ctr">
                    <a:solidFill>
                      <a:srgbClr val="00CCFE"/>
                    </a:solidFill>
                  </a:tcPr>
                </a:tc>
                <a:tc>
                  <a:txBody>
                    <a:bodyPr/>
                    <a:lstStyle/>
                    <a:p>
                      <a:pPr algn="ctr" fontAlgn="b"/>
                      <a:r>
                        <a:rPr lang="zh-CN" altLang="en-US" sz="1400" u="none" strike="noStrike" dirty="0">
                          <a:effectLst/>
                          <a:latin typeface="微软雅黑" panose="020B0503020204020204" pitchFamily="34" charset="-122"/>
                          <a:ea typeface="微软雅黑" panose="020B0503020204020204" pitchFamily="34" charset="-122"/>
                        </a:rPr>
                        <a:t>访谈部门</a:t>
                      </a:r>
                    </a:p>
                  </a:txBody>
                  <a:tcPr marL="6259" marR="6259" marT="6259" marB="0" anchor="ctr">
                    <a:solidFill>
                      <a:srgbClr val="00CCFE"/>
                    </a:solidFill>
                  </a:tcPr>
                </a:tc>
                <a:tc>
                  <a:txBody>
                    <a:bodyPr/>
                    <a:lstStyle/>
                    <a:p>
                      <a:pPr algn="ctr" fontAlgn="b"/>
                      <a:r>
                        <a:rPr lang="zh-CN" altLang="en-US" sz="1400" u="none" strike="noStrike" dirty="0">
                          <a:effectLst/>
                          <a:latin typeface="微软雅黑" panose="020B0503020204020204" pitchFamily="34" charset="-122"/>
                          <a:ea typeface="微软雅黑" panose="020B0503020204020204" pitchFamily="34" charset="-122"/>
                        </a:rPr>
                        <a:t>访谈人员</a:t>
                      </a:r>
                    </a:p>
                  </a:txBody>
                  <a:tcPr marL="6259" marR="6259" marT="6259" marB="0" anchor="ctr">
                    <a:solidFill>
                      <a:srgbClr val="00CCFE"/>
                    </a:solidFill>
                  </a:tcPr>
                </a:tc>
                <a:extLst>
                  <a:ext uri="{0D108BD9-81ED-4DB2-BD59-A6C34878D82A}">
                    <a16:rowId xmlns:a16="http://schemas.microsoft.com/office/drawing/2014/main" val="10000"/>
                  </a:ext>
                </a:extLst>
              </a:tr>
              <a:tr h="341630">
                <a:tc rowSpan="4">
                  <a:txBody>
                    <a:bodyPr/>
                    <a:lstStyle/>
                    <a:p>
                      <a:pPr algn="ctr" fontAlgn="b"/>
                      <a:r>
                        <a:rPr lang="zh-CN" sz="1400" u="none" strike="noStrike" dirty="0">
                          <a:effectLst/>
                          <a:latin typeface="微软雅黑" panose="020B0503020204020204" pitchFamily="34" charset="-122"/>
                          <a:ea typeface="微软雅黑" panose="020B0503020204020204" pitchFamily="34" charset="-122"/>
                        </a:rPr>
                        <a:t>关键用户调研</a:t>
                      </a:r>
                    </a:p>
                  </a:txBody>
                  <a:tcPr marL="6259" marR="6259" marT="6259" marB="0" anchor="ctr"/>
                </a:tc>
                <a:tc>
                  <a:txBody>
                    <a:bodyPr/>
                    <a:lstStyle/>
                    <a:p>
                      <a:pPr algn="ctr" fontAlgn="b"/>
                      <a:endParaRPr lang="zh-CN" altLang="en-US" sz="1400" u="none" strike="noStrike" dirty="0">
                        <a:effectLst/>
                        <a:latin typeface="微软雅黑" panose="020B0503020204020204" pitchFamily="34" charset="-122"/>
                        <a:ea typeface="微软雅黑" panose="020B0503020204020204" pitchFamily="34" charset="-122"/>
                      </a:endParaRPr>
                    </a:p>
                  </a:txBody>
                  <a:tcPr marL="6259" marR="6259" marT="6259" marB="0" anchor="ctr"/>
                </a:tc>
                <a:tc>
                  <a:txBody>
                    <a:bodyPr/>
                    <a:lstStyle/>
                    <a:p>
                      <a:pPr algn="l" fontAlgn="b"/>
                      <a:endParaRPr lang="en-US" altLang="zh-CN" sz="1400" u="none" strike="noStrike" dirty="0">
                        <a:effectLst/>
                        <a:latin typeface="微软雅黑" panose="020B0503020204020204" pitchFamily="34" charset="-122"/>
                        <a:ea typeface="微软雅黑" panose="020B0503020204020204" pitchFamily="34" charset="-122"/>
                      </a:endParaRPr>
                    </a:p>
                  </a:txBody>
                  <a:tcPr marL="6259" marR="6259" marT="6259" marB="0" anchor="ctr"/>
                </a:tc>
                <a:extLst>
                  <a:ext uri="{0D108BD9-81ED-4DB2-BD59-A6C34878D82A}">
                    <a16:rowId xmlns:a16="http://schemas.microsoft.com/office/drawing/2014/main" val="10001"/>
                  </a:ext>
                </a:extLst>
              </a:tr>
              <a:tr h="433070">
                <a:tc vMerge="1">
                  <a:txBody>
                    <a:bodyPr/>
                    <a:lstStyle/>
                    <a:p>
                      <a:endParaRPr lang="zh-CN"/>
                    </a:p>
                  </a:txBody>
                  <a:tcPr marL="6259" marR="6259" marT="6259" marB="0" anchor="ctr"/>
                </a:tc>
                <a:tc>
                  <a:txBody>
                    <a:bodyPr/>
                    <a:lstStyle/>
                    <a:p>
                      <a:pPr algn="ctr" fontAlgn="b"/>
                      <a:endParaRPr lang="zh-CN" altLang="en-US" sz="1400" u="none" strike="noStrike">
                        <a:effectLst/>
                        <a:latin typeface="微软雅黑" panose="020B0503020204020204" pitchFamily="34" charset="-122"/>
                        <a:ea typeface="微软雅黑" panose="020B0503020204020204" pitchFamily="34" charset="-122"/>
                      </a:endParaRPr>
                    </a:p>
                  </a:txBody>
                  <a:tcPr marL="6259" marR="6259" marT="6259" marB="0" anchor="ctr"/>
                </a:tc>
                <a:tc>
                  <a:txBody>
                    <a:bodyPr/>
                    <a:lstStyle/>
                    <a:p>
                      <a:pPr algn="l" fontAlgn="b"/>
                      <a:endParaRPr lang="zh-CN" altLang="en-US" sz="1400" u="none" strike="noStrike" dirty="0">
                        <a:effectLst/>
                        <a:latin typeface="微软雅黑" panose="020B0503020204020204" pitchFamily="34" charset="-122"/>
                        <a:ea typeface="微软雅黑" panose="020B0503020204020204" pitchFamily="34" charset="-122"/>
                      </a:endParaRPr>
                    </a:p>
                  </a:txBody>
                  <a:tcPr marL="6259" marR="6259" marT="6259" marB="0" anchor="ctr"/>
                </a:tc>
                <a:extLst>
                  <a:ext uri="{0D108BD9-81ED-4DB2-BD59-A6C34878D82A}">
                    <a16:rowId xmlns:a16="http://schemas.microsoft.com/office/drawing/2014/main" val="10002"/>
                  </a:ext>
                </a:extLst>
              </a:tr>
              <a:tr h="429260">
                <a:tc vMerge="1">
                  <a:txBody>
                    <a:bodyPr/>
                    <a:lstStyle/>
                    <a:p>
                      <a:endParaRPr lang="zh-CN"/>
                    </a:p>
                  </a:txBody>
                  <a:tcPr marL="6259" marR="6259" marT="6259" marB="0" anchor="ctr"/>
                </a:tc>
                <a:tc>
                  <a:txBody>
                    <a:bodyPr/>
                    <a:lstStyle/>
                    <a:p>
                      <a:pPr algn="ctr" fontAlgn="b">
                        <a:buNone/>
                      </a:pPr>
                      <a:endParaRPr lang="zh-CN" altLang="en-US" sz="1400" u="none" strike="noStrike">
                        <a:effectLst/>
                        <a:latin typeface="微软雅黑" panose="020B0503020204020204" pitchFamily="34" charset="-122"/>
                        <a:ea typeface="微软雅黑" panose="020B0503020204020204" pitchFamily="34" charset="-122"/>
                      </a:endParaRPr>
                    </a:p>
                  </a:txBody>
                  <a:tcPr marL="6259" marR="6259" marT="6259" marB="0" anchor="ctr"/>
                </a:tc>
                <a:tc>
                  <a:txBody>
                    <a:bodyPr/>
                    <a:lstStyle/>
                    <a:p>
                      <a:pPr algn="l" fontAlgn="b">
                        <a:buNone/>
                      </a:pPr>
                      <a:endParaRPr lang="zh-CN" altLang="en-US" sz="1400" u="none" strike="noStrike" dirty="0">
                        <a:effectLst/>
                        <a:latin typeface="微软雅黑" panose="020B0503020204020204" pitchFamily="34" charset="-122"/>
                        <a:ea typeface="微软雅黑" panose="020B0503020204020204" pitchFamily="34" charset="-122"/>
                      </a:endParaRPr>
                    </a:p>
                  </a:txBody>
                  <a:tcPr marL="6259" marR="6259" marT="6259" marB="0" anchor="ctr"/>
                </a:tc>
                <a:extLst>
                  <a:ext uri="{0D108BD9-81ED-4DB2-BD59-A6C34878D82A}">
                    <a16:rowId xmlns:a16="http://schemas.microsoft.com/office/drawing/2014/main" val="10003"/>
                  </a:ext>
                </a:extLst>
              </a:tr>
              <a:tr h="646430">
                <a:tc vMerge="1">
                  <a:txBody>
                    <a:bodyPr/>
                    <a:lstStyle/>
                    <a:p>
                      <a:endParaRPr lang="zh-CN"/>
                    </a:p>
                  </a:txBody>
                  <a:tcPr marL="6259" marR="6259" marT="6259" marB="0" anchor="ctr"/>
                </a:tc>
                <a:tc>
                  <a:txBody>
                    <a:bodyPr/>
                    <a:lstStyle/>
                    <a:p>
                      <a:pPr algn="ctr" fontAlgn="b"/>
                      <a:endParaRPr lang="zh-CN" altLang="en-US" sz="1400" u="none" strike="noStrike">
                        <a:effectLst/>
                        <a:latin typeface="微软雅黑" panose="020B0503020204020204" pitchFamily="34" charset="-122"/>
                        <a:ea typeface="微软雅黑" panose="020B0503020204020204" pitchFamily="34" charset="-122"/>
                      </a:endParaRPr>
                    </a:p>
                  </a:txBody>
                  <a:tcPr marL="6259" marR="6259" marT="6259" marB="0" anchor="ctr"/>
                </a:tc>
                <a:tc>
                  <a:txBody>
                    <a:bodyPr/>
                    <a:lstStyle/>
                    <a:p>
                      <a:pPr algn="l" fontAlgn="b"/>
                      <a:endParaRPr lang="zh-CN" altLang="en-US" sz="1400" u="none" strike="noStrike" dirty="0">
                        <a:effectLst/>
                        <a:latin typeface="微软雅黑" panose="020B0503020204020204" pitchFamily="34" charset="-122"/>
                        <a:ea typeface="微软雅黑" panose="020B0503020204020204" pitchFamily="34" charset="-122"/>
                      </a:endParaRPr>
                    </a:p>
                  </a:txBody>
                  <a:tcPr marL="6259" marR="6259" marT="6259" marB="0" anchor="ctr"/>
                </a:tc>
                <a:extLst>
                  <a:ext uri="{0D108BD9-81ED-4DB2-BD59-A6C34878D82A}">
                    <a16:rowId xmlns:a16="http://schemas.microsoft.com/office/drawing/2014/main" val="10004"/>
                  </a:ext>
                </a:extLst>
              </a:tr>
              <a:tr h="377190">
                <a:tc rowSpan="4">
                  <a:txBody>
                    <a:bodyPr/>
                    <a:lstStyle/>
                    <a:p>
                      <a:pPr algn="ctr" fontAlgn="b"/>
                      <a:r>
                        <a:rPr lang="zh-CN" sz="1400" u="none" strike="noStrike" dirty="0">
                          <a:effectLst/>
                          <a:latin typeface="微软雅黑" panose="020B0503020204020204" pitchFamily="34" charset="-122"/>
                          <a:ea typeface="微软雅黑" panose="020B0503020204020204" pitchFamily="34" charset="-122"/>
                        </a:rPr>
                        <a:t>高层访谈</a:t>
                      </a:r>
                    </a:p>
                  </a:txBody>
                  <a:tcPr marL="6259" marR="6259" marT="6259" marB="0" anchor="ctr"/>
                </a:tc>
                <a:tc>
                  <a:txBody>
                    <a:bodyPr/>
                    <a:lstStyle/>
                    <a:p>
                      <a:pPr algn="ctr" fontAlgn="b"/>
                      <a:endParaRPr lang="zh-CN" altLang="en-US" sz="1400" u="none" strike="noStrike" dirty="0">
                        <a:effectLst/>
                        <a:latin typeface="微软雅黑" panose="020B0503020204020204" pitchFamily="34" charset="-122"/>
                        <a:ea typeface="微软雅黑" panose="020B0503020204020204" pitchFamily="34" charset="-122"/>
                      </a:endParaRPr>
                    </a:p>
                  </a:txBody>
                  <a:tcPr marL="6259" marR="6259" marT="6259" marB="0" anchor="ctr"/>
                </a:tc>
                <a:tc>
                  <a:txBody>
                    <a:bodyPr/>
                    <a:lstStyle/>
                    <a:p>
                      <a:pPr algn="l" fontAlgn="b"/>
                      <a:endParaRPr lang="zh-CN" altLang="en-US" sz="1400" u="none" strike="noStrike" dirty="0">
                        <a:effectLst/>
                        <a:latin typeface="微软雅黑" panose="020B0503020204020204" pitchFamily="34" charset="-122"/>
                        <a:ea typeface="微软雅黑" panose="020B0503020204020204" pitchFamily="34" charset="-122"/>
                      </a:endParaRPr>
                    </a:p>
                  </a:txBody>
                  <a:tcPr marL="6259" marR="6259" marT="6259" marB="0" anchor="ctr"/>
                </a:tc>
                <a:extLst>
                  <a:ext uri="{0D108BD9-81ED-4DB2-BD59-A6C34878D82A}">
                    <a16:rowId xmlns:a16="http://schemas.microsoft.com/office/drawing/2014/main" val="10005"/>
                  </a:ext>
                </a:extLst>
              </a:tr>
              <a:tr h="388620">
                <a:tc vMerge="1">
                  <a:txBody>
                    <a:bodyPr/>
                    <a:lstStyle/>
                    <a:p>
                      <a:endParaRPr lang="zh-CN"/>
                    </a:p>
                  </a:txBody>
                  <a:tcPr marL="6259" marR="6259" marT="6259" marB="0" anchor="ctr"/>
                </a:tc>
                <a:tc>
                  <a:txBody>
                    <a:bodyPr/>
                    <a:lstStyle/>
                    <a:p>
                      <a:pPr algn="ctr" fontAlgn="b"/>
                      <a:endParaRPr lang="zh-CN" altLang="en-US" sz="1400" u="none" strike="noStrike">
                        <a:effectLst/>
                        <a:latin typeface="微软雅黑" panose="020B0503020204020204" pitchFamily="34" charset="-122"/>
                        <a:ea typeface="微软雅黑" panose="020B0503020204020204" pitchFamily="34" charset="-122"/>
                      </a:endParaRPr>
                    </a:p>
                  </a:txBody>
                  <a:tcPr marL="6259" marR="6259" marT="6259" marB="0" anchor="ctr"/>
                </a:tc>
                <a:tc>
                  <a:txBody>
                    <a:bodyPr/>
                    <a:lstStyle/>
                    <a:p>
                      <a:pPr algn="l" fontAlgn="b"/>
                      <a:endParaRPr lang="zh-CN" altLang="en-US" sz="1400" u="none" strike="noStrike" dirty="0">
                        <a:effectLst/>
                        <a:latin typeface="微软雅黑" panose="020B0503020204020204" pitchFamily="34" charset="-122"/>
                        <a:ea typeface="微软雅黑" panose="020B0503020204020204" pitchFamily="34" charset="-122"/>
                      </a:endParaRPr>
                    </a:p>
                  </a:txBody>
                  <a:tcPr marL="6259" marR="6259" marT="6259" marB="0" anchor="ctr"/>
                </a:tc>
                <a:extLst>
                  <a:ext uri="{0D108BD9-81ED-4DB2-BD59-A6C34878D82A}">
                    <a16:rowId xmlns:a16="http://schemas.microsoft.com/office/drawing/2014/main" val="10006"/>
                  </a:ext>
                </a:extLst>
              </a:tr>
              <a:tr h="404495">
                <a:tc vMerge="1">
                  <a:txBody>
                    <a:bodyPr/>
                    <a:lstStyle/>
                    <a:p>
                      <a:endParaRPr lang="zh-CN"/>
                    </a:p>
                  </a:txBody>
                  <a:tcPr marL="6259" marR="6259" marT="6259" marB="0" anchor="ctr"/>
                </a:tc>
                <a:tc>
                  <a:txBody>
                    <a:bodyPr/>
                    <a:lstStyle/>
                    <a:p>
                      <a:pPr algn="ctr" fontAlgn="b">
                        <a:buNone/>
                      </a:pPr>
                      <a:endParaRPr lang="zh-CN" altLang="en-US" sz="1400" u="none" strike="noStrike">
                        <a:effectLst/>
                        <a:latin typeface="微软雅黑" panose="020B0503020204020204" pitchFamily="34" charset="-122"/>
                        <a:ea typeface="微软雅黑" panose="020B0503020204020204" pitchFamily="34" charset="-122"/>
                      </a:endParaRPr>
                    </a:p>
                  </a:txBody>
                  <a:tcPr marL="6259" marR="6259" marT="6259" marB="0" anchor="ctr"/>
                </a:tc>
                <a:tc>
                  <a:txBody>
                    <a:bodyPr/>
                    <a:lstStyle/>
                    <a:p>
                      <a:pPr algn="l" fontAlgn="b"/>
                      <a:endParaRPr lang="zh-CN" altLang="en-US" sz="1400" u="none" strike="noStrike" dirty="0">
                        <a:effectLst/>
                        <a:latin typeface="微软雅黑" panose="020B0503020204020204" pitchFamily="34" charset="-122"/>
                        <a:ea typeface="微软雅黑" panose="020B0503020204020204" pitchFamily="34" charset="-122"/>
                      </a:endParaRPr>
                    </a:p>
                  </a:txBody>
                  <a:tcPr marL="6259" marR="6259" marT="6259" marB="0" anchor="ctr"/>
                </a:tc>
                <a:extLst>
                  <a:ext uri="{0D108BD9-81ED-4DB2-BD59-A6C34878D82A}">
                    <a16:rowId xmlns:a16="http://schemas.microsoft.com/office/drawing/2014/main" val="10007"/>
                  </a:ext>
                </a:extLst>
              </a:tr>
              <a:tr h="390525">
                <a:tc vMerge="1">
                  <a:txBody>
                    <a:bodyPr/>
                    <a:lstStyle/>
                    <a:p>
                      <a:endParaRPr lang="zh-CN"/>
                    </a:p>
                  </a:txBody>
                  <a:tcPr marL="6259" marR="6259" marT="6259" marB="0" anchor="ctr"/>
                </a:tc>
                <a:tc>
                  <a:txBody>
                    <a:bodyPr/>
                    <a:lstStyle/>
                    <a:p>
                      <a:pPr algn="ctr" fontAlgn="b"/>
                      <a:endParaRPr lang="zh-CN" altLang="en-US" sz="1400" u="none" strike="noStrike">
                        <a:effectLst/>
                        <a:latin typeface="微软雅黑" panose="020B0503020204020204" pitchFamily="34" charset="-122"/>
                        <a:ea typeface="微软雅黑" panose="020B0503020204020204" pitchFamily="34" charset="-122"/>
                      </a:endParaRPr>
                    </a:p>
                  </a:txBody>
                  <a:tcPr marL="6259" marR="6259" marT="6259" marB="0" anchor="ctr"/>
                </a:tc>
                <a:tc>
                  <a:txBody>
                    <a:bodyPr/>
                    <a:lstStyle/>
                    <a:p>
                      <a:pPr algn="l" fontAlgn="b"/>
                      <a:endParaRPr lang="zh-CN" altLang="en-US" sz="1400" u="none" strike="noStrike" dirty="0">
                        <a:effectLst/>
                        <a:latin typeface="微软雅黑" panose="020B0503020204020204" pitchFamily="34" charset="-122"/>
                        <a:ea typeface="微软雅黑" panose="020B0503020204020204" pitchFamily="34" charset="-122"/>
                      </a:endParaRPr>
                    </a:p>
                  </a:txBody>
                  <a:tcPr marL="6259" marR="6259" marT="6259" marB="0" anchor="ctr"/>
                </a:tc>
                <a:extLst>
                  <a:ext uri="{0D108BD9-81ED-4DB2-BD59-A6C34878D82A}">
                    <a16:rowId xmlns:a16="http://schemas.microsoft.com/office/drawing/2014/main" val="10008"/>
                  </a:ext>
                </a:extLst>
              </a:tr>
            </a:tbl>
          </a:graphicData>
        </a:graphic>
      </p:graphicFrame>
      <p:sp>
        <p:nvSpPr>
          <p:cNvPr id="5" name="椭圆 4"/>
          <p:cNvSpPr/>
          <p:nvPr/>
        </p:nvSpPr>
        <p:spPr>
          <a:xfrm flipV="1">
            <a:off x="1732514" y="2488788"/>
            <a:ext cx="76200" cy="76200"/>
          </a:xfrm>
          <a:prstGeom prst="ellipse">
            <a:avLst/>
          </a:prstGeom>
          <a:solidFill>
            <a:srgbClr val="2A88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charset="-122"/>
              <a:ea typeface="微软雅黑" panose="020B0503020204020204" charset="-122"/>
              <a:cs typeface="+mn-ea"/>
              <a:sym typeface="+mn-lt"/>
            </a:endParaRPr>
          </a:p>
        </p:txBody>
      </p:sp>
      <p:sp>
        <p:nvSpPr>
          <p:cNvPr id="8" name="Rectangle 15"/>
          <p:cNvSpPr txBox="1">
            <a:spLocks noChangeArrowheads="1"/>
          </p:cNvSpPr>
          <p:nvPr/>
        </p:nvSpPr>
        <p:spPr bwMode="auto">
          <a:xfrm>
            <a:off x="2097405" y="2338705"/>
            <a:ext cx="3166745" cy="396240"/>
          </a:xfrm>
          <a:prstGeom prst="rect">
            <a:avLst/>
          </a:prstGeom>
          <a:solidFill>
            <a:schemeClr val="bg1">
              <a:lumMod val="95000"/>
            </a:schemeClr>
          </a:solidFill>
          <a:ln w="9525" algn="ctr">
            <a:noFill/>
            <a:miter lim="800000"/>
          </a:ln>
          <a:effectLst/>
        </p:spPr>
        <p:txBody>
          <a:bodyPr vert="horz" wrap="square" lIns="73472" tIns="73472" rIns="73472" bIns="73472" numCol="1" anchor="ctr" anchorCtr="0" compatLnSpc="1">
            <a:noAutofit/>
          </a:bodyPr>
          <a:lstStyle>
            <a:lvl1pPr marL="0" indent="0" algn="l" defTabSz="895350" rtl="0" eaLnBrk="1" fontAlgn="base" hangingPunct="1">
              <a:spcBef>
                <a:spcPct val="0"/>
              </a:spcBef>
              <a:spcAft>
                <a:spcPct val="0"/>
              </a:spcAft>
              <a:buClr>
                <a:schemeClr val="tx2"/>
              </a:buClr>
              <a:defRPr sz="1600" baseline="0">
                <a:solidFill>
                  <a:schemeClr val="tx1"/>
                </a:solidFill>
                <a:latin typeface="+mn-lt"/>
                <a:ea typeface="+mn-ea"/>
                <a:cs typeface="+mn-cs"/>
              </a:defRPr>
            </a:lvl1pPr>
            <a:lvl2pPr marL="193675" indent="-192405" algn="l" defTabSz="895350" rtl="0" eaLnBrk="1" fontAlgn="base" hangingPunct="1">
              <a:spcBef>
                <a:spcPct val="0"/>
              </a:spcBef>
              <a:spcAft>
                <a:spcPct val="0"/>
              </a:spcAft>
              <a:buClr>
                <a:schemeClr val="tx2"/>
              </a:buClr>
              <a:buSzPct val="125000"/>
              <a:buFont typeface="Arial" panose="020B0604020202020204" pitchFamily="34" charset="0"/>
              <a:buChar char="▪"/>
              <a:defRPr sz="1600" baseline="0">
                <a:solidFill>
                  <a:schemeClr val="tx1"/>
                </a:solidFill>
                <a:latin typeface="+mn-lt"/>
              </a:defRPr>
            </a:lvl2pPr>
            <a:lvl3pPr marL="457200" indent="-262255" algn="l" defTabSz="895350" rtl="0" eaLnBrk="1" fontAlgn="base" hangingPunct="1">
              <a:spcBef>
                <a:spcPct val="0"/>
              </a:spcBef>
              <a:spcAft>
                <a:spcPct val="0"/>
              </a:spcAft>
              <a:buClr>
                <a:schemeClr val="tx2"/>
              </a:buClr>
              <a:buSzPct val="120000"/>
              <a:buFont typeface="Arial" panose="020B0604020202020204" pitchFamily="34" charset="0"/>
              <a:buChar char="–"/>
              <a:defRPr sz="1600" baseline="0">
                <a:solidFill>
                  <a:schemeClr val="tx1"/>
                </a:solidFill>
                <a:latin typeface="+mn-lt"/>
              </a:defRPr>
            </a:lvl3pPr>
            <a:lvl4pPr marL="614680" indent="-155575" algn="l" defTabSz="895350" rtl="0" eaLnBrk="1" fontAlgn="base" hangingPunct="1">
              <a:spcBef>
                <a:spcPct val="0"/>
              </a:spcBef>
              <a:spcAft>
                <a:spcPct val="0"/>
              </a:spcAft>
              <a:buClr>
                <a:schemeClr val="tx2"/>
              </a:buClr>
              <a:buSzPct val="120000"/>
              <a:buFont typeface="Arial" panose="020B0604020202020204" pitchFamily="34" charset="0"/>
              <a:buChar char="▫"/>
              <a:defRPr sz="1600" baseline="0">
                <a:solidFill>
                  <a:schemeClr val="tx1"/>
                </a:solidFill>
                <a:latin typeface="+mn-lt"/>
              </a:defRPr>
            </a:lvl4pPr>
            <a:lvl5pPr marL="749935" indent="-130175" algn="l" defTabSz="895350" rtl="0" eaLnBrk="1" fontAlgn="base" hangingPunct="1">
              <a:spcBef>
                <a:spcPct val="0"/>
              </a:spcBef>
              <a:spcAft>
                <a:spcPct val="0"/>
              </a:spcAft>
              <a:buClr>
                <a:schemeClr val="tx2"/>
              </a:buClr>
              <a:buSzPct val="89000"/>
              <a:buFont typeface="Arial" panose="020B0604020202020204" pitchFamily="34" charset="0"/>
              <a:buChar char="-"/>
              <a:defRPr sz="1600" baseline="0">
                <a:solidFill>
                  <a:schemeClr val="tx1"/>
                </a:solidFill>
                <a:latin typeface="+mn-lt"/>
              </a:defRPr>
            </a:lvl5pPr>
            <a:lvl6pPr marL="749935" indent="-130175" algn="l" defTabSz="895350" rtl="0" eaLnBrk="1" fontAlgn="base" hangingPunct="1">
              <a:spcBef>
                <a:spcPct val="0"/>
              </a:spcBef>
              <a:spcAft>
                <a:spcPct val="0"/>
              </a:spcAft>
              <a:buClr>
                <a:schemeClr val="tx2"/>
              </a:buClr>
              <a:buSzPct val="89000"/>
              <a:buFont typeface="Arial" panose="020B0604020202020204" pitchFamily="34" charset="0"/>
              <a:buChar char="-"/>
              <a:defRPr sz="1600">
                <a:solidFill>
                  <a:schemeClr val="tx1"/>
                </a:solidFill>
                <a:latin typeface="+mn-lt"/>
              </a:defRPr>
            </a:lvl6pPr>
            <a:lvl7pPr marL="749935" indent="-130175" algn="l" defTabSz="895350" rtl="0" eaLnBrk="1" fontAlgn="base" hangingPunct="1">
              <a:spcBef>
                <a:spcPct val="0"/>
              </a:spcBef>
              <a:spcAft>
                <a:spcPct val="0"/>
              </a:spcAft>
              <a:buClr>
                <a:schemeClr val="tx2"/>
              </a:buClr>
              <a:buSzPct val="89000"/>
              <a:buFont typeface="Arial" panose="020B0604020202020204" pitchFamily="34" charset="0"/>
              <a:buChar char="-"/>
              <a:defRPr sz="1600">
                <a:solidFill>
                  <a:schemeClr val="tx1"/>
                </a:solidFill>
                <a:latin typeface="+mn-lt"/>
              </a:defRPr>
            </a:lvl7pPr>
            <a:lvl8pPr marL="749935" indent="-130175" algn="l" defTabSz="895350" rtl="0" eaLnBrk="1" fontAlgn="base" hangingPunct="1">
              <a:spcBef>
                <a:spcPct val="0"/>
              </a:spcBef>
              <a:spcAft>
                <a:spcPct val="0"/>
              </a:spcAft>
              <a:buClr>
                <a:schemeClr val="tx2"/>
              </a:buClr>
              <a:buSzPct val="89000"/>
              <a:buFont typeface="Arial" panose="020B0604020202020204" pitchFamily="34" charset="0"/>
              <a:buChar char="-"/>
              <a:defRPr sz="1600">
                <a:solidFill>
                  <a:schemeClr val="tx1"/>
                </a:solidFill>
                <a:latin typeface="+mn-lt"/>
              </a:defRPr>
            </a:lvl8pPr>
            <a:lvl9pPr marL="749935" indent="-130175" algn="l" defTabSz="895350" rtl="0" eaLnBrk="1" fontAlgn="base" hangingPunct="1">
              <a:spcBef>
                <a:spcPct val="0"/>
              </a:spcBef>
              <a:spcAft>
                <a:spcPct val="0"/>
              </a:spcAft>
              <a:buClr>
                <a:schemeClr val="tx2"/>
              </a:buClr>
              <a:buSzPct val="89000"/>
              <a:buFont typeface="Arial" panose="020B0604020202020204" pitchFamily="34" charset="0"/>
              <a:buChar char="-"/>
              <a:defRPr sz="1600">
                <a:solidFill>
                  <a:schemeClr val="tx1"/>
                </a:solidFill>
                <a:latin typeface="+mn-lt"/>
              </a:defRPr>
            </a:lvl9pPr>
          </a:lstStyle>
          <a:p>
            <a:pPr marL="1905" marR="0" lvl="1" indent="0" algn="ctr" defTabSz="895350" rtl="0" eaLnBrk="1" fontAlgn="base" latinLnBrk="0" hangingPunct="1">
              <a:lnSpc>
                <a:spcPct val="100000"/>
              </a:lnSpc>
              <a:spcBef>
                <a:spcPct val="0"/>
              </a:spcBef>
              <a:spcAft>
                <a:spcPct val="0"/>
              </a:spcAft>
              <a:buClr>
                <a:srgbClr val="1B1E5A"/>
              </a:buClr>
              <a:buSzPct val="125000"/>
              <a:buFont typeface="Arial" panose="020B0604020202020204" pitchFamily="34" charset="0"/>
              <a:buNone/>
              <a:defRPr/>
            </a:pPr>
            <a:r>
              <a:rPr kumimoji="0" lang="zh-CN" alt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lt"/>
              </a:rPr>
              <a:t>下发问卷</a:t>
            </a:r>
            <a:r>
              <a:rPr kumimoji="0" lang="en-US" altLang="zh-CN" sz="1400" b="1" i="0" u="none" strike="noStrike" kern="1200" cap="none" spc="0" normalizeH="0" baseline="0" noProof="0" dirty="0">
                <a:ln>
                  <a:noFill/>
                </a:ln>
                <a:solidFill>
                  <a:srgbClr val="2971EB"/>
                </a:solidFill>
                <a:effectLst/>
                <a:uLnTx/>
                <a:uFillTx/>
                <a:latin typeface="微软雅黑" panose="020B0503020204020204" charset="-122"/>
                <a:ea typeface="微软雅黑" panose="020B0503020204020204" charset="-122"/>
                <a:cs typeface="微软雅黑" panose="020B0503020204020204" charset="-122"/>
                <a:sym typeface="+mn-lt"/>
              </a:rPr>
              <a:t>12</a:t>
            </a:r>
            <a:r>
              <a:rPr kumimoji="0" lang="zh-CN" alt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lt"/>
              </a:rPr>
              <a:t>份</a:t>
            </a:r>
          </a:p>
        </p:txBody>
      </p:sp>
      <p:sp>
        <p:nvSpPr>
          <p:cNvPr id="9" name="iconfont-11712-5589029"/>
          <p:cNvSpPr/>
          <p:nvPr/>
        </p:nvSpPr>
        <p:spPr>
          <a:xfrm>
            <a:off x="5258420" y="2215665"/>
            <a:ext cx="281990" cy="281990"/>
          </a:xfrm>
          <a:custGeom>
            <a:avLst/>
            <a:gdLst>
              <a:gd name="T0" fmla="*/ 8976 w 11735"/>
              <a:gd name="T1" fmla="*/ 891 h 11734"/>
              <a:gd name="T2" fmla="*/ 8197 w 11735"/>
              <a:gd name="T3" fmla="*/ 1670 h 11734"/>
              <a:gd name="T4" fmla="*/ 5867 w 11735"/>
              <a:gd name="T5" fmla="*/ 1067 h 11734"/>
              <a:gd name="T6" fmla="*/ 1067 w 11735"/>
              <a:gd name="T7" fmla="*/ 5867 h 11734"/>
              <a:gd name="T8" fmla="*/ 5867 w 11735"/>
              <a:gd name="T9" fmla="*/ 10667 h 11734"/>
              <a:gd name="T10" fmla="*/ 10667 w 11735"/>
              <a:gd name="T11" fmla="*/ 5867 h 11734"/>
              <a:gd name="T12" fmla="*/ 9593 w 11735"/>
              <a:gd name="T13" fmla="*/ 2841 h 11734"/>
              <a:gd name="T14" fmla="*/ 10350 w 11735"/>
              <a:gd name="T15" fmla="*/ 2084 h 11734"/>
              <a:gd name="T16" fmla="*/ 11733 w 11735"/>
              <a:gd name="T17" fmla="*/ 5867 h 11734"/>
              <a:gd name="T18" fmla="*/ 5867 w 11735"/>
              <a:gd name="T19" fmla="*/ 11734 h 11734"/>
              <a:gd name="T20" fmla="*/ 0 w 11735"/>
              <a:gd name="T21" fmla="*/ 5867 h 11734"/>
              <a:gd name="T22" fmla="*/ 5867 w 11735"/>
              <a:gd name="T23" fmla="*/ 0 h 11734"/>
              <a:gd name="T24" fmla="*/ 8976 w 11735"/>
              <a:gd name="T25" fmla="*/ 891 h 11734"/>
              <a:gd name="T26" fmla="*/ 5496 w 11735"/>
              <a:gd name="T27" fmla="*/ 7020 h 11734"/>
              <a:gd name="T28" fmla="*/ 3744 w 11735"/>
              <a:gd name="T29" fmla="*/ 5268 h 11734"/>
              <a:gd name="T30" fmla="*/ 4492 w 11735"/>
              <a:gd name="T31" fmla="*/ 4520 h 11734"/>
              <a:gd name="T32" fmla="*/ 6244 w 11735"/>
              <a:gd name="T33" fmla="*/ 6272 h 11734"/>
              <a:gd name="T34" fmla="*/ 9908 w 11735"/>
              <a:gd name="T35" fmla="*/ 2608 h 11734"/>
              <a:gd name="T36" fmla="*/ 10657 w 11735"/>
              <a:gd name="T37" fmla="*/ 3356 h 11734"/>
              <a:gd name="T38" fmla="*/ 6222 w 11735"/>
              <a:gd name="T39" fmla="*/ 7791 h 11734"/>
              <a:gd name="T40" fmla="*/ 5474 w 11735"/>
              <a:gd name="T41" fmla="*/ 7042 h 11734"/>
              <a:gd name="T42" fmla="*/ 5496 w 11735"/>
              <a:gd name="T43" fmla="*/ 7020 h 117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1735" h="11734">
                <a:moveTo>
                  <a:pt x="8976" y="891"/>
                </a:moveTo>
                <a:lnTo>
                  <a:pt x="8197" y="1670"/>
                </a:lnTo>
                <a:cubicBezTo>
                  <a:pt x="7485" y="1273"/>
                  <a:pt x="6682" y="1066"/>
                  <a:pt x="5867" y="1067"/>
                </a:cubicBezTo>
                <a:cubicBezTo>
                  <a:pt x="3216" y="1067"/>
                  <a:pt x="1067" y="3216"/>
                  <a:pt x="1067" y="5867"/>
                </a:cubicBezTo>
                <a:cubicBezTo>
                  <a:pt x="1067" y="8518"/>
                  <a:pt x="3216" y="10667"/>
                  <a:pt x="5867" y="10667"/>
                </a:cubicBezTo>
                <a:cubicBezTo>
                  <a:pt x="8518" y="10667"/>
                  <a:pt x="10667" y="8518"/>
                  <a:pt x="10667" y="5867"/>
                </a:cubicBezTo>
                <a:cubicBezTo>
                  <a:pt x="10667" y="4720"/>
                  <a:pt x="10264" y="3666"/>
                  <a:pt x="9593" y="2841"/>
                </a:cubicBezTo>
                <a:lnTo>
                  <a:pt x="10350" y="2084"/>
                </a:lnTo>
                <a:cubicBezTo>
                  <a:pt x="11245" y="3141"/>
                  <a:pt x="11735" y="4482"/>
                  <a:pt x="11733" y="5867"/>
                </a:cubicBezTo>
                <a:cubicBezTo>
                  <a:pt x="11733" y="9107"/>
                  <a:pt x="9107" y="11734"/>
                  <a:pt x="5867" y="11734"/>
                </a:cubicBezTo>
                <a:cubicBezTo>
                  <a:pt x="2627" y="11734"/>
                  <a:pt x="0" y="9107"/>
                  <a:pt x="0" y="5867"/>
                </a:cubicBezTo>
                <a:cubicBezTo>
                  <a:pt x="0" y="2627"/>
                  <a:pt x="2627" y="0"/>
                  <a:pt x="5867" y="0"/>
                </a:cubicBezTo>
                <a:cubicBezTo>
                  <a:pt x="7009" y="0"/>
                  <a:pt x="8075" y="327"/>
                  <a:pt x="8976" y="891"/>
                </a:cubicBezTo>
                <a:close/>
                <a:moveTo>
                  <a:pt x="5496" y="7020"/>
                </a:moveTo>
                <a:lnTo>
                  <a:pt x="3744" y="5268"/>
                </a:lnTo>
                <a:lnTo>
                  <a:pt x="4492" y="4520"/>
                </a:lnTo>
                <a:lnTo>
                  <a:pt x="6244" y="6272"/>
                </a:lnTo>
                <a:lnTo>
                  <a:pt x="9908" y="2608"/>
                </a:lnTo>
                <a:lnTo>
                  <a:pt x="10657" y="3356"/>
                </a:lnTo>
                <a:lnTo>
                  <a:pt x="6222" y="7791"/>
                </a:lnTo>
                <a:lnTo>
                  <a:pt x="5474" y="7042"/>
                </a:lnTo>
                <a:lnTo>
                  <a:pt x="5496" y="7020"/>
                </a:ln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微软雅黑" panose="020B0503020204020204" charset="-122"/>
              <a:ea typeface="微软雅黑" panose="020B0503020204020204" charset="-122"/>
              <a:cs typeface="+mn-ea"/>
              <a:sym typeface="+mn-l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p:cNvSpPr>
            <a:spLocks noGrp="1"/>
          </p:cNvSpPr>
          <p:nvPr>
            <p:ph type="body" sz="quarter" idx="28"/>
          </p:nvPr>
        </p:nvSpPr>
        <p:spPr/>
        <p:txBody>
          <a:bodyPr/>
          <a:lstStyle/>
          <a:p>
            <a:r>
              <a:rPr kumimoji="1" lang="zh-CN" altLang="en-US" dirty="0"/>
              <a:t>成果输出</a:t>
            </a:r>
          </a:p>
        </p:txBody>
      </p:sp>
      <p:sp>
        <p:nvSpPr>
          <p:cNvPr id="2" name="标题 1"/>
          <p:cNvSpPr>
            <a:spLocks noGrp="1"/>
          </p:cNvSpPr>
          <p:nvPr>
            <p:ph type="title"/>
          </p:nvPr>
        </p:nvSpPr>
        <p:spPr>
          <a:xfrm>
            <a:off x="398094" y="210672"/>
            <a:ext cx="9693760" cy="469413"/>
          </a:xfrm>
        </p:spPr>
        <p:txBody>
          <a:bodyPr/>
          <a:lstStyle/>
          <a:p>
            <a:r>
              <a:rPr kumimoji="1" lang="zh-CN" altLang="en-US" dirty="0"/>
              <a:t>调研成果</a:t>
            </a:r>
          </a:p>
        </p:txBody>
      </p:sp>
      <p:sp>
        <p:nvSpPr>
          <p:cNvPr id="12" name="矩形 11"/>
          <p:cNvSpPr/>
          <p:nvPr>
            <p:custDataLst>
              <p:tags r:id="rId1"/>
            </p:custDataLst>
          </p:nvPr>
        </p:nvSpPr>
        <p:spPr>
          <a:xfrm>
            <a:off x="3989070" y="2157730"/>
            <a:ext cx="5554345" cy="542925"/>
          </a:xfrm>
          <a:prstGeom prst="rect">
            <a:avLst/>
          </a:prstGeom>
          <a:solidFill>
            <a:srgbClr val="E7F1FF"/>
          </a:solidFill>
          <a:ln>
            <a:noFill/>
          </a:ln>
        </p:spPr>
        <p:style>
          <a:lnRef idx="2">
            <a:srgbClr val="8590CA">
              <a:shade val="50000"/>
            </a:srgbClr>
          </a:lnRef>
          <a:fillRef idx="1">
            <a:srgbClr val="8590CA"/>
          </a:fillRef>
          <a:effectRef idx="0">
            <a:srgbClr val="8590CA"/>
          </a:effectRef>
          <a:fontRef idx="minor">
            <a:sysClr val="window" lastClr="FFFFFF"/>
          </a:fontRef>
        </p:style>
        <p:txBody>
          <a:bodyPr rtlCol="0" anchor="ctr"/>
          <a:lstStyle/>
          <a:p>
            <a:pPr algn="ctr">
              <a:lnSpc>
                <a:spcPct val="120000"/>
              </a:lnSpc>
            </a:pPr>
            <a:endParaRPr lang="zh-CN" altLang="en-US" spc="150">
              <a:latin typeface="Arial" panose="020B0604020202020204" pitchFamily="34" charset="0"/>
              <a:ea typeface="微软雅黑" panose="020B0503020204020204" charset="-122"/>
              <a:sym typeface="Arial" panose="020B0604020202020204" pitchFamily="34" charset="0"/>
            </a:endParaRPr>
          </a:p>
        </p:txBody>
      </p:sp>
      <p:sp>
        <p:nvSpPr>
          <p:cNvPr id="8" name="椭圆 7"/>
          <p:cNvSpPr/>
          <p:nvPr>
            <p:custDataLst>
              <p:tags r:id="rId2"/>
            </p:custDataLst>
          </p:nvPr>
        </p:nvSpPr>
        <p:spPr>
          <a:xfrm>
            <a:off x="2962910" y="1867535"/>
            <a:ext cx="1159510" cy="1120140"/>
          </a:xfrm>
          <a:prstGeom prst="ellipse">
            <a:avLst/>
          </a:prstGeom>
          <a:solidFill>
            <a:srgbClr val="2971EB"/>
          </a:solidFill>
          <a:ln>
            <a:noFill/>
          </a:ln>
        </p:spPr>
        <p:style>
          <a:lnRef idx="2">
            <a:srgbClr val="8590CA">
              <a:shade val="50000"/>
            </a:srgbClr>
          </a:lnRef>
          <a:fillRef idx="1">
            <a:srgbClr val="8590CA"/>
          </a:fillRef>
          <a:effectRef idx="0">
            <a:srgbClr val="8590CA"/>
          </a:effectRef>
          <a:fontRef idx="minor">
            <a:sysClr val="window" lastClr="FFFFFF"/>
          </a:fontRef>
        </p:style>
        <p:txBody>
          <a:bodyPr rtlCol="0" anchor="ctr"/>
          <a:lstStyle/>
          <a:p>
            <a:pPr algn="ctr">
              <a:lnSpc>
                <a:spcPct val="120000"/>
              </a:lnSpc>
            </a:pPr>
            <a:r>
              <a:rPr lang="zh-CN" altLang="en-US" spc="150" dirty="0">
                <a:solidFill>
                  <a:sysClr val="window" lastClr="FFFFFF"/>
                </a:solidFill>
                <a:latin typeface="Arial" panose="020B0604020202020204" pitchFamily="34" charset="0"/>
                <a:ea typeface="微软雅黑" panose="020B0503020204020204" charset="-122"/>
                <a:sym typeface="Arial" panose="020B0604020202020204" pitchFamily="34" charset="0"/>
              </a:rPr>
              <a:t>调研纪要</a:t>
            </a:r>
          </a:p>
        </p:txBody>
      </p:sp>
      <p:sp>
        <p:nvSpPr>
          <p:cNvPr id="9" name="文本框 8"/>
          <p:cNvSpPr txBox="1"/>
          <p:nvPr>
            <p:custDataLst>
              <p:tags r:id="rId3"/>
            </p:custDataLst>
          </p:nvPr>
        </p:nvSpPr>
        <p:spPr>
          <a:xfrm>
            <a:off x="4431665" y="2169795"/>
            <a:ext cx="3593465" cy="494665"/>
          </a:xfrm>
          <a:prstGeom prst="rect">
            <a:avLst/>
          </a:prstGeom>
          <a:noFill/>
        </p:spPr>
        <p:txBody>
          <a:bodyPr wrap="square" rtlCol="0" anchor="ctr" anchorCtr="0">
            <a:normAutofit/>
          </a:bodyPr>
          <a:lstStyle/>
          <a:p>
            <a:pPr algn="l">
              <a:lnSpc>
                <a:spcPct val="120000"/>
              </a:lnSpc>
            </a:pPr>
            <a:r>
              <a:rPr lang="zh-CN" altLang="en-US" spc="150" dirty="0">
                <a:latin typeface="Arial" panose="020B0604020202020204" pitchFamily="34" charset="0"/>
                <a:ea typeface="微软雅黑" panose="020B0503020204020204" charset="-122"/>
                <a:sym typeface="Arial" panose="020B0604020202020204" pitchFamily="34" charset="0"/>
              </a:rPr>
              <a:t>业务纪要</a:t>
            </a:r>
            <a:r>
              <a:rPr lang="en-US" altLang="zh-CN" spc="150" dirty="0">
                <a:latin typeface="Arial" panose="020B0604020202020204" pitchFamily="34" charset="0"/>
                <a:ea typeface="微软雅黑" panose="020B0503020204020204" charset="-122"/>
                <a:sym typeface="Arial" panose="020B0604020202020204" pitchFamily="34" charset="0"/>
              </a:rPr>
              <a:t>x</a:t>
            </a:r>
            <a:r>
              <a:rPr lang="zh-CN" altLang="en-US" spc="150" dirty="0">
                <a:latin typeface="Arial" panose="020B0604020202020204" pitchFamily="34" charset="0"/>
                <a:ea typeface="微软雅黑" panose="020B0503020204020204" charset="-122"/>
                <a:sym typeface="Arial" panose="020B0604020202020204" pitchFamily="34" charset="0"/>
              </a:rPr>
              <a:t>份，技术纪要</a:t>
            </a:r>
            <a:r>
              <a:rPr lang="en-US" altLang="zh-CN" spc="150" dirty="0">
                <a:latin typeface="Arial" panose="020B0604020202020204" pitchFamily="34" charset="0"/>
                <a:ea typeface="微软雅黑" panose="020B0503020204020204" charset="-122"/>
                <a:sym typeface="Arial" panose="020B0604020202020204" pitchFamily="34" charset="0"/>
              </a:rPr>
              <a:t>x</a:t>
            </a:r>
            <a:r>
              <a:rPr lang="zh-CN" altLang="en-US" spc="150" dirty="0">
                <a:latin typeface="Arial" panose="020B0604020202020204" pitchFamily="34" charset="0"/>
                <a:ea typeface="微软雅黑" panose="020B0503020204020204" charset="-122"/>
                <a:sym typeface="Arial" panose="020B0604020202020204" pitchFamily="34" charset="0"/>
              </a:rPr>
              <a:t>份</a:t>
            </a:r>
          </a:p>
        </p:txBody>
      </p:sp>
      <p:sp>
        <p:nvSpPr>
          <p:cNvPr id="57" name="矩形 56"/>
          <p:cNvSpPr/>
          <p:nvPr>
            <p:custDataLst>
              <p:tags r:id="rId4"/>
            </p:custDataLst>
          </p:nvPr>
        </p:nvSpPr>
        <p:spPr>
          <a:xfrm>
            <a:off x="3992245" y="3557270"/>
            <a:ext cx="5551805" cy="542925"/>
          </a:xfrm>
          <a:prstGeom prst="rect">
            <a:avLst/>
          </a:prstGeom>
          <a:solidFill>
            <a:srgbClr val="E7F1FF"/>
          </a:solidFill>
          <a:ln>
            <a:noFill/>
          </a:ln>
        </p:spPr>
        <p:style>
          <a:lnRef idx="2">
            <a:srgbClr val="8590CA">
              <a:shade val="50000"/>
            </a:srgbClr>
          </a:lnRef>
          <a:fillRef idx="1">
            <a:srgbClr val="8590CA"/>
          </a:fillRef>
          <a:effectRef idx="0">
            <a:srgbClr val="8590CA"/>
          </a:effectRef>
          <a:fontRef idx="minor">
            <a:sysClr val="window" lastClr="FFFFFF"/>
          </a:fontRef>
        </p:style>
        <p:txBody>
          <a:bodyPr rtlCol="0" anchor="ctr"/>
          <a:lstStyle/>
          <a:p>
            <a:pPr algn="ctr">
              <a:lnSpc>
                <a:spcPct val="120000"/>
              </a:lnSpc>
            </a:pPr>
            <a:endParaRPr lang="zh-CN" altLang="en-US" spc="150">
              <a:latin typeface="Arial" panose="020B0604020202020204" pitchFamily="34" charset="0"/>
              <a:ea typeface="微软雅黑" panose="020B0503020204020204" charset="-122"/>
              <a:sym typeface="Arial" panose="020B0604020202020204" pitchFamily="34" charset="0"/>
            </a:endParaRPr>
          </a:p>
        </p:txBody>
      </p:sp>
      <p:sp>
        <p:nvSpPr>
          <p:cNvPr id="59" name="文本框 58"/>
          <p:cNvSpPr txBox="1"/>
          <p:nvPr>
            <p:custDataLst>
              <p:tags r:id="rId5"/>
            </p:custDataLst>
          </p:nvPr>
        </p:nvSpPr>
        <p:spPr>
          <a:xfrm>
            <a:off x="4431665" y="3573780"/>
            <a:ext cx="3759200" cy="494665"/>
          </a:xfrm>
          <a:prstGeom prst="rect">
            <a:avLst/>
          </a:prstGeom>
          <a:noFill/>
        </p:spPr>
        <p:txBody>
          <a:bodyPr wrap="square" rtlCol="0" anchor="ctr" anchorCtr="0">
            <a:normAutofit/>
          </a:bodyPr>
          <a:lstStyle/>
          <a:p>
            <a:pPr algn="l">
              <a:lnSpc>
                <a:spcPct val="120000"/>
              </a:lnSpc>
            </a:pPr>
            <a:r>
              <a:rPr lang="zh-CN" altLang="en-US" spc="150" dirty="0">
                <a:latin typeface="Arial" panose="020B0604020202020204" pitchFamily="34" charset="0"/>
                <a:ea typeface="微软雅黑" panose="020B0503020204020204" charset="-122"/>
                <a:sym typeface="Arial" panose="020B0604020202020204" pitchFamily="34" charset="0"/>
              </a:rPr>
              <a:t>列举调研报告</a:t>
            </a:r>
          </a:p>
        </p:txBody>
      </p:sp>
      <p:sp>
        <p:nvSpPr>
          <p:cNvPr id="63" name="矩形 62"/>
          <p:cNvSpPr/>
          <p:nvPr>
            <p:custDataLst>
              <p:tags r:id="rId6"/>
            </p:custDataLst>
          </p:nvPr>
        </p:nvSpPr>
        <p:spPr>
          <a:xfrm>
            <a:off x="3992245" y="4978400"/>
            <a:ext cx="5582920" cy="542925"/>
          </a:xfrm>
          <a:prstGeom prst="rect">
            <a:avLst/>
          </a:prstGeom>
          <a:solidFill>
            <a:srgbClr val="E7F1FF"/>
          </a:solidFill>
          <a:ln>
            <a:noFill/>
          </a:ln>
        </p:spPr>
        <p:style>
          <a:lnRef idx="2">
            <a:srgbClr val="8590CA">
              <a:shade val="50000"/>
            </a:srgbClr>
          </a:lnRef>
          <a:fillRef idx="1">
            <a:srgbClr val="8590CA"/>
          </a:fillRef>
          <a:effectRef idx="0">
            <a:srgbClr val="8590CA"/>
          </a:effectRef>
          <a:fontRef idx="minor">
            <a:sysClr val="window" lastClr="FFFFFF"/>
          </a:fontRef>
        </p:style>
        <p:txBody>
          <a:bodyPr rtlCol="0" anchor="ctr"/>
          <a:lstStyle/>
          <a:p>
            <a:pPr algn="ctr">
              <a:lnSpc>
                <a:spcPct val="120000"/>
              </a:lnSpc>
            </a:pPr>
            <a:endParaRPr lang="zh-CN" altLang="en-US" spc="150">
              <a:latin typeface="Arial" panose="020B0604020202020204" pitchFamily="34" charset="0"/>
              <a:ea typeface="微软雅黑" panose="020B0503020204020204" charset="-122"/>
              <a:sym typeface="Arial" panose="020B0604020202020204" pitchFamily="34" charset="0"/>
            </a:endParaRPr>
          </a:p>
        </p:txBody>
      </p:sp>
      <p:sp>
        <p:nvSpPr>
          <p:cNvPr id="65" name="文本框 64"/>
          <p:cNvSpPr txBox="1"/>
          <p:nvPr>
            <p:custDataLst>
              <p:tags r:id="rId7"/>
            </p:custDataLst>
          </p:nvPr>
        </p:nvSpPr>
        <p:spPr>
          <a:xfrm>
            <a:off x="4431665" y="4956810"/>
            <a:ext cx="5131435" cy="494665"/>
          </a:xfrm>
          <a:prstGeom prst="rect">
            <a:avLst/>
          </a:prstGeom>
          <a:noFill/>
        </p:spPr>
        <p:txBody>
          <a:bodyPr wrap="square" rtlCol="0" anchor="ctr" anchorCtr="0">
            <a:normAutofit/>
          </a:bodyPr>
          <a:lstStyle/>
          <a:p>
            <a:pPr algn="l">
              <a:lnSpc>
                <a:spcPct val="120000"/>
              </a:lnSpc>
            </a:pPr>
            <a:r>
              <a:rPr lang="zh-CN" altLang="en-US" spc="150" dirty="0">
                <a:latin typeface="Arial" panose="020B0604020202020204" pitchFamily="34" charset="0"/>
                <a:ea typeface="微软雅黑" panose="020B0503020204020204" charset="-122"/>
                <a:sym typeface="Arial" panose="020B0604020202020204" pitchFamily="34" charset="0"/>
              </a:rPr>
              <a:t>收集核心需求</a:t>
            </a:r>
            <a:r>
              <a:rPr lang="en-US" altLang="zh-CN" spc="150" dirty="0">
                <a:latin typeface="Arial" panose="020B0604020202020204" pitchFamily="34" charset="0"/>
                <a:ea typeface="微软雅黑" panose="020B0503020204020204" charset="-122"/>
                <a:sym typeface="Arial" panose="020B0604020202020204" pitchFamily="34" charset="0"/>
              </a:rPr>
              <a:t>x</a:t>
            </a:r>
            <a:r>
              <a:rPr lang="zh-CN" altLang="en-US" spc="150" dirty="0">
                <a:latin typeface="Arial" panose="020B0604020202020204" pitchFamily="34" charset="0"/>
                <a:ea typeface="微软雅黑" panose="020B0503020204020204" charset="-122"/>
                <a:sym typeface="Arial" panose="020B0604020202020204" pitchFamily="34" charset="0"/>
              </a:rPr>
              <a:t>个，其中</a:t>
            </a:r>
            <a:r>
              <a:rPr lang="en-US" altLang="zh-CN" spc="150" dirty="0">
                <a:latin typeface="Arial" panose="020B0604020202020204" pitchFamily="34" charset="0"/>
                <a:ea typeface="微软雅黑" panose="020B0503020204020204" charset="-122"/>
                <a:sym typeface="Arial" panose="020B0604020202020204" pitchFamily="34" charset="0"/>
              </a:rPr>
              <a:t>x</a:t>
            </a:r>
            <a:r>
              <a:rPr lang="zh-CN" altLang="en-US" spc="150" dirty="0">
                <a:latin typeface="Arial" panose="020B0604020202020204" pitchFamily="34" charset="0"/>
                <a:ea typeface="微软雅黑" panose="020B0503020204020204" charset="-122"/>
                <a:sym typeface="Arial" panose="020B0604020202020204" pitchFamily="34" charset="0"/>
              </a:rPr>
              <a:t>个已给出分析建议</a:t>
            </a:r>
          </a:p>
        </p:txBody>
      </p:sp>
      <p:sp>
        <p:nvSpPr>
          <p:cNvPr id="11" name="椭圆 10"/>
          <p:cNvSpPr/>
          <p:nvPr>
            <p:custDataLst>
              <p:tags r:id="rId8"/>
            </p:custDataLst>
          </p:nvPr>
        </p:nvSpPr>
        <p:spPr>
          <a:xfrm>
            <a:off x="2962910" y="4669790"/>
            <a:ext cx="1159510" cy="1120140"/>
          </a:xfrm>
          <a:prstGeom prst="ellipse">
            <a:avLst/>
          </a:prstGeom>
          <a:solidFill>
            <a:srgbClr val="A06EFF"/>
          </a:solidFill>
          <a:ln>
            <a:noFill/>
          </a:ln>
        </p:spPr>
        <p:style>
          <a:lnRef idx="2">
            <a:srgbClr val="8590CA">
              <a:shade val="50000"/>
            </a:srgbClr>
          </a:lnRef>
          <a:fillRef idx="1">
            <a:srgbClr val="8590CA"/>
          </a:fillRef>
          <a:effectRef idx="0">
            <a:srgbClr val="8590CA"/>
          </a:effectRef>
          <a:fontRef idx="minor">
            <a:sysClr val="window" lastClr="FFFFFF"/>
          </a:fontRef>
        </p:style>
        <p:txBody>
          <a:bodyPr rtlCol="0" anchor="ctr"/>
          <a:lstStyle/>
          <a:p>
            <a:pPr algn="ctr">
              <a:lnSpc>
                <a:spcPct val="120000"/>
              </a:lnSpc>
            </a:pPr>
            <a:r>
              <a:rPr lang="zh-CN" altLang="en-US" spc="150" dirty="0">
                <a:solidFill>
                  <a:sysClr val="window" lastClr="FFFFFF"/>
                </a:solidFill>
                <a:latin typeface="Arial" panose="020B0604020202020204" pitchFamily="34" charset="0"/>
                <a:ea typeface="微软雅黑" panose="020B0503020204020204" charset="-122"/>
                <a:sym typeface="Arial" panose="020B0604020202020204" pitchFamily="34" charset="0"/>
              </a:rPr>
              <a:t>需求分析</a:t>
            </a:r>
          </a:p>
        </p:txBody>
      </p:sp>
      <p:sp>
        <p:nvSpPr>
          <p:cNvPr id="13" name="椭圆 12"/>
          <p:cNvSpPr/>
          <p:nvPr>
            <p:custDataLst>
              <p:tags r:id="rId9"/>
            </p:custDataLst>
          </p:nvPr>
        </p:nvSpPr>
        <p:spPr>
          <a:xfrm>
            <a:off x="2962910" y="3279775"/>
            <a:ext cx="1159510" cy="1120140"/>
          </a:xfrm>
          <a:prstGeom prst="ellipse">
            <a:avLst/>
          </a:prstGeom>
          <a:solidFill>
            <a:srgbClr val="22AAFE"/>
          </a:solidFill>
          <a:ln>
            <a:noFill/>
          </a:ln>
        </p:spPr>
        <p:style>
          <a:lnRef idx="2">
            <a:srgbClr val="8590CA">
              <a:shade val="50000"/>
            </a:srgbClr>
          </a:lnRef>
          <a:fillRef idx="1">
            <a:srgbClr val="8590CA"/>
          </a:fillRef>
          <a:effectRef idx="0">
            <a:srgbClr val="8590CA"/>
          </a:effectRef>
          <a:fontRef idx="minor">
            <a:sysClr val="window" lastClr="FFFFFF"/>
          </a:fontRef>
        </p:style>
        <p:txBody>
          <a:bodyPr rtlCol="0" anchor="ctr"/>
          <a:lstStyle/>
          <a:p>
            <a:pPr algn="ctr">
              <a:lnSpc>
                <a:spcPct val="120000"/>
              </a:lnSpc>
            </a:pPr>
            <a:r>
              <a:rPr lang="zh-CN" altLang="en-US" spc="150" dirty="0">
                <a:solidFill>
                  <a:sysClr val="window" lastClr="FFFFFF"/>
                </a:solidFill>
                <a:latin typeface="Arial" panose="020B0604020202020204" pitchFamily="34" charset="0"/>
                <a:ea typeface="微软雅黑" panose="020B0503020204020204" charset="-122"/>
                <a:sym typeface="Arial" panose="020B0604020202020204" pitchFamily="34" charset="0"/>
              </a:rPr>
              <a:t>调研报告</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现状分析</a:t>
            </a:r>
          </a:p>
        </p:txBody>
      </p:sp>
      <p:sp>
        <p:nvSpPr>
          <p:cNvPr id="3" name="文本占位符 2"/>
          <p:cNvSpPr>
            <a:spLocks noGrp="1"/>
          </p:cNvSpPr>
          <p:nvPr>
            <p:ph type="body" sz="quarter" idx="18"/>
          </p:nvPr>
        </p:nvSpPr>
        <p:spPr/>
        <p:txBody>
          <a:bodyPr/>
          <a:lstStyle/>
          <a:p>
            <a:r>
              <a:rPr lang="en-US" altLang="zh-CN" dirty="0"/>
              <a:t>2-1. </a:t>
            </a:r>
            <a:r>
              <a:rPr lang="zh-CN" altLang="en-US" dirty="0"/>
              <a:t>基本情况</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p:cNvSpPr>
            <a:spLocks noGrp="1"/>
          </p:cNvSpPr>
          <p:nvPr>
            <p:ph type="body" sz="quarter" idx="28"/>
          </p:nvPr>
        </p:nvSpPr>
        <p:spPr/>
        <p:txBody>
          <a:bodyPr/>
          <a:lstStyle/>
          <a:p>
            <a:r>
              <a:rPr kumimoji="1" lang="zh-CN" altLang="en-US" dirty="0"/>
              <a:t>组织架构</a:t>
            </a:r>
            <a:r>
              <a:rPr kumimoji="1" lang="en-US" altLang="zh-CN" dirty="0"/>
              <a:t> | </a:t>
            </a:r>
            <a:r>
              <a:rPr kumimoji="1" lang="zh-CN" altLang="en-US" dirty="0"/>
              <a:t>业务流程</a:t>
            </a:r>
            <a:r>
              <a:rPr kumimoji="1" lang="en-US" altLang="zh-CN" dirty="0"/>
              <a:t> | </a:t>
            </a:r>
            <a:r>
              <a:rPr kumimoji="1" lang="zh-CN" altLang="en-US" dirty="0"/>
              <a:t>主数据标准化现状</a:t>
            </a:r>
            <a:r>
              <a:rPr kumimoji="1" lang="en-US" altLang="zh-CN" dirty="0"/>
              <a:t>| </a:t>
            </a:r>
            <a:r>
              <a:rPr kumimoji="1" lang="zh-CN" altLang="en-US" dirty="0"/>
              <a:t>信息化管理现状</a:t>
            </a:r>
            <a:r>
              <a:rPr kumimoji="1" lang="en-US" altLang="zh-CN" dirty="0"/>
              <a:t>……</a:t>
            </a:r>
            <a:endParaRPr kumimoji="1" lang="zh-CN" altLang="en-US" dirty="0"/>
          </a:p>
        </p:txBody>
      </p:sp>
      <p:sp>
        <p:nvSpPr>
          <p:cNvPr id="2" name="标题 1"/>
          <p:cNvSpPr>
            <a:spLocks noGrp="1"/>
          </p:cNvSpPr>
          <p:nvPr>
            <p:ph type="title"/>
          </p:nvPr>
        </p:nvSpPr>
        <p:spPr>
          <a:xfrm>
            <a:off x="398094" y="210672"/>
            <a:ext cx="9693760" cy="469413"/>
          </a:xfrm>
        </p:spPr>
        <p:txBody>
          <a:bodyPr/>
          <a:lstStyle/>
          <a:p>
            <a:r>
              <a:rPr kumimoji="1" lang="zh-CN" altLang="en-US" dirty="0"/>
              <a:t>基本情况</a:t>
            </a:r>
          </a:p>
        </p:txBody>
      </p:sp>
      <p:sp>
        <p:nvSpPr>
          <p:cNvPr id="10" name="矩形 7"/>
          <p:cNvSpPr/>
          <p:nvPr/>
        </p:nvSpPr>
        <p:spPr>
          <a:xfrm>
            <a:off x="398145" y="1485265"/>
            <a:ext cx="8056880" cy="450850"/>
          </a:xfrm>
          <a:prstGeom prst="rect">
            <a:avLst/>
          </a:prstGeom>
        </p:spPr>
        <p:txBody>
          <a:bodyPr wrap="square">
            <a:spAutoFit/>
          </a:bodyPr>
          <a:lstStyle/>
          <a:p>
            <a:pPr>
              <a:lnSpc>
                <a:spcPct val="130000"/>
              </a:lnSpc>
            </a:pPr>
            <a:r>
              <a:rPr lang="zh-CN" altLang="zh-TW" dirty="0">
                <a:latin typeface="微软雅黑" panose="020B0503020204020204" charset="-122"/>
                <a:ea typeface="微软雅黑" panose="020B0503020204020204" charset="-122"/>
              </a:rPr>
              <a:t>根据实际情况提炼，展现出通过调研工作对客户情况的深入理解</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现状分析</a:t>
            </a:r>
          </a:p>
        </p:txBody>
      </p:sp>
      <p:sp>
        <p:nvSpPr>
          <p:cNvPr id="3" name="文本占位符 2"/>
          <p:cNvSpPr>
            <a:spLocks noGrp="1"/>
          </p:cNvSpPr>
          <p:nvPr>
            <p:ph type="body" sz="quarter" idx="18"/>
          </p:nvPr>
        </p:nvSpPr>
        <p:spPr/>
        <p:txBody>
          <a:bodyPr/>
          <a:lstStyle/>
          <a:p>
            <a:r>
              <a:rPr lang="en-US" altLang="zh-CN" dirty="0"/>
              <a:t>2-2. </a:t>
            </a:r>
            <a:r>
              <a:rPr lang="zh-CN" altLang="en-US" dirty="0"/>
              <a:t>主要问题与痛点</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p:cNvSpPr>
            <a:spLocks noGrp="1"/>
          </p:cNvSpPr>
          <p:nvPr>
            <p:ph type="body" sz="quarter" idx="28"/>
          </p:nvPr>
        </p:nvSpPr>
        <p:spPr/>
        <p:txBody>
          <a:bodyPr/>
          <a:lstStyle/>
          <a:p>
            <a:r>
              <a:rPr kumimoji="1" lang="zh-CN" altLang="en-US" dirty="0"/>
              <a:t>结合实际拟定副标题</a:t>
            </a:r>
          </a:p>
        </p:txBody>
      </p:sp>
      <p:sp>
        <p:nvSpPr>
          <p:cNvPr id="2" name="标题 1"/>
          <p:cNvSpPr>
            <a:spLocks noGrp="1"/>
          </p:cNvSpPr>
          <p:nvPr>
            <p:ph type="title"/>
          </p:nvPr>
        </p:nvSpPr>
        <p:spPr>
          <a:xfrm>
            <a:off x="398094" y="210672"/>
            <a:ext cx="9693760" cy="469413"/>
          </a:xfrm>
        </p:spPr>
        <p:txBody>
          <a:bodyPr/>
          <a:lstStyle/>
          <a:p>
            <a:r>
              <a:rPr kumimoji="1" lang="zh-CN" altLang="en-US" dirty="0"/>
              <a:t>主要问题与痛点</a:t>
            </a:r>
          </a:p>
        </p:txBody>
      </p:sp>
      <p:sp>
        <p:nvSpPr>
          <p:cNvPr id="10" name="矩形 7"/>
          <p:cNvSpPr/>
          <p:nvPr/>
        </p:nvSpPr>
        <p:spPr>
          <a:xfrm>
            <a:off x="412115" y="1485265"/>
            <a:ext cx="8056880" cy="450850"/>
          </a:xfrm>
          <a:prstGeom prst="rect">
            <a:avLst/>
          </a:prstGeom>
        </p:spPr>
        <p:txBody>
          <a:bodyPr wrap="square">
            <a:spAutoFit/>
          </a:bodyPr>
          <a:lstStyle/>
          <a:p>
            <a:pPr>
              <a:lnSpc>
                <a:spcPct val="130000"/>
              </a:lnSpc>
            </a:pPr>
            <a:r>
              <a:rPr lang="zh-CN" altLang="zh-TW" dirty="0">
                <a:latin typeface="微软雅黑" panose="020B0503020204020204" charset="-122"/>
                <a:ea typeface="微软雅黑" panose="020B0503020204020204" charset="-122"/>
              </a:rPr>
              <a:t>分析客户主要问题与痛点，形成共鸣</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现状分析</a:t>
            </a:r>
          </a:p>
        </p:txBody>
      </p:sp>
      <p:sp>
        <p:nvSpPr>
          <p:cNvPr id="3" name="文本占位符 2"/>
          <p:cNvSpPr>
            <a:spLocks noGrp="1"/>
          </p:cNvSpPr>
          <p:nvPr>
            <p:ph type="body" sz="quarter" idx="18"/>
          </p:nvPr>
        </p:nvSpPr>
        <p:spPr/>
        <p:txBody>
          <a:bodyPr/>
          <a:lstStyle/>
          <a:p>
            <a:r>
              <a:rPr lang="en-US" altLang="zh-CN" dirty="0"/>
              <a:t>2-3. </a:t>
            </a:r>
            <a:r>
              <a:rPr lang="zh-CN" altLang="en-US" dirty="0"/>
              <a:t>重点关注与期望</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p:cNvSpPr>
            <a:spLocks noGrp="1"/>
          </p:cNvSpPr>
          <p:nvPr>
            <p:ph type="body" sz="quarter" idx="28"/>
          </p:nvPr>
        </p:nvSpPr>
        <p:spPr/>
        <p:txBody>
          <a:bodyPr/>
          <a:lstStyle/>
          <a:p>
            <a:r>
              <a:rPr kumimoji="1" lang="zh-CN" altLang="en-US" dirty="0"/>
              <a:t>结合实际拟定副标题</a:t>
            </a:r>
          </a:p>
        </p:txBody>
      </p:sp>
      <p:sp>
        <p:nvSpPr>
          <p:cNvPr id="2" name="标题 1"/>
          <p:cNvSpPr>
            <a:spLocks noGrp="1"/>
          </p:cNvSpPr>
          <p:nvPr>
            <p:ph type="title"/>
          </p:nvPr>
        </p:nvSpPr>
        <p:spPr>
          <a:xfrm>
            <a:off x="398094" y="210672"/>
            <a:ext cx="9693760" cy="469413"/>
          </a:xfrm>
        </p:spPr>
        <p:txBody>
          <a:bodyPr/>
          <a:lstStyle/>
          <a:p>
            <a:r>
              <a:rPr kumimoji="1" lang="zh-CN" altLang="en-US" dirty="0"/>
              <a:t>重点关注与期望</a:t>
            </a:r>
          </a:p>
        </p:txBody>
      </p:sp>
      <p:sp>
        <p:nvSpPr>
          <p:cNvPr id="10" name="矩形 7"/>
          <p:cNvSpPr/>
          <p:nvPr/>
        </p:nvSpPr>
        <p:spPr>
          <a:xfrm>
            <a:off x="412115" y="1485265"/>
            <a:ext cx="9680575" cy="810260"/>
          </a:xfrm>
          <a:prstGeom prst="rect">
            <a:avLst/>
          </a:prstGeom>
        </p:spPr>
        <p:txBody>
          <a:bodyPr wrap="square">
            <a:spAutoFit/>
          </a:bodyPr>
          <a:lstStyle/>
          <a:p>
            <a:pPr>
              <a:lnSpc>
                <a:spcPct val="130000"/>
              </a:lnSpc>
            </a:pPr>
            <a:r>
              <a:rPr lang="zh-CN" altLang="zh-TW" dirty="0">
                <a:latin typeface="微软雅黑" panose="020B0503020204020204" charset="-122"/>
                <a:ea typeface="微软雅黑" panose="020B0503020204020204" charset="-122"/>
              </a:rPr>
              <a:t>罗列客户重点关注的内容与对于项目的主要期望，建议适当反馈或分析，引出下一环节的需求分析与建议</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需求分析与建议</a:t>
            </a:r>
          </a:p>
        </p:txBody>
      </p:sp>
      <p:sp>
        <p:nvSpPr>
          <p:cNvPr id="3" name="文本占位符 2"/>
          <p:cNvSpPr>
            <a:spLocks noGrp="1"/>
          </p:cNvSpPr>
          <p:nvPr>
            <p:ph type="body" sz="quarter" idx="18"/>
          </p:nvPr>
        </p:nvSpPr>
        <p:spPr/>
        <p:txBody>
          <a:bodyPr/>
          <a:lstStyle/>
          <a:p>
            <a:r>
              <a:rPr lang="zh-CN" altLang="en-US" dirty="0"/>
              <a:t>采购</a:t>
            </a:r>
            <a:r>
              <a:rPr lang="en-US" altLang="zh-CN" dirty="0"/>
              <a:t>/</a:t>
            </a:r>
            <a:r>
              <a:rPr lang="zh-CN" altLang="en-US" dirty="0"/>
              <a:t>生产</a:t>
            </a:r>
            <a:r>
              <a:rPr lang="en-US" altLang="zh-CN" dirty="0"/>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p:cNvSpPr>
            <a:spLocks noGrp="1"/>
          </p:cNvSpPr>
          <p:nvPr>
            <p:ph type="body" sz="quarter" idx="28"/>
          </p:nvPr>
        </p:nvSpPr>
        <p:spPr/>
        <p:txBody>
          <a:bodyPr/>
          <a:lstStyle/>
          <a:p>
            <a:r>
              <a:rPr kumimoji="1" lang="en-US" altLang="zh-CN" dirty="0"/>
              <a:t>xx</a:t>
            </a:r>
            <a:r>
              <a:rPr kumimoji="1" lang="zh-CN" altLang="en-US" dirty="0"/>
              <a:t>需求</a:t>
            </a:r>
          </a:p>
        </p:txBody>
      </p:sp>
      <p:sp>
        <p:nvSpPr>
          <p:cNvPr id="2" name="标题 1"/>
          <p:cNvSpPr>
            <a:spLocks noGrp="1"/>
          </p:cNvSpPr>
          <p:nvPr>
            <p:ph type="title"/>
          </p:nvPr>
        </p:nvSpPr>
        <p:spPr>
          <a:xfrm>
            <a:off x="398094" y="210672"/>
            <a:ext cx="9693760" cy="469413"/>
          </a:xfrm>
        </p:spPr>
        <p:txBody>
          <a:bodyPr/>
          <a:lstStyle/>
          <a:p>
            <a:r>
              <a:rPr kumimoji="1" lang="zh-CN" altLang="en-US" dirty="0">
                <a:sym typeface="+mn-ea"/>
              </a:rPr>
              <a:t>采购</a:t>
            </a:r>
            <a:r>
              <a:rPr kumimoji="1" lang="en-US" altLang="zh-CN" dirty="0">
                <a:sym typeface="+mn-ea"/>
              </a:rPr>
              <a:t>/</a:t>
            </a:r>
            <a:r>
              <a:rPr kumimoji="1" lang="zh-CN" altLang="en-US" dirty="0">
                <a:sym typeface="+mn-ea"/>
              </a:rPr>
              <a:t>生产</a:t>
            </a:r>
            <a:r>
              <a:rPr kumimoji="1" lang="en-US" altLang="zh-CN" dirty="0">
                <a:sym typeface="+mn-ea"/>
              </a:rPr>
              <a:t>/...</a:t>
            </a:r>
            <a:endParaRPr kumimoji="1" lang="zh-CN" altLang="en-US" dirty="0"/>
          </a:p>
        </p:txBody>
      </p:sp>
      <p:sp>
        <p:nvSpPr>
          <p:cNvPr id="10" name="矩形 7"/>
          <p:cNvSpPr/>
          <p:nvPr/>
        </p:nvSpPr>
        <p:spPr>
          <a:xfrm>
            <a:off x="412115" y="1485265"/>
            <a:ext cx="10456545" cy="450850"/>
          </a:xfrm>
          <a:prstGeom prst="rect">
            <a:avLst/>
          </a:prstGeom>
        </p:spPr>
        <p:txBody>
          <a:bodyPr wrap="square">
            <a:spAutoFit/>
          </a:bodyPr>
          <a:lstStyle/>
          <a:p>
            <a:pPr>
              <a:lnSpc>
                <a:spcPct val="130000"/>
              </a:lnSpc>
            </a:pPr>
            <a:r>
              <a:rPr lang="zh-CN" altLang="zh-TW" dirty="0">
                <a:latin typeface="微软雅黑" panose="020B0503020204020204" charset="-122"/>
                <a:ea typeface="微软雅黑" panose="020B0503020204020204" charset="-122"/>
              </a:rPr>
              <a:t>对具体需求给出具体分析建议</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待决策事项与后续安排</a:t>
            </a:r>
          </a:p>
        </p:txBody>
      </p:sp>
      <p:sp>
        <p:nvSpPr>
          <p:cNvPr id="3" name="文本占位符 2"/>
          <p:cNvSpPr>
            <a:spLocks noGrp="1"/>
          </p:cNvSpPr>
          <p:nvPr>
            <p:ph type="body" sz="quarter" idx="18"/>
          </p:nvPr>
        </p:nvSpPr>
        <p:spPr/>
        <p:txBody>
          <a:bodyPr/>
          <a:lstStyle/>
          <a:p>
            <a:r>
              <a:rPr lang="en-US" dirty="0"/>
              <a:t>4-1. </a:t>
            </a:r>
            <a:r>
              <a:rPr lang="zh-CN" altLang="en-US" dirty="0"/>
              <a:t>待决策事项</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8094" y="210672"/>
            <a:ext cx="9693760" cy="469413"/>
          </a:xfrm>
        </p:spPr>
        <p:txBody>
          <a:bodyPr/>
          <a:lstStyle/>
          <a:p>
            <a:r>
              <a:rPr kumimoji="1" lang="zh-CN" altLang="en-US" dirty="0"/>
              <a:t>待决策事项</a:t>
            </a:r>
          </a:p>
        </p:txBody>
      </p:sp>
      <p:graphicFrame>
        <p:nvGraphicFramePr>
          <p:cNvPr id="11" name="表格 10"/>
          <p:cNvGraphicFramePr/>
          <p:nvPr>
            <p:custDataLst>
              <p:tags r:id="rId1"/>
            </p:custDataLst>
            <p:extLst>
              <p:ext uri="{D42A27DB-BD31-4B8C-83A1-F6EECF244321}">
                <p14:modId xmlns:p14="http://schemas.microsoft.com/office/powerpoint/2010/main" val="2014097176"/>
              </p:ext>
            </p:extLst>
          </p:nvPr>
        </p:nvGraphicFramePr>
        <p:xfrm>
          <a:off x="656590" y="1143000"/>
          <a:ext cx="10698480" cy="4974685"/>
        </p:xfrm>
        <a:graphic>
          <a:graphicData uri="http://schemas.openxmlformats.org/drawingml/2006/table">
            <a:tbl>
              <a:tblPr firstRow="1" bandRow="1">
                <a:tableStyleId>{21E4AEA4-8DFA-4A89-87EB-49C32662AFE0}</a:tableStyleId>
              </a:tblPr>
              <a:tblGrid>
                <a:gridCol w="777875">
                  <a:extLst>
                    <a:ext uri="{9D8B030D-6E8A-4147-A177-3AD203B41FA5}">
                      <a16:colId xmlns:a16="http://schemas.microsoft.com/office/drawing/2014/main" val="20000"/>
                    </a:ext>
                  </a:extLst>
                </a:gridCol>
                <a:gridCol w="1067435">
                  <a:extLst>
                    <a:ext uri="{9D8B030D-6E8A-4147-A177-3AD203B41FA5}">
                      <a16:colId xmlns:a16="http://schemas.microsoft.com/office/drawing/2014/main" val="20001"/>
                    </a:ext>
                  </a:extLst>
                </a:gridCol>
                <a:gridCol w="1688465">
                  <a:extLst>
                    <a:ext uri="{9D8B030D-6E8A-4147-A177-3AD203B41FA5}">
                      <a16:colId xmlns:a16="http://schemas.microsoft.com/office/drawing/2014/main" val="20002"/>
                    </a:ext>
                  </a:extLst>
                </a:gridCol>
                <a:gridCol w="2020570">
                  <a:extLst>
                    <a:ext uri="{9D8B030D-6E8A-4147-A177-3AD203B41FA5}">
                      <a16:colId xmlns:a16="http://schemas.microsoft.com/office/drawing/2014/main" val="20003"/>
                    </a:ext>
                  </a:extLst>
                </a:gridCol>
                <a:gridCol w="5144135">
                  <a:extLst>
                    <a:ext uri="{9D8B030D-6E8A-4147-A177-3AD203B41FA5}">
                      <a16:colId xmlns:a16="http://schemas.microsoft.com/office/drawing/2014/main" val="20004"/>
                    </a:ext>
                  </a:extLst>
                </a:gridCol>
              </a:tblGrid>
              <a:tr h="654685">
                <a:tc>
                  <a:txBody>
                    <a:bodyPr/>
                    <a:lstStyle/>
                    <a:p>
                      <a:pPr marL="0" indent="0" algn="ctr" eaLnBrk="0" fontAlgn="base" hangingPunct="0">
                        <a:lnSpc>
                          <a:spcPct val="110000"/>
                        </a:lnSpc>
                        <a:spcBef>
                          <a:spcPts val="0"/>
                        </a:spcBef>
                        <a:spcAft>
                          <a:spcPts val="600"/>
                        </a:spcAft>
                      </a:pPr>
                      <a:r>
                        <a:rPr lang="zh-CN" altLang="en-US" sz="1400" kern="100" dirty="0">
                          <a:latin typeface="微软雅黑" panose="020B0503020204020204" charset="-122"/>
                          <a:ea typeface="微软雅黑" panose="020B0503020204020204" charset="-122"/>
                        </a:rPr>
                        <a:t>序号</a:t>
                      </a:r>
                    </a:p>
                  </a:txBody>
                  <a:tcPr marL="68582" marR="68582" marT="34288" marB="34288" anchor="ctr">
                    <a:solidFill>
                      <a:srgbClr val="2971EB"/>
                    </a:solidFill>
                  </a:tcPr>
                </a:tc>
                <a:tc>
                  <a:txBody>
                    <a:bodyPr/>
                    <a:lstStyle/>
                    <a:p>
                      <a:pPr marL="0" indent="0" algn="ctr" eaLnBrk="0" fontAlgn="base" hangingPunct="0">
                        <a:lnSpc>
                          <a:spcPct val="110000"/>
                        </a:lnSpc>
                        <a:spcBef>
                          <a:spcPts val="0"/>
                        </a:spcBef>
                        <a:spcAft>
                          <a:spcPts val="600"/>
                        </a:spcAft>
                      </a:pPr>
                      <a:r>
                        <a:rPr lang="zh-CN" altLang="en-US" sz="1400" kern="100" dirty="0">
                          <a:latin typeface="微软雅黑" panose="020B0503020204020204" charset="-122"/>
                          <a:ea typeface="微软雅黑" panose="020B0503020204020204" charset="-122"/>
                        </a:rPr>
                        <a:t>业务模块</a:t>
                      </a:r>
                    </a:p>
                  </a:txBody>
                  <a:tcPr marL="68582" marR="68582" marT="34288" marB="34288" anchor="ctr">
                    <a:solidFill>
                      <a:srgbClr val="2971EB"/>
                    </a:solidFill>
                  </a:tcPr>
                </a:tc>
                <a:tc>
                  <a:txBody>
                    <a:bodyPr/>
                    <a:lstStyle/>
                    <a:p>
                      <a:pPr marL="0" indent="0" algn="ctr" eaLnBrk="0" fontAlgn="base" hangingPunct="0">
                        <a:lnSpc>
                          <a:spcPct val="110000"/>
                        </a:lnSpc>
                        <a:spcBef>
                          <a:spcPts val="0"/>
                        </a:spcBef>
                        <a:spcAft>
                          <a:spcPts val="600"/>
                        </a:spcAft>
                      </a:pPr>
                      <a:r>
                        <a:rPr lang="zh-CN" altLang="en-US" sz="1400" kern="100" dirty="0">
                          <a:latin typeface="微软雅黑" panose="020B0503020204020204" charset="-122"/>
                          <a:ea typeface="微软雅黑" panose="020B0503020204020204" charset="-122"/>
                        </a:rPr>
                        <a:t>业务内容</a:t>
                      </a:r>
                    </a:p>
                  </a:txBody>
                  <a:tcPr marL="68582" marR="68582" marT="34288" marB="34288" anchor="ctr">
                    <a:solidFill>
                      <a:srgbClr val="2971EB"/>
                    </a:solidFill>
                  </a:tcPr>
                </a:tc>
                <a:tc>
                  <a:txBody>
                    <a:bodyPr/>
                    <a:lstStyle/>
                    <a:p>
                      <a:pPr marL="0" indent="0" algn="ctr" eaLnBrk="0" fontAlgn="base" hangingPunct="0">
                        <a:lnSpc>
                          <a:spcPct val="110000"/>
                        </a:lnSpc>
                        <a:spcBef>
                          <a:spcPts val="0"/>
                        </a:spcBef>
                        <a:spcAft>
                          <a:spcPts val="600"/>
                        </a:spcAft>
                      </a:pPr>
                      <a:r>
                        <a:rPr lang="zh-CN" altLang="en-US" sz="1400" kern="100" dirty="0">
                          <a:latin typeface="微软雅黑" panose="020B0503020204020204" charset="-122"/>
                          <a:ea typeface="微软雅黑" panose="020B0503020204020204" charset="-122"/>
                        </a:rPr>
                        <a:t>待决策事项</a:t>
                      </a:r>
                    </a:p>
                  </a:txBody>
                  <a:tcPr marL="68582" marR="68582" marT="34288" marB="34288" anchor="ctr">
                    <a:solidFill>
                      <a:srgbClr val="2971EB"/>
                    </a:solidFill>
                  </a:tcPr>
                </a:tc>
                <a:tc>
                  <a:txBody>
                    <a:bodyPr/>
                    <a:lstStyle/>
                    <a:p>
                      <a:pPr marL="0" indent="0" algn="l" eaLnBrk="0" fontAlgn="base" hangingPunct="0">
                        <a:lnSpc>
                          <a:spcPct val="110000"/>
                        </a:lnSpc>
                        <a:spcBef>
                          <a:spcPts val="0"/>
                        </a:spcBef>
                        <a:spcAft>
                          <a:spcPts val="600"/>
                        </a:spcAft>
                      </a:pPr>
                      <a:r>
                        <a:rPr lang="zh-CN" altLang="en-US" sz="1400" kern="100" dirty="0">
                          <a:latin typeface="微软雅黑" panose="020B0503020204020204" charset="-122"/>
                          <a:ea typeface="微软雅黑" panose="020B0503020204020204" charset="-122"/>
                        </a:rPr>
                        <a:t>事项内容</a:t>
                      </a:r>
                    </a:p>
                  </a:txBody>
                  <a:tcPr marL="68582" marR="68582" marT="34288" marB="34288" anchor="ctr">
                    <a:solidFill>
                      <a:srgbClr val="2971EB"/>
                    </a:solidFill>
                  </a:tcPr>
                </a:tc>
                <a:extLst>
                  <a:ext uri="{0D108BD9-81ED-4DB2-BD59-A6C34878D82A}">
                    <a16:rowId xmlns:a16="http://schemas.microsoft.com/office/drawing/2014/main" val="10000"/>
                  </a:ext>
                </a:extLst>
              </a:tr>
              <a:tr h="1080000">
                <a:tc>
                  <a:txBody>
                    <a:bodyPr/>
                    <a:lstStyle/>
                    <a:p>
                      <a:pPr algn="ctr">
                        <a:spcAft>
                          <a:spcPts val="1000"/>
                        </a:spcAft>
                      </a:pPr>
                      <a:r>
                        <a:rPr lang="en-US" altLang="zh-CN" sz="1400" dirty="0">
                          <a:effectLst/>
                          <a:latin typeface="微软雅黑" panose="020B0503020204020204" charset="-122"/>
                          <a:ea typeface="微软雅黑" panose="020B0503020204020204" charset="-122"/>
                        </a:rPr>
                        <a:t>1</a:t>
                      </a:r>
                    </a:p>
                  </a:txBody>
                  <a:tcPr marL="51438" marR="51438" marT="0" marB="0" anchor="ctr">
                    <a:solidFill>
                      <a:srgbClr val="E5EDFC"/>
                    </a:solidFill>
                  </a:tcPr>
                </a:tc>
                <a:tc>
                  <a:txBody>
                    <a:bodyPr/>
                    <a:lstStyle/>
                    <a:p>
                      <a:pPr algn="l">
                        <a:spcAft>
                          <a:spcPts val="1000"/>
                        </a:spcAft>
                      </a:pPr>
                      <a:r>
                        <a:rPr lang="zh-CN" sz="1400" dirty="0">
                          <a:effectLst/>
                          <a:latin typeface="微软雅黑" panose="020B0503020204020204" charset="-122"/>
                          <a:ea typeface="微软雅黑" panose="020B0503020204020204" charset="-122"/>
                        </a:rPr>
                        <a:t>采购</a:t>
                      </a:r>
                    </a:p>
                  </a:txBody>
                  <a:tcPr marL="51438" marR="51438" marT="0" marB="0" anchor="ctr">
                    <a:solidFill>
                      <a:srgbClr val="E5EDFC"/>
                    </a:solidFill>
                  </a:tcPr>
                </a:tc>
                <a:tc>
                  <a:txBody>
                    <a:bodyPr/>
                    <a:lstStyle/>
                    <a:p>
                      <a:pPr marL="171450" indent="-171450" algn="l">
                        <a:spcAft>
                          <a:spcPts val="1000"/>
                        </a:spcAft>
                        <a:buFont typeface="Arial" panose="020B0604020202020204" pitchFamily="34" charset="0"/>
                        <a:buChar char="•"/>
                      </a:pPr>
                      <a:r>
                        <a:rPr lang="zh-CN" sz="1400" dirty="0">
                          <a:effectLst/>
                          <a:latin typeface="微软雅黑" panose="020B0503020204020204" charset="-122"/>
                          <a:ea typeface="微软雅黑" panose="020B0503020204020204" charset="-122"/>
                        </a:rPr>
                        <a:t>集中采购</a:t>
                      </a:r>
                    </a:p>
                  </a:txBody>
                  <a:tcPr marL="51438" marR="51438" marT="0" marB="0" anchor="ctr">
                    <a:solidFill>
                      <a:srgbClr val="E5EDFC"/>
                    </a:solidFill>
                  </a:tcPr>
                </a:tc>
                <a:tc>
                  <a:txBody>
                    <a:bodyPr/>
                    <a:lstStyle/>
                    <a:p>
                      <a:pPr marL="171450" lvl="0" indent="-171450" algn="l" defTabSz="914400" rtl="0" eaLnBrk="1" fontAlgn="base" latinLnBrk="0" hangingPunct="1">
                        <a:lnSpc>
                          <a:spcPct val="110000"/>
                        </a:lnSpc>
                        <a:spcBef>
                          <a:spcPts val="0"/>
                        </a:spcBef>
                        <a:spcAft>
                          <a:spcPts val="0"/>
                        </a:spcAft>
                        <a:buFont typeface="Arial" panose="020B0604020202020204" pitchFamily="34" charset="0"/>
                        <a:buChar char="•"/>
                        <a:tabLst>
                          <a:tab pos="228600" algn="l"/>
                        </a:tabLst>
                      </a:pPr>
                      <a:r>
                        <a:rPr lang="zh-CN" altLang="en-US" sz="1400" kern="1200" dirty="0">
                          <a:effectLst/>
                          <a:latin typeface="微软雅黑" panose="020B0503020204020204" charset="-122"/>
                          <a:ea typeface="微软雅黑" panose="020B0503020204020204" charset="-122"/>
                        </a:rPr>
                        <a:t>采用哪种集中采购模式？</a:t>
                      </a:r>
                    </a:p>
                  </a:txBody>
                  <a:tcPr marL="51437" marR="51437" marT="0" marB="0" anchor="ctr">
                    <a:solidFill>
                      <a:srgbClr val="E5EDFC"/>
                    </a:solidFill>
                  </a:tcPr>
                </a:tc>
                <a:tc>
                  <a:txBody>
                    <a:bodyPr/>
                    <a:lstStyle/>
                    <a:p>
                      <a:pPr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tab pos="228600" algn="l"/>
                        </a:tabLst>
                        <a:defRPr/>
                      </a:pPr>
                      <a:r>
                        <a:rPr lang="zh-CN" sz="1400" dirty="0">
                          <a:latin typeface="微软雅黑" panose="020B0503020204020204" charset="-122"/>
                          <a:ea typeface="微软雅黑" panose="020B0503020204020204" charset="-122"/>
                          <a:cs typeface="微软雅黑" panose="020B0503020204020204" charset="-122"/>
                        </a:rPr>
                        <a:t>根据</a:t>
                      </a:r>
                      <a:r>
                        <a:rPr sz="1400" dirty="0" err="1">
                          <a:latin typeface="微软雅黑" panose="020B0503020204020204" charset="-122"/>
                          <a:ea typeface="微软雅黑" panose="020B0503020204020204" charset="-122"/>
                          <a:cs typeface="微软雅黑" panose="020B0503020204020204" charset="-122"/>
                        </a:rPr>
                        <a:t>集团的管理模式转型</a:t>
                      </a:r>
                      <a:r>
                        <a:rPr lang="zh-CN" sz="1400" dirty="0">
                          <a:latin typeface="微软雅黑" panose="020B0503020204020204" charset="-122"/>
                          <a:ea typeface="微软雅黑" panose="020B0503020204020204" charset="-122"/>
                          <a:cs typeface="微软雅黑" panose="020B0503020204020204" charset="-122"/>
                        </a:rPr>
                        <a:t>要求，业务模式向</a:t>
                      </a:r>
                      <a:r>
                        <a:rPr sz="1400" dirty="0">
                          <a:latin typeface="微软雅黑" panose="020B0503020204020204" charset="-122"/>
                          <a:ea typeface="微软雅黑" panose="020B0503020204020204" charset="-122"/>
                          <a:cs typeface="微软雅黑" panose="020B0503020204020204" charset="-122"/>
                        </a:rPr>
                        <a:t>“</a:t>
                      </a:r>
                      <a:r>
                        <a:rPr sz="1400" dirty="0" err="1">
                          <a:latin typeface="微软雅黑" panose="020B0503020204020204" charset="-122"/>
                          <a:ea typeface="微软雅黑" panose="020B0503020204020204" charset="-122"/>
                          <a:cs typeface="微软雅黑" panose="020B0503020204020204" charset="-122"/>
                        </a:rPr>
                        <a:t>集中销售、集中采购”转变</a:t>
                      </a:r>
                      <a:r>
                        <a:rPr lang="zh-CN" sz="1400" dirty="0">
                          <a:latin typeface="微软雅黑" panose="020B0503020204020204" charset="-122"/>
                          <a:ea typeface="微软雅黑" panose="020B0503020204020204" charset="-122"/>
                          <a:cs typeface="微软雅黑" panose="020B0503020204020204" charset="-122"/>
                        </a:rPr>
                        <a:t>，要根据实际情况确认采购哪种集采方式。</a:t>
                      </a:r>
                    </a:p>
                  </a:txBody>
                  <a:tcPr marL="51438" marR="51438" marT="0" marB="0" anchor="ctr">
                    <a:solidFill>
                      <a:srgbClr val="E5EDFC"/>
                    </a:solidFill>
                  </a:tcPr>
                </a:tc>
                <a:extLst>
                  <a:ext uri="{0D108BD9-81ED-4DB2-BD59-A6C34878D82A}">
                    <a16:rowId xmlns:a16="http://schemas.microsoft.com/office/drawing/2014/main" val="10001"/>
                  </a:ext>
                </a:extLst>
              </a:tr>
              <a:tr h="1080000">
                <a:tc>
                  <a:txBody>
                    <a:bodyPr/>
                    <a:lstStyle/>
                    <a:p>
                      <a:pPr algn="ctr">
                        <a:spcAft>
                          <a:spcPts val="1000"/>
                        </a:spcAft>
                      </a:pPr>
                      <a:r>
                        <a:rPr lang="en-US" altLang="zh-CN" sz="1400" dirty="0">
                          <a:effectLst/>
                          <a:latin typeface="微软雅黑" panose="020B0503020204020204" charset="-122"/>
                          <a:ea typeface="微软雅黑" panose="020B0503020204020204" charset="-122"/>
                        </a:rPr>
                        <a:t>2</a:t>
                      </a:r>
                    </a:p>
                  </a:txBody>
                  <a:tcPr marL="51438" marR="51438" marT="0" marB="0" anchor="ctr">
                    <a:solidFill>
                      <a:srgbClr val="E5EDFC"/>
                    </a:solidFill>
                  </a:tcPr>
                </a:tc>
                <a:tc>
                  <a:txBody>
                    <a:bodyPr/>
                    <a:lstStyle/>
                    <a:p>
                      <a:pPr algn="l">
                        <a:spcAft>
                          <a:spcPts val="1000"/>
                        </a:spcAft>
                      </a:pPr>
                      <a:r>
                        <a:rPr lang="zh-CN" sz="1400" dirty="0">
                          <a:effectLst/>
                          <a:latin typeface="微软雅黑" panose="020B0503020204020204" charset="-122"/>
                          <a:ea typeface="微软雅黑" panose="020B0503020204020204" charset="-122"/>
                        </a:rPr>
                        <a:t>仓储</a:t>
                      </a:r>
                    </a:p>
                  </a:txBody>
                  <a:tcPr marL="51438" marR="51438" marT="0" marB="0" anchor="ctr">
                    <a:solidFill>
                      <a:srgbClr val="E5EDFC"/>
                    </a:solidFill>
                  </a:tcPr>
                </a:tc>
                <a:tc>
                  <a:txBody>
                    <a:bodyPr/>
                    <a:lstStyle/>
                    <a:p>
                      <a:pPr marL="171450" indent="-171450" algn="l">
                        <a:spcAft>
                          <a:spcPts val="1000"/>
                        </a:spcAft>
                        <a:buFont typeface="Arial" panose="020B0604020202020204" pitchFamily="34" charset="0"/>
                        <a:buChar char="•"/>
                      </a:pPr>
                      <a:r>
                        <a:rPr lang="zh-CN" sz="1400" dirty="0">
                          <a:effectLst/>
                          <a:latin typeface="微软雅黑" panose="020B0503020204020204" charset="-122"/>
                          <a:ea typeface="微软雅黑" panose="020B0503020204020204" charset="-122"/>
                        </a:rPr>
                        <a:t>仓储</a:t>
                      </a:r>
                    </a:p>
                  </a:txBody>
                  <a:tcPr marL="51438" marR="51438" marT="0" marB="0" anchor="ctr">
                    <a:solidFill>
                      <a:srgbClr val="E5EDFC"/>
                    </a:solidFill>
                  </a:tcPr>
                </a:tc>
                <a:tc>
                  <a:txBody>
                    <a:bodyPr/>
                    <a:lstStyle/>
                    <a:p>
                      <a:pPr marL="171450" lvl="0" indent="-171450" algn="l" defTabSz="914400" rtl="0" eaLnBrk="1" fontAlgn="base" latinLnBrk="0" hangingPunct="1">
                        <a:lnSpc>
                          <a:spcPct val="110000"/>
                        </a:lnSpc>
                        <a:spcBef>
                          <a:spcPts val="0"/>
                        </a:spcBef>
                        <a:spcAft>
                          <a:spcPts val="0"/>
                        </a:spcAft>
                        <a:buFont typeface="Arial" panose="020B0604020202020204" pitchFamily="34" charset="0"/>
                        <a:buChar char="•"/>
                        <a:tabLst>
                          <a:tab pos="228600" algn="l"/>
                        </a:tabLst>
                      </a:pPr>
                      <a:r>
                        <a:rPr lang="zh-CN" altLang="en-US" sz="1400" dirty="0">
                          <a:effectLst/>
                          <a:latin typeface="微软雅黑" panose="020B0503020204020204" charset="-122"/>
                          <a:ea typeface="微软雅黑" panose="020B0503020204020204" charset="-122"/>
                        </a:rPr>
                        <a:t>未来是否启用货位管理？</a:t>
                      </a:r>
                      <a:endParaRPr lang="zh-CN" altLang="en-US" sz="1400" kern="1200" dirty="0">
                        <a:effectLst/>
                        <a:latin typeface="微软雅黑" panose="020B0503020204020204" charset="-122"/>
                        <a:ea typeface="微软雅黑" panose="020B0503020204020204" charset="-122"/>
                      </a:endParaRPr>
                    </a:p>
                  </a:txBody>
                  <a:tcPr marL="51437" marR="51437" marT="0" marB="0" anchor="ctr">
                    <a:solidFill>
                      <a:srgbClr val="E5EDFC"/>
                    </a:solidFill>
                  </a:tcPr>
                </a:tc>
                <a:tc>
                  <a:txBody>
                    <a:bodyPr/>
                    <a:lstStyle/>
                    <a:p>
                      <a:pPr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tab pos="228600" algn="l"/>
                        </a:tabLst>
                        <a:defRPr/>
                      </a:pPr>
                      <a:r>
                        <a:rPr lang="zh-CN" altLang="en-US" sz="1400" dirty="0">
                          <a:latin typeface="微软雅黑" panose="020B0503020204020204" charset="-122"/>
                          <a:ea typeface="微软雅黑" panose="020B0503020204020204" charset="-122"/>
                          <a:cs typeface="微软雅黑" panose="020B0503020204020204" charset="-122"/>
                        </a:rPr>
                        <a:t>是否考虑替换</a:t>
                      </a:r>
                      <a:r>
                        <a:rPr lang="en-US" altLang="zh-CN" sz="1400" dirty="0">
                          <a:latin typeface="微软雅黑" panose="020B0503020204020204" charset="-122"/>
                          <a:ea typeface="微软雅黑" panose="020B0503020204020204" charset="-122"/>
                          <a:cs typeface="微软雅黑" panose="020B0503020204020204" charset="-122"/>
                        </a:rPr>
                        <a:t>WMS</a:t>
                      </a:r>
                      <a:r>
                        <a:rPr lang="zh-CN" altLang="en-US" sz="1400" dirty="0">
                          <a:latin typeface="微软雅黑" panose="020B0503020204020204" charset="-122"/>
                          <a:ea typeface="微软雅黑" panose="020B0503020204020204" charset="-122"/>
                          <a:cs typeface="微软雅黑" panose="020B0503020204020204" charset="-122"/>
                        </a:rPr>
                        <a:t>，进行线上货位管理，制定实物条码标签管理标准，深化仓储管理颗粒度。</a:t>
                      </a:r>
                    </a:p>
                  </a:txBody>
                  <a:tcPr marL="51438" marR="51438" marT="0" marB="0" anchor="ctr">
                    <a:solidFill>
                      <a:srgbClr val="E5EDFC"/>
                    </a:solidFill>
                  </a:tcPr>
                </a:tc>
                <a:extLst>
                  <a:ext uri="{0D108BD9-81ED-4DB2-BD59-A6C34878D82A}">
                    <a16:rowId xmlns:a16="http://schemas.microsoft.com/office/drawing/2014/main" val="10002"/>
                  </a:ext>
                </a:extLst>
              </a:tr>
              <a:tr h="1080000">
                <a:tc>
                  <a:txBody>
                    <a:bodyPr/>
                    <a:lstStyle/>
                    <a:p>
                      <a:pPr algn="ctr">
                        <a:spcAft>
                          <a:spcPts val="1000"/>
                        </a:spcAft>
                        <a:buNone/>
                      </a:pPr>
                      <a:r>
                        <a:rPr lang="en-US" altLang="zh-CN" sz="1400" dirty="0">
                          <a:effectLst/>
                          <a:latin typeface="微软雅黑" panose="020B0503020204020204" charset="-122"/>
                          <a:ea typeface="微软雅黑" panose="020B0503020204020204" charset="-122"/>
                        </a:rPr>
                        <a:t>3</a:t>
                      </a:r>
                    </a:p>
                  </a:txBody>
                  <a:tcPr marL="51438" marR="51438" marT="0" marB="0" anchor="ctr">
                    <a:solidFill>
                      <a:srgbClr val="E5EDFC"/>
                    </a:solidFill>
                  </a:tcPr>
                </a:tc>
                <a:tc>
                  <a:txBody>
                    <a:bodyPr/>
                    <a:lstStyle/>
                    <a:p>
                      <a:pPr algn="l">
                        <a:spcAft>
                          <a:spcPts val="1000"/>
                        </a:spcAft>
                        <a:buNone/>
                      </a:pPr>
                      <a:endParaRPr lang="zh-CN" altLang="en-US" sz="1400" dirty="0">
                        <a:effectLst/>
                        <a:latin typeface="微软雅黑" panose="020B0503020204020204" charset="-122"/>
                        <a:ea typeface="微软雅黑" panose="020B0503020204020204" charset="-122"/>
                      </a:endParaRPr>
                    </a:p>
                  </a:txBody>
                  <a:tcPr marL="51438" marR="51438" marT="0" marB="0" anchor="ctr">
                    <a:solidFill>
                      <a:srgbClr val="E5EDFC"/>
                    </a:solidFill>
                  </a:tcPr>
                </a:tc>
                <a:tc>
                  <a:txBody>
                    <a:bodyPr/>
                    <a:lstStyle/>
                    <a:p>
                      <a:pPr marL="171450" indent="-171450" algn="l">
                        <a:spcAft>
                          <a:spcPts val="1000"/>
                        </a:spcAft>
                        <a:buFont typeface="Arial" panose="020B0604020202020204" pitchFamily="34" charset="0"/>
                        <a:buChar char="•"/>
                      </a:pPr>
                      <a:endParaRPr lang="zh-CN" altLang="en-US" sz="1400" dirty="0">
                        <a:effectLst/>
                        <a:latin typeface="微软雅黑" panose="020B0503020204020204" charset="-122"/>
                        <a:ea typeface="微软雅黑" panose="020B0503020204020204" charset="-122"/>
                      </a:endParaRPr>
                    </a:p>
                  </a:txBody>
                  <a:tcPr marL="51438" marR="51438" marT="0" marB="0" anchor="ctr">
                    <a:solidFill>
                      <a:srgbClr val="E5EDFC"/>
                    </a:solidFill>
                  </a:tcPr>
                </a:tc>
                <a:tc>
                  <a:txBody>
                    <a:bodyPr/>
                    <a:lstStyle/>
                    <a:p>
                      <a:pPr marL="171450" lvl="0" indent="-171450" algn="l" defTabSz="914400" rtl="0" eaLnBrk="1" fontAlgn="base" latinLnBrk="0" hangingPunct="1">
                        <a:lnSpc>
                          <a:spcPct val="110000"/>
                        </a:lnSpc>
                        <a:spcBef>
                          <a:spcPts val="0"/>
                        </a:spcBef>
                        <a:spcAft>
                          <a:spcPts val="0"/>
                        </a:spcAft>
                        <a:buFont typeface="Arial" panose="020B0604020202020204" pitchFamily="34" charset="0"/>
                        <a:buChar char="•"/>
                        <a:tabLst>
                          <a:tab pos="228600" algn="l"/>
                        </a:tabLst>
                      </a:pPr>
                      <a:endParaRPr lang="zh-CN" altLang="en-US" sz="1400" kern="1200" dirty="0">
                        <a:effectLst/>
                        <a:latin typeface="微软雅黑" panose="020B0503020204020204" charset="-122"/>
                        <a:ea typeface="微软雅黑" panose="020B0503020204020204" charset="-122"/>
                      </a:endParaRPr>
                    </a:p>
                  </a:txBody>
                  <a:tcPr marL="51437" marR="51437" marT="0" marB="0" anchor="ctr">
                    <a:solidFill>
                      <a:srgbClr val="E5EDFC"/>
                    </a:solidFill>
                  </a:tcPr>
                </a:tc>
                <a:tc>
                  <a:txBody>
                    <a:bodyPr/>
                    <a:lstStyle/>
                    <a:p>
                      <a:pPr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tab pos="228600" algn="l"/>
                        </a:tabLst>
                        <a:defRPr/>
                      </a:pPr>
                      <a:endParaRPr lang="zh-CN" altLang="en-US" sz="1400" dirty="0">
                        <a:latin typeface="微软雅黑" panose="020B0503020204020204" charset="-122"/>
                        <a:ea typeface="微软雅黑" panose="020B0503020204020204" charset="-122"/>
                        <a:cs typeface="微软雅黑" panose="020B0503020204020204" charset="-122"/>
                      </a:endParaRPr>
                    </a:p>
                  </a:txBody>
                  <a:tcPr marL="51438" marR="51438" marT="0" marB="0" anchor="ctr">
                    <a:solidFill>
                      <a:srgbClr val="E5EDFC"/>
                    </a:solidFill>
                  </a:tcPr>
                </a:tc>
                <a:extLst>
                  <a:ext uri="{0D108BD9-81ED-4DB2-BD59-A6C34878D82A}">
                    <a16:rowId xmlns:a16="http://schemas.microsoft.com/office/drawing/2014/main" val="10003"/>
                  </a:ext>
                </a:extLst>
              </a:tr>
              <a:tr h="1080000">
                <a:tc>
                  <a:txBody>
                    <a:bodyPr/>
                    <a:lstStyle/>
                    <a:p>
                      <a:pPr algn="ctr">
                        <a:spcAft>
                          <a:spcPts val="1000"/>
                        </a:spcAft>
                        <a:buNone/>
                      </a:pPr>
                      <a:r>
                        <a:rPr lang="en-US" altLang="zh-CN" sz="1400" dirty="0">
                          <a:effectLst/>
                          <a:latin typeface="微软雅黑" panose="020B0503020204020204" charset="-122"/>
                          <a:ea typeface="微软雅黑" panose="020B0503020204020204" charset="-122"/>
                        </a:rPr>
                        <a:t>4</a:t>
                      </a:r>
                    </a:p>
                  </a:txBody>
                  <a:tcPr marL="51438" marR="51438" marT="0" marB="0" anchor="ctr">
                    <a:solidFill>
                      <a:srgbClr val="E5EDFC"/>
                    </a:solidFill>
                  </a:tcPr>
                </a:tc>
                <a:tc>
                  <a:txBody>
                    <a:bodyPr/>
                    <a:lstStyle/>
                    <a:p>
                      <a:pPr algn="l">
                        <a:spcAft>
                          <a:spcPts val="1000"/>
                        </a:spcAft>
                        <a:buNone/>
                      </a:pPr>
                      <a:endParaRPr lang="zh-CN" altLang="en-US" sz="1400" dirty="0">
                        <a:effectLst/>
                        <a:latin typeface="微软雅黑" panose="020B0503020204020204" charset="-122"/>
                        <a:ea typeface="微软雅黑" panose="020B0503020204020204" charset="-122"/>
                      </a:endParaRPr>
                    </a:p>
                  </a:txBody>
                  <a:tcPr marL="51438" marR="51438" marT="0" marB="0" anchor="ctr">
                    <a:solidFill>
                      <a:srgbClr val="E5EDFC"/>
                    </a:solidFill>
                  </a:tcPr>
                </a:tc>
                <a:tc>
                  <a:txBody>
                    <a:bodyPr/>
                    <a:lstStyle/>
                    <a:p>
                      <a:pPr marL="171450" indent="-171450" algn="l">
                        <a:spcAft>
                          <a:spcPts val="1000"/>
                        </a:spcAft>
                        <a:buFont typeface="Arial" panose="020B0604020202020204" pitchFamily="34" charset="0"/>
                        <a:buChar char="•"/>
                      </a:pPr>
                      <a:endParaRPr lang="zh-CN" altLang="en-US" sz="1400" dirty="0">
                        <a:effectLst/>
                        <a:latin typeface="微软雅黑" panose="020B0503020204020204" charset="-122"/>
                        <a:ea typeface="微软雅黑" panose="020B0503020204020204" charset="-122"/>
                      </a:endParaRPr>
                    </a:p>
                  </a:txBody>
                  <a:tcPr marL="51438" marR="51438" marT="0" marB="0" anchor="ctr">
                    <a:solidFill>
                      <a:srgbClr val="E5EDFC"/>
                    </a:solidFill>
                  </a:tcPr>
                </a:tc>
                <a:tc>
                  <a:txBody>
                    <a:bodyPr/>
                    <a:lstStyle/>
                    <a:p>
                      <a:pPr marL="171450" lvl="0" indent="-171450" algn="l" defTabSz="914400" rtl="0" eaLnBrk="1" fontAlgn="base" latinLnBrk="0" hangingPunct="1">
                        <a:lnSpc>
                          <a:spcPct val="110000"/>
                        </a:lnSpc>
                        <a:spcBef>
                          <a:spcPts val="0"/>
                        </a:spcBef>
                        <a:spcAft>
                          <a:spcPts val="0"/>
                        </a:spcAft>
                        <a:buFont typeface="Arial" panose="020B0604020202020204" pitchFamily="34" charset="0"/>
                        <a:buChar char="•"/>
                        <a:tabLst>
                          <a:tab pos="228600" algn="l"/>
                        </a:tabLst>
                      </a:pPr>
                      <a:endParaRPr lang="zh-CN" altLang="en-US" sz="1400" kern="1200" dirty="0">
                        <a:effectLst/>
                        <a:latin typeface="微软雅黑" panose="020B0503020204020204" charset="-122"/>
                        <a:ea typeface="微软雅黑" panose="020B0503020204020204" charset="-122"/>
                      </a:endParaRPr>
                    </a:p>
                  </a:txBody>
                  <a:tcPr marL="51437" marR="51437" marT="0" marB="0" anchor="ctr">
                    <a:solidFill>
                      <a:srgbClr val="E5EDFC"/>
                    </a:solidFill>
                  </a:tcPr>
                </a:tc>
                <a:tc>
                  <a:txBody>
                    <a:bodyPr/>
                    <a:lstStyle/>
                    <a:p>
                      <a:pPr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tab pos="228600" algn="l"/>
                        </a:tabLst>
                        <a:defRPr/>
                      </a:pPr>
                      <a:endParaRPr lang="zh-CN" altLang="en-US" sz="1400" dirty="0">
                        <a:latin typeface="微软雅黑" panose="020B0503020204020204" charset="-122"/>
                        <a:ea typeface="微软雅黑" panose="020B0503020204020204" charset="-122"/>
                        <a:cs typeface="微软雅黑" panose="020B0503020204020204" charset="-122"/>
                      </a:endParaRPr>
                    </a:p>
                  </a:txBody>
                  <a:tcPr marL="51438" marR="51438" marT="0" marB="0" anchor="ctr">
                    <a:solidFill>
                      <a:srgbClr val="E5EDFC"/>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待决策事项与后续安排</a:t>
            </a:r>
          </a:p>
        </p:txBody>
      </p:sp>
      <p:sp>
        <p:nvSpPr>
          <p:cNvPr id="3" name="文本占位符 2"/>
          <p:cNvSpPr>
            <a:spLocks noGrp="1"/>
          </p:cNvSpPr>
          <p:nvPr>
            <p:ph type="body" sz="quarter" idx="18"/>
          </p:nvPr>
        </p:nvSpPr>
        <p:spPr/>
        <p:txBody>
          <a:bodyPr/>
          <a:lstStyle/>
          <a:p>
            <a:r>
              <a:rPr lang="en-US" dirty="0"/>
              <a:t>4-2. </a:t>
            </a:r>
            <a:r>
              <a:rPr lang="zh-CN" altLang="en-US" dirty="0"/>
              <a:t>下一步工作安排</a:t>
            </a:r>
          </a:p>
        </p:txBody>
      </p:sp>
    </p:spTree>
    <p:extLst>
      <p:ext uri="{BB962C8B-B14F-4D97-AF65-F5344CB8AC3E}">
        <p14:creationId xmlns:p14="http://schemas.microsoft.com/office/powerpoint/2010/main" val="5878690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8094" y="210672"/>
            <a:ext cx="9693760" cy="469413"/>
          </a:xfrm>
        </p:spPr>
        <p:txBody>
          <a:bodyPr/>
          <a:lstStyle/>
          <a:p>
            <a:r>
              <a:rPr kumimoji="1" lang="zh-CN" altLang="en-US" dirty="0"/>
              <a:t>下一步工作安排</a:t>
            </a:r>
          </a:p>
        </p:txBody>
      </p:sp>
      <p:graphicFrame>
        <p:nvGraphicFramePr>
          <p:cNvPr id="11" name="表格 10"/>
          <p:cNvGraphicFramePr/>
          <p:nvPr>
            <p:custDataLst>
              <p:tags r:id="rId1"/>
            </p:custDataLst>
            <p:extLst>
              <p:ext uri="{D42A27DB-BD31-4B8C-83A1-F6EECF244321}">
                <p14:modId xmlns:p14="http://schemas.microsoft.com/office/powerpoint/2010/main" val="1998843181"/>
              </p:ext>
            </p:extLst>
          </p:nvPr>
        </p:nvGraphicFramePr>
        <p:xfrm>
          <a:off x="656590" y="1143000"/>
          <a:ext cx="10698480" cy="4974685"/>
        </p:xfrm>
        <a:graphic>
          <a:graphicData uri="http://schemas.openxmlformats.org/drawingml/2006/table">
            <a:tbl>
              <a:tblPr firstRow="1" bandRow="1">
                <a:tableStyleId>{21E4AEA4-8DFA-4A89-87EB-49C32662AFE0}</a:tableStyleId>
              </a:tblPr>
              <a:tblGrid>
                <a:gridCol w="669338">
                  <a:extLst>
                    <a:ext uri="{9D8B030D-6E8A-4147-A177-3AD203B41FA5}">
                      <a16:colId xmlns:a16="http://schemas.microsoft.com/office/drawing/2014/main" val="20000"/>
                    </a:ext>
                  </a:extLst>
                </a:gridCol>
                <a:gridCol w="3601312">
                  <a:extLst>
                    <a:ext uri="{9D8B030D-6E8A-4147-A177-3AD203B41FA5}">
                      <a16:colId xmlns:a16="http://schemas.microsoft.com/office/drawing/2014/main" val="20001"/>
                    </a:ext>
                  </a:extLst>
                </a:gridCol>
                <a:gridCol w="1712959">
                  <a:extLst>
                    <a:ext uri="{9D8B030D-6E8A-4147-A177-3AD203B41FA5}">
                      <a16:colId xmlns:a16="http://schemas.microsoft.com/office/drawing/2014/main" val="20002"/>
                    </a:ext>
                  </a:extLst>
                </a:gridCol>
                <a:gridCol w="1729351">
                  <a:extLst>
                    <a:ext uri="{9D8B030D-6E8A-4147-A177-3AD203B41FA5}">
                      <a16:colId xmlns:a16="http://schemas.microsoft.com/office/drawing/2014/main" val="20003"/>
                    </a:ext>
                  </a:extLst>
                </a:gridCol>
                <a:gridCol w="1492760">
                  <a:extLst>
                    <a:ext uri="{9D8B030D-6E8A-4147-A177-3AD203B41FA5}">
                      <a16:colId xmlns:a16="http://schemas.microsoft.com/office/drawing/2014/main" val="20004"/>
                    </a:ext>
                  </a:extLst>
                </a:gridCol>
                <a:gridCol w="1492760">
                  <a:extLst>
                    <a:ext uri="{9D8B030D-6E8A-4147-A177-3AD203B41FA5}">
                      <a16:colId xmlns:a16="http://schemas.microsoft.com/office/drawing/2014/main" val="2059231211"/>
                    </a:ext>
                  </a:extLst>
                </a:gridCol>
              </a:tblGrid>
              <a:tr h="654685">
                <a:tc>
                  <a:txBody>
                    <a:bodyPr/>
                    <a:lstStyle/>
                    <a:p>
                      <a:pPr marL="0" indent="0" algn="ctr" eaLnBrk="0" fontAlgn="base" hangingPunct="0">
                        <a:lnSpc>
                          <a:spcPct val="110000"/>
                        </a:lnSpc>
                        <a:spcBef>
                          <a:spcPts val="0"/>
                        </a:spcBef>
                        <a:spcAft>
                          <a:spcPts val="600"/>
                        </a:spcAft>
                      </a:pPr>
                      <a:r>
                        <a:rPr lang="zh-CN" altLang="en-US" sz="1400" kern="100" dirty="0">
                          <a:latin typeface="微软雅黑" panose="020B0503020204020204" charset="-122"/>
                          <a:ea typeface="微软雅黑" panose="020B0503020204020204" charset="-122"/>
                        </a:rPr>
                        <a:t>序号</a:t>
                      </a:r>
                    </a:p>
                  </a:txBody>
                  <a:tcPr marL="68582" marR="68582" marT="34288" marB="34288" anchor="ctr">
                    <a:solidFill>
                      <a:srgbClr val="2971EB"/>
                    </a:solidFill>
                  </a:tcPr>
                </a:tc>
                <a:tc>
                  <a:txBody>
                    <a:bodyPr/>
                    <a:lstStyle/>
                    <a:p>
                      <a:pPr marL="0" indent="0" algn="ctr" eaLnBrk="0" fontAlgn="base" hangingPunct="0">
                        <a:lnSpc>
                          <a:spcPct val="110000"/>
                        </a:lnSpc>
                        <a:spcBef>
                          <a:spcPts val="0"/>
                        </a:spcBef>
                        <a:spcAft>
                          <a:spcPts val="600"/>
                        </a:spcAft>
                      </a:pPr>
                      <a:r>
                        <a:rPr lang="zh-CN" altLang="en-US" sz="1400" kern="100" dirty="0">
                          <a:latin typeface="微软雅黑" panose="020B0503020204020204" charset="-122"/>
                          <a:ea typeface="微软雅黑" panose="020B0503020204020204" charset="-122"/>
                        </a:rPr>
                        <a:t>任务名称</a:t>
                      </a:r>
                    </a:p>
                  </a:txBody>
                  <a:tcPr marL="68582" marR="68582" marT="34288" marB="34288" anchor="ctr">
                    <a:solidFill>
                      <a:srgbClr val="2971EB"/>
                    </a:solidFill>
                  </a:tcPr>
                </a:tc>
                <a:tc>
                  <a:txBody>
                    <a:bodyPr/>
                    <a:lstStyle/>
                    <a:p>
                      <a:pPr marL="0" indent="0" algn="ctr" eaLnBrk="0" fontAlgn="base" hangingPunct="0">
                        <a:lnSpc>
                          <a:spcPct val="110000"/>
                        </a:lnSpc>
                        <a:spcBef>
                          <a:spcPts val="0"/>
                        </a:spcBef>
                        <a:spcAft>
                          <a:spcPts val="600"/>
                        </a:spcAft>
                      </a:pPr>
                      <a:r>
                        <a:rPr lang="zh-CN" altLang="en-US" sz="1400" kern="100" dirty="0">
                          <a:latin typeface="微软雅黑" panose="020B0503020204020204" charset="-122"/>
                          <a:ea typeface="微软雅黑" panose="020B0503020204020204" charset="-122"/>
                        </a:rPr>
                        <a:t>开始时间</a:t>
                      </a:r>
                    </a:p>
                  </a:txBody>
                  <a:tcPr marL="68582" marR="68582" marT="34288" marB="34288" anchor="ctr">
                    <a:solidFill>
                      <a:srgbClr val="2971EB"/>
                    </a:solidFill>
                  </a:tcPr>
                </a:tc>
                <a:tc>
                  <a:txBody>
                    <a:bodyPr/>
                    <a:lstStyle/>
                    <a:p>
                      <a:pPr marL="0" indent="0" algn="ctr" eaLnBrk="0" fontAlgn="base" hangingPunct="0">
                        <a:lnSpc>
                          <a:spcPct val="110000"/>
                        </a:lnSpc>
                        <a:spcBef>
                          <a:spcPts val="0"/>
                        </a:spcBef>
                        <a:spcAft>
                          <a:spcPts val="600"/>
                        </a:spcAft>
                      </a:pPr>
                      <a:r>
                        <a:rPr lang="zh-CN" altLang="en-US" sz="1400" kern="100" dirty="0">
                          <a:latin typeface="微软雅黑" panose="020B0503020204020204" charset="-122"/>
                          <a:ea typeface="微软雅黑" panose="020B0503020204020204" charset="-122"/>
                        </a:rPr>
                        <a:t>完成时间</a:t>
                      </a:r>
                    </a:p>
                  </a:txBody>
                  <a:tcPr marL="68582" marR="68582" marT="34288" marB="34288" anchor="ctr">
                    <a:solidFill>
                      <a:srgbClr val="2971EB"/>
                    </a:solidFill>
                  </a:tcPr>
                </a:tc>
                <a:tc>
                  <a:txBody>
                    <a:bodyPr/>
                    <a:lstStyle/>
                    <a:p>
                      <a:pPr marL="0" indent="0" algn="ctr" eaLnBrk="0" fontAlgn="base" hangingPunct="0">
                        <a:lnSpc>
                          <a:spcPct val="110000"/>
                        </a:lnSpc>
                        <a:spcBef>
                          <a:spcPts val="0"/>
                        </a:spcBef>
                        <a:spcAft>
                          <a:spcPts val="600"/>
                        </a:spcAft>
                      </a:pPr>
                      <a:r>
                        <a:rPr lang="zh-CN" altLang="en-US" sz="1400" kern="100" dirty="0">
                          <a:latin typeface="微软雅黑" panose="020B0503020204020204" charset="-122"/>
                          <a:ea typeface="微软雅黑" panose="020B0503020204020204" charset="-122"/>
                        </a:rPr>
                        <a:t>金蝶方责任人</a:t>
                      </a:r>
                    </a:p>
                  </a:txBody>
                  <a:tcPr marL="68582" marR="68582" marT="34288" marB="34288" anchor="ctr">
                    <a:solidFill>
                      <a:srgbClr val="2971EB"/>
                    </a:solidFill>
                  </a:tcPr>
                </a:tc>
                <a:tc>
                  <a:txBody>
                    <a:bodyPr/>
                    <a:lstStyle/>
                    <a:p>
                      <a:pPr marL="0" indent="0" algn="ctr" eaLnBrk="0" fontAlgn="base" hangingPunct="0">
                        <a:lnSpc>
                          <a:spcPct val="110000"/>
                        </a:lnSpc>
                        <a:spcBef>
                          <a:spcPts val="0"/>
                        </a:spcBef>
                        <a:spcAft>
                          <a:spcPts val="600"/>
                        </a:spcAft>
                      </a:pPr>
                      <a:r>
                        <a:rPr lang="zh-CN" altLang="en-US" sz="1400" kern="100" dirty="0">
                          <a:latin typeface="微软雅黑" panose="020B0503020204020204" charset="-122"/>
                          <a:ea typeface="微软雅黑" panose="020B0503020204020204" charset="-122"/>
                        </a:rPr>
                        <a:t>客户方责任人</a:t>
                      </a:r>
                    </a:p>
                  </a:txBody>
                  <a:tcPr marL="68582" marR="68582" marT="34288" marB="34288" anchor="ctr">
                    <a:solidFill>
                      <a:srgbClr val="2971EB"/>
                    </a:solidFill>
                  </a:tcPr>
                </a:tc>
                <a:extLst>
                  <a:ext uri="{0D108BD9-81ED-4DB2-BD59-A6C34878D82A}">
                    <a16:rowId xmlns:a16="http://schemas.microsoft.com/office/drawing/2014/main" val="10000"/>
                  </a:ext>
                </a:extLst>
              </a:tr>
              <a:tr h="1080000">
                <a:tc>
                  <a:txBody>
                    <a:bodyPr/>
                    <a:lstStyle/>
                    <a:p>
                      <a:pPr algn="ctr">
                        <a:spcAft>
                          <a:spcPts val="1000"/>
                        </a:spcAft>
                      </a:pPr>
                      <a:r>
                        <a:rPr lang="en-US" altLang="zh-CN" sz="1400" dirty="0">
                          <a:effectLst/>
                          <a:latin typeface="微软雅黑" panose="020B0503020204020204" charset="-122"/>
                          <a:ea typeface="微软雅黑" panose="020B0503020204020204" charset="-122"/>
                        </a:rPr>
                        <a:t>1</a:t>
                      </a:r>
                    </a:p>
                  </a:txBody>
                  <a:tcPr marL="51438" marR="51438" marT="0" marB="0" anchor="ctr">
                    <a:solidFill>
                      <a:srgbClr val="E5EDFC"/>
                    </a:solidFill>
                  </a:tcPr>
                </a:tc>
                <a:tc>
                  <a:txBody>
                    <a:bodyPr/>
                    <a:lstStyle/>
                    <a:p>
                      <a:pPr algn="l">
                        <a:spcAft>
                          <a:spcPts val="1000"/>
                        </a:spcAft>
                      </a:pPr>
                      <a:endParaRPr lang="zh-CN" sz="1400" dirty="0">
                        <a:effectLst/>
                        <a:latin typeface="微软雅黑" panose="020B0503020204020204" charset="-122"/>
                        <a:ea typeface="微软雅黑" panose="020B0503020204020204" charset="-122"/>
                      </a:endParaRPr>
                    </a:p>
                  </a:txBody>
                  <a:tcPr marL="51438" marR="51438" marT="0" marB="0" anchor="ctr">
                    <a:solidFill>
                      <a:srgbClr val="E5EDFC"/>
                    </a:solidFill>
                  </a:tcPr>
                </a:tc>
                <a:tc>
                  <a:txBody>
                    <a:bodyPr/>
                    <a:lstStyle/>
                    <a:p>
                      <a:pPr marL="171450" indent="-171450" algn="l">
                        <a:spcAft>
                          <a:spcPts val="1000"/>
                        </a:spcAft>
                        <a:buFont typeface="Arial" panose="020B0604020202020204" pitchFamily="34" charset="0"/>
                        <a:buChar char="•"/>
                      </a:pPr>
                      <a:endParaRPr lang="zh-CN" sz="1400" dirty="0">
                        <a:effectLst/>
                        <a:latin typeface="微软雅黑" panose="020B0503020204020204" charset="-122"/>
                        <a:ea typeface="微软雅黑" panose="020B0503020204020204" charset="-122"/>
                      </a:endParaRPr>
                    </a:p>
                  </a:txBody>
                  <a:tcPr marL="51438" marR="51438" marT="0" marB="0" anchor="ctr">
                    <a:solidFill>
                      <a:srgbClr val="E5EDFC"/>
                    </a:solidFill>
                  </a:tcPr>
                </a:tc>
                <a:tc>
                  <a:txBody>
                    <a:bodyPr/>
                    <a:lstStyle/>
                    <a:p>
                      <a:pPr marL="171450" lvl="0" indent="-171450" algn="l" defTabSz="914400" rtl="0" eaLnBrk="1" fontAlgn="base" latinLnBrk="0" hangingPunct="1">
                        <a:lnSpc>
                          <a:spcPct val="110000"/>
                        </a:lnSpc>
                        <a:spcBef>
                          <a:spcPts val="0"/>
                        </a:spcBef>
                        <a:spcAft>
                          <a:spcPts val="0"/>
                        </a:spcAft>
                        <a:buFont typeface="Arial" panose="020B0604020202020204" pitchFamily="34" charset="0"/>
                        <a:buChar char="•"/>
                        <a:tabLst>
                          <a:tab pos="228600" algn="l"/>
                        </a:tabLst>
                      </a:pPr>
                      <a:endParaRPr lang="zh-CN" altLang="en-US" sz="1400" kern="1200" dirty="0">
                        <a:effectLst/>
                        <a:latin typeface="微软雅黑" panose="020B0503020204020204" charset="-122"/>
                        <a:ea typeface="微软雅黑" panose="020B0503020204020204" charset="-122"/>
                      </a:endParaRPr>
                    </a:p>
                  </a:txBody>
                  <a:tcPr marL="51437" marR="51437" marT="0" marB="0" anchor="ctr">
                    <a:solidFill>
                      <a:srgbClr val="E5EDFC"/>
                    </a:solidFill>
                  </a:tcPr>
                </a:tc>
                <a:tc>
                  <a:txBody>
                    <a:bodyPr/>
                    <a:lstStyle/>
                    <a:p>
                      <a:pPr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tab pos="228600" algn="l"/>
                        </a:tabLst>
                        <a:defRPr/>
                      </a:pPr>
                      <a:endParaRPr lang="zh-CN" sz="1400" dirty="0">
                        <a:latin typeface="微软雅黑" panose="020B0503020204020204" charset="-122"/>
                        <a:ea typeface="微软雅黑" panose="020B0503020204020204" charset="-122"/>
                        <a:cs typeface="微软雅黑" panose="020B0503020204020204" charset="-122"/>
                      </a:endParaRPr>
                    </a:p>
                  </a:txBody>
                  <a:tcPr marL="51438" marR="51438" marT="0" marB="0" anchor="ctr">
                    <a:solidFill>
                      <a:srgbClr val="E5EDFC"/>
                    </a:solidFill>
                  </a:tcPr>
                </a:tc>
                <a:tc>
                  <a:txBody>
                    <a:bodyPr/>
                    <a:lstStyle/>
                    <a:p>
                      <a:pPr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tab pos="228600" algn="l"/>
                        </a:tabLst>
                        <a:defRPr/>
                      </a:pPr>
                      <a:endParaRPr lang="zh-CN" sz="1400" dirty="0">
                        <a:latin typeface="微软雅黑" panose="020B0503020204020204" charset="-122"/>
                        <a:ea typeface="微软雅黑" panose="020B0503020204020204" charset="-122"/>
                        <a:cs typeface="微软雅黑" panose="020B0503020204020204" charset="-122"/>
                      </a:endParaRPr>
                    </a:p>
                  </a:txBody>
                  <a:tcPr marL="51438" marR="51438" marT="0" marB="0" anchor="ctr">
                    <a:solidFill>
                      <a:srgbClr val="E5EDFC"/>
                    </a:solidFill>
                  </a:tcPr>
                </a:tc>
                <a:extLst>
                  <a:ext uri="{0D108BD9-81ED-4DB2-BD59-A6C34878D82A}">
                    <a16:rowId xmlns:a16="http://schemas.microsoft.com/office/drawing/2014/main" val="10001"/>
                  </a:ext>
                </a:extLst>
              </a:tr>
              <a:tr h="1080000">
                <a:tc>
                  <a:txBody>
                    <a:bodyPr/>
                    <a:lstStyle/>
                    <a:p>
                      <a:pPr algn="ctr">
                        <a:spcAft>
                          <a:spcPts val="1000"/>
                        </a:spcAft>
                      </a:pPr>
                      <a:r>
                        <a:rPr lang="en-US" altLang="zh-CN" sz="1400" dirty="0">
                          <a:effectLst/>
                          <a:latin typeface="微软雅黑" panose="020B0503020204020204" charset="-122"/>
                          <a:ea typeface="微软雅黑" panose="020B0503020204020204" charset="-122"/>
                        </a:rPr>
                        <a:t>2</a:t>
                      </a:r>
                    </a:p>
                  </a:txBody>
                  <a:tcPr marL="51438" marR="51438" marT="0" marB="0" anchor="ctr">
                    <a:solidFill>
                      <a:srgbClr val="E5EDFC"/>
                    </a:solidFill>
                  </a:tcPr>
                </a:tc>
                <a:tc>
                  <a:txBody>
                    <a:bodyPr/>
                    <a:lstStyle/>
                    <a:p>
                      <a:pPr algn="l">
                        <a:spcAft>
                          <a:spcPts val="1000"/>
                        </a:spcAft>
                      </a:pPr>
                      <a:endParaRPr lang="zh-CN" sz="1400" dirty="0">
                        <a:effectLst/>
                        <a:latin typeface="微软雅黑" panose="020B0503020204020204" charset="-122"/>
                        <a:ea typeface="微软雅黑" panose="020B0503020204020204" charset="-122"/>
                      </a:endParaRPr>
                    </a:p>
                  </a:txBody>
                  <a:tcPr marL="51438" marR="51438" marT="0" marB="0" anchor="ctr">
                    <a:solidFill>
                      <a:srgbClr val="E5EDFC"/>
                    </a:solidFill>
                  </a:tcPr>
                </a:tc>
                <a:tc>
                  <a:txBody>
                    <a:bodyPr/>
                    <a:lstStyle/>
                    <a:p>
                      <a:pPr marL="171450" indent="-171450" algn="l">
                        <a:spcAft>
                          <a:spcPts val="1000"/>
                        </a:spcAft>
                        <a:buFont typeface="Arial" panose="020B0604020202020204" pitchFamily="34" charset="0"/>
                        <a:buChar char="•"/>
                      </a:pPr>
                      <a:endParaRPr lang="zh-CN" sz="1400" dirty="0">
                        <a:effectLst/>
                        <a:latin typeface="微软雅黑" panose="020B0503020204020204" charset="-122"/>
                        <a:ea typeface="微软雅黑" panose="020B0503020204020204" charset="-122"/>
                      </a:endParaRPr>
                    </a:p>
                  </a:txBody>
                  <a:tcPr marL="51438" marR="51438" marT="0" marB="0" anchor="ctr">
                    <a:solidFill>
                      <a:srgbClr val="E5EDFC"/>
                    </a:solidFill>
                  </a:tcPr>
                </a:tc>
                <a:tc>
                  <a:txBody>
                    <a:bodyPr/>
                    <a:lstStyle/>
                    <a:p>
                      <a:pPr marL="171450" lvl="0" indent="-171450" algn="l" defTabSz="914400" rtl="0" eaLnBrk="1" fontAlgn="base" latinLnBrk="0" hangingPunct="1">
                        <a:lnSpc>
                          <a:spcPct val="110000"/>
                        </a:lnSpc>
                        <a:spcBef>
                          <a:spcPts val="0"/>
                        </a:spcBef>
                        <a:spcAft>
                          <a:spcPts val="0"/>
                        </a:spcAft>
                        <a:buFont typeface="Arial" panose="020B0604020202020204" pitchFamily="34" charset="0"/>
                        <a:buChar char="•"/>
                        <a:tabLst>
                          <a:tab pos="228600" algn="l"/>
                        </a:tabLst>
                      </a:pPr>
                      <a:endParaRPr lang="zh-CN" altLang="en-US" sz="1400" kern="1200" dirty="0">
                        <a:effectLst/>
                        <a:latin typeface="微软雅黑" panose="020B0503020204020204" charset="-122"/>
                        <a:ea typeface="微软雅黑" panose="020B0503020204020204" charset="-122"/>
                      </a:endParaRPr>
                    </a:p>
                  </a:txBody>
                  <a:tcPr marL="51437" marR="51437" marT="0" marB="0" anchor="ctr">
                    <a:solidFill>
                      <a:srgbClr val="E5EDFC"/>
                    </a:solidFill>
                  </a:tcPr>
                </a:tc>
                <a:tc>
                  <a:txBody>
                    <a:bodyPr/>
                    <a:lstStyle/>
                    <a:p>
                      <a:pPr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tab pos="228600" algn="l"/>
                        </a:tabLst>
                        <a:defRPr/>
                      </a:pPr>
                      <a:endParaRPr lang="zh-CN" altLang="en-US" sz="1400" dirty="0">
                        <a:latin typeface="微软雅黑" panose="020B0503020204020204" charset="-122"/>
                        <a:ea typeface="微软雅黑" panose="020B0503020204020204" charset="-122"/>
                        <a:cs typeface="微软雅黑" panose="020B0503020204020204" charset="-122"/>
                      </a:endParaRPr>
                    </a:p>
                  </a:txBody>
                  <a:tcPr marL="51438" marR="51438" marT="0" marB="0" anchor="ctr">
                    <a:solidFill>
                      <a:srgbClr val="E5EDFC"/>
                    </a:solidFill>
                  </a:tcPr>
                </a:tc>
                <a:tc>
                  <a:txBody>
                    <a:bodyPr/>
                    <a:lstStyle/>
                    <a:p>
                      <a:pPr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tab pos="228600" algn="l"/>
                        </a:tabLst>
                        <a:defRPr/>
                      </a:pPr>
                      <a:endParaRPr lang="zh-CN" altLang="en-US" sz="1400" dirty="0">
                        <a:latin typeface="微软雅黑" panose="020B0503020204020204" charset="-122"/>
                        <a:ea typeface="微软雅黑" panose="020B0503020204020204" charset="-122"/>
                        <a:cs typeface="微软雅黑" panose="020B0503020204020204" charset="-122"/>
                      </a:endParaRPr>
                    </a:p>
                  </a:txBody>
                  <a:tcPr marL="51438" marR="51438" marT="0" marB="0" anchor="ctr">
                    <a:solidFill>
                      <a:srgbClr val="E5EDFC"/>
                    </a:solidFill>
                  </a:tcPr>
                </a:tc>
                <a:extLst>
                  <a:ext uri="{0D108BD9-81ED-4DB2-BD59-A6C34878D82A}">
                    <a16:rowId xmlns:a16="http://schemas.microsoft.com/office/drawing/2014/main" val="10002"/>
                  </a:ext>
                </a:extLst>
              </a:tr>
              <a:tr h="1080000">
                <a:tc>
                  <a:txBody>
                    <a:bodyPr/>
                    <a:lstStyle/>
                    <a:p>
                      <a:pPr algn="ctr">
                        <a:spcAft>
                          <a:spcPts val="1000"/>
                        </a:spcAft>
                        <a:buNone/>
                      </a:pPr>
                      <a:r>
                        <a:rPr lang="en-US" altLang="zh-CN" sz="1400" dirty="0">
                          <a:effectLst/>
                          <a:latin typeface="微软雅黑" panose="020B0503020204020204" charset="-122"/>
                          <a:ea typeface="微软雅黑" panose="020B0503020204020204" charset="-122"/>
                        </a:rPr>
                        <a:t>3</a:t>
                      </a:r>
                    </a:p>
                  </a:txBody>
                  <a:tcPr marL="51438" marR="51438" marT="0" marB="0" anchor="ctr">
                    <a:solidFill>
                      <a:srgbClr val="E5EDFC"/>
                    </a:solidFill>
                  </a:tcPr>
                </a:tc>
                <a:tc>
                  <a:txBody>
                    <a:bodyPr/>
                    <a:lstStyle/>
                    <a:p>
                      <a:pPr algn="l">
                        <a:spcAft>
                          <a:spcPts val="1000"/>
                        </a:spcAft>
                        <a:buNone/>
                      </a:pPr>
                      <a:endParaRPr lang="zh-CN" altLang="en-US" sz="1400" dirty="0">
                        <a:effectLst/>
                        <a:latin typeface="微软雅黑" panose="020B0503020204020204" charset="-122"/>
                        <a:ea typeface="微软雅黑" panose="020B0503020204020204" charset="-122"/>
                      </a:endParaRPr>
                    </a:p>
                  </a:txBody>
                  <a:tcPr marL="51438" marR="51438" marT="0" marB="0" anchor="ctr">
                    <a:solidFill>
                      <a:srgbClr val="E5EDFC"/>
                    </a:solidFill>
                  </a:tcPr>
                </a:tc>
                <a:tc>
                  <a:txBody>
                    <a:bodyPr/>
                    <a:lstStyle/>
                    <a:p>
                      <a:pPr marL="171450" indent="-171450" algn="l">
                        <a:spcAft>
                          <a:spcPts val="1000"/>
                        </a:spcAft>
                        <a:buFont typeface="Arial" panose="020B0604020202020204" pitchFamily="34" charset="0"/>
                        <a:buChar char="•"/>
                      </a:pPr>
                      <a:endParaRPr lang="zh-CN" altLang="en-US" sz="1400" dirty="0">
                        <a:effectLst/>
                        <a:latin typeface="微软雅黑" panose="020B0503020204020204" charset="-122"/>
                        <a:ea typeface="微软雅黑" panose="020B0503020204020204" charset="-122"/>
                      </a:endParaRPr>
                    </a:p>
                  </a:txBody>
                  <a:tcPr marL="51438" marR="51438" marT="0" marB="0" anchor="ctr">
                    <a:solidFill>
                      <a:srgbClr val="E5EDFC"/>
                    </a:solidFill>
                  </a:tcPr>
                </a:tc>
                <a:tc>
                  <a:txBody>
                    <a:bodyPr/>
                    <a:lstStyle/>
                    <a:p>
                      <a:pPr marL="171450" lvl="0" indent="-171450" algn="l" defTabSz="914400" rtl="0" eaLnBrk="1" fontAlgn="base" latinLnBrk="0" hangingPunct="1">
                        <a:lnSpc>
                          <a:spcPct val="110000"/>
                        </a:lnSpc>
                        <a:spcBef>
                          <a:spcPts val="0"/>
                        </a:spcBef>
                        <a:spcAft>
                          <a:spcPts val="0"/>
                        </a:spcAft>
                        <a:buFont typeface="Arial" panose="020B0604020202020204" pitchFamily="34" charset="0"/>
                        <a:buChar char="•"/>
                        <a:tabLst>
                          <a:tab pos="228600" algn="l"/>
                        </a:tabLst>
                      </a:pPr>
                      <a:endParaRPr lang="zh-CN" altLang="en-US" sz="1400" kern="1200" dirty="0">
                        <a:effectLst/>
                        <a:latin typeface="微软雅黑" panose="020B0503020204020204" charset="-122"/>
                        <a:ea typeface="微软雅黑" panose="020B0503020204020204" charset="-122"/>
                      </a:endParaRPr>
                    </a:p>
                  </a:txBody>
                  <a:tcPr marL="51437" marR="51437" marT="0" marB="0" anchor="ctr">
                    <a:solidFill>
                      <a:srgbClr val="E5EDFC"/>
                    </a:solidFill>
                  </a:tcPr>
                </a:tc>
                <a:tc>
                  <a:txBody>
                    <a:bodyPr/>
                    <a:lstStyle/>
                    <a:p>
                      <a:pPr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tab pos="228600" algn="l"/>
                        </a:tabLst>
                        <a:defRPr/>
                      </a:pPr>
                      <a:endParaRPr lang="zh-CN" altLang="en-US" sz="1400" dirty="0">
                        <a:latin typeface="微软雅黑" panose="020B0503020204020204" charset="-122"/>
                        <a:ea typeface="微软雅黑" panose="020B0503020204020204" charset="-122"/>
                        <a:cs typeface="微软雅黑" panose="020B0503020204020204" charset="-122"/>
                      </a:endParaRPr>
                    </a:p>
                  </a:txBody>
                  <a:tcPr marL="51438" marR="51438" marT="0" marB="0" anchor="ctr">
                    <a:solidFill>
                      <a:srgbClr val="E5EDFC"/>
                    </a:solidFill>
                  </a:tcPr>
                </a:tc>
                <a:tc>
                  <a:txBody>
                    <a:bodyPr/>
                    <a:lstStyle/>
                    <a:p>
                      <a:pPr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tab pos="228600" algn="l"/>
                        </a:tabLst>
                        <a:defRPr/>
                      </a:pPr>
                      <a:endParaRPr lang="zh-CN" altLang="en-US" sz="1400" dirty="0">
                        <a:latin typeface="微软雅黑" panose="020B0503020204020204" charset="-122"/>
                        <a:ea typeface="微软雅黑" panose="020B0503020204020204" charset="-122"/>
                        <a:cs typeface="微软雅黑" panose="020B0503020204020204" charset="-122"/>
                      </a:endParaRPr>
                    </a:p>
                  </a:txBody>
                  <a:tcPr marL="51438" marR="51438" marT="0" marB="0" anchor="ctr">
                    <a:solidFill>
                      <a:srgbClr val="E5EDFC"/>
                    </a:solidFill>
                  </a:tcPr>
                </a:tc>
                <a:extLst>
                  <a:ext uri="{0D108BD9-81ED-4DB2-BD59-A6C34878D82A}">
                    <a16:rowId xmlns:a16="http://schemas.microsoft.com/office/drawing/2014/main" val="10003"/>
                  </a:ext>
                </a:extLst>
              </a:tr>
              <a:tr h="1080000">
                <a:tc>
                  <a:txBody>
                    <a:bodyPr/>
                    <a:lstStyle/>
                    <a:p>
                      <a:pPr algn="ctr">
                        <a:spcAft>
                          <a:spcPts val="1000"/>
                        </a:spcAft>
                        <a:buNone/>
                      </a:pPr>
                      <a:r>
                        <a:rPr lang="en-US" altLang="zh-CN" sz="1400" dirty="0">
                          <a:effectLst/>
                          <a:latin typeface="微软雅黑" panose="020B0503020204020204" charset="-122"/>
                          <a:ea typeface="微软雅黑" panose="020B0503020204020204" charset="-122"/>
                        </a:rPr>
                        <a:t>4</a:t>
                      </a:r>
                    </a:p>
                  </a:txBody>
                  <a:tcPr marL="51438" marR="51438" marT="0" marB="0" anchor="ctr">
                    <a:solidFill>
                      <a:srgbClr val="E5EDFC"/>
                    </a:solidFill>
                  </a:tcPr>
                </a:tc>
                <a:tc>
                  <a:txBody>
                    <a:bodyPr/>
                    <a:lstStyle/>
                    <a:p>
                      <a:pPr algn="l">
                        <a:spcAft>
                          <a:spcPts val="1000"/>
                        </a:spcAft>
                        <a:buNone/>
                      </a:pPr>
                      <a:endParaRPr lang="zh-CN" altLang="en-US" sz="1400" dirty="0">
                        <a:effectLst/>
                        <a:latin typeface="微软雅黑" panose="020B0503020204020204" charset="-122"/>
                        <a:ea typeface="微软雅黑" panose="020B0503020204020204" charset="-122"/>
                      </a:endParaRPr>
                    </a:p>
                  </a:txBody>
                  <a:tcPr marL="51438" marR="51438" marT="0" marB="0" anchor="ctr">
                    <a:solidFill>
                      <a:srgbClr val="E5EDFC"/>
                    </a:solidFill>
                  </a:tcPr>
                </a:tc>
                <a:tc>
                  <a:txBody>
                    <a:bodyPr/>
                    <a:lstStyle/>
                    <a:p>
                      <a:pPr marL="171450" indent="-171450" algn="l">
                        <a:spcAft>
                          <a:spcPts val="1000"/>
                        </a:spcAft>
                        <a:buFont typeface="Arial" panose="020B0604020202020204" pitchFamily="34" charset="0"/>
                        <a:buChar char="•"/>
                      </a:pPr>
                      <a:endParaRPr lang="zh-CN" altLang="en-US" sz="1400" dirty="0">
                        <a:effectLst/>
                        <a:latin typeface="微软雅黑" panose="020B0503020204020204" charset="-122"/>
                        <a:ea typeface="微软雅黑" panose="020B0503020204020204" charset="-122"/>
                      </a:endParaRPr>
                    </a:p>
                  </a:txBody>
                  <a:tcPr marL="51438" marR="51438" marT="0" marB="0" anchor="ctr">
                    <a:solidFill>
                      <a:srgbClr val="E5EDFC"/>
                    </a:solidFill>
                  </a:tcPr>
                </a:tc>
                <a:tc>
                  <a:txBody>
                    <a:bodyPr/>
                    <a:lstStyle/>
                    <a:p>
                      <a:pPr marL="171450" lvl="0" indent="-171450" algn="l" defTabSz="914400" rtl="0" eaLnBrk="1" fontAlgn="base" latinLnBrk="0" hangingPunct="1">
                        <a:lnSpc>
                          <a:spcPct val="110000"/>
                        </a:lnSpc>
                        <a:spcBef>
                          <a:spcPts val="0"/>
                        </a:spcBef>
                        <a:spcAft>
                          <a:spcPts val="0"/>
                        </a:spcAft>
                        <a:buFont typeface="Arial" panose="020B0604020202020204" pitchFamily="34" charset="0"/>
                        <a:buChar char="•"/>
                        <a:tabLst>
                          <a:tab pos="228600" algn="l"/>
                        </a:tabLst>
                      </a:pPr>
                      <a:endParaRPr lang="zh-CN" altLang="en-US" sz="1400" kern="1200" dirty="0">
                        <a:effectLst/>
                        <a:latin typeface="微软雅黑" panose="020B0503020204020204" charset="-122"/>
                        <a:ea typeface="微软雅黑" panose="020B0503020204020204" charset="-122"/>
                      </a:endParaRPr>
                    </a:p>
                  </a:txBody>
                  <a:tcPr marL="51437" marR="51437" marT="0" marB="0" anchor="ctr">
                    <a:solidFill>
                      <a:srgbClr val="E5EDFC"/>
                    </a:solidFill>
                  </a:tcPr>
                </a:tc>
                <a:tc>
                  <a:txBody>
                    <a:bodyPr/>
                    <a:lstStyle/>
                    <a:p>
                      <a:pPr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tab pos="228600" algn="l"/>
                        </a:tabLst>
                        <a:defRPr/>
                      </a:pPr>
                      <a:endParaRPr lang="zh-CN" altLang="en-US" sz="1400" dirty="0">
                        <a:latin typeface="微软雅黑" panose="020B0503020204020204" charset="-122"/>
                        <a:ea typeface="微软雅黑" panose="020B0503020204020204" charset="-122"/>
                        <a:cs typeface="微软雅黑" panose="020B0503020204020204" charset="-122"/>
                      </a:endParaRPr>
                    </a:p>
                  </a:txBody>
                  <a:tcPr marL="51438" marR="51438" marT="0" marB="0" anchor="ctr">
                    <a:solidFill>
                      <a:srgbClr val="E5EDFC"/>
                    </a:solidFill>
                  </a:tcPr>
                </a:tc>
                <a:tc>
                  <a:txBody>
                    <a:bodyPr/>
                    <a:lstStyle/>
                    <a:p>
                      <a:pPr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tab pos="228600" algn="l"/>
                        </a:tabLst>
                        <a:defRPr/>
                      </a:pPr>
                      <a:endParaRPr lang="zh-CN" altLang="en-US" sz="1400" dirty="0">
                        <a:latin typeface="微软雅黑" panose="020B0503020204020204" charset="-122"/>
                        <a:ea typeface="微软雅黑" panose="020B0503020204020204" charset="-122"/>
                        <a:cs typeface="微软雅黑" panose="020B0503020204020204" charset="-122"/>
                      </a:endParaRPr>
                    </a:p>
                  </a:txBody>
                  <a:tcPr marL="51438" marR="51438" marT="0" marB="0" anchor="ctr">
                    <a:solidFill>
                      <a:srgbClr val="E5EDFC"/>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待决策事项与后续安排</a:t>
            </a:r>
          </a:p>
        </p:txBody>
      </p:sp>
      <p:sp>
        <p:nvSpPr>
          <p:cNvPr id="3" name="文本占位符 2"/>
          <p:cNvSpPr>
            <a:spLocks noGrp="1"/>
          </p:cNvSpPr>
          <p:nvPr>
            <p:ph type="body" sz="quarter" idx="18"/>
          </p:nvPr>
        </p:nvSpPr>
        <p:spPr/>
        <p:txBody>
          <a:bodyPr/>
          <a:lstStyle/>
          <a:p>
            <a:r>
              <a:rPr lang="en-US" dirty="0"/>
              <a:t>4-3. </a:t>
            </a:r>
            <a:r>
              <a:rPr lang="zh-CN" altLang="en-US" dirty="0"/>
              <a:t>调研总结</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8094" y="210672"/>
            <a:ext cx="9693760" cy="469413"/>
          </a:xfrm>
        </p:spPr>
        <p:txBody>
          <a:bodyPr/>
          <a:lstStyle/>
          <a:p>
            <a:r>
              <a:rPr kumimoji="1" lang="zh-CN" altLang="en-US" dirty="0"/>
              <a:t>调研总结</a:t>
            </a:r>
          </a:p>
        </p:txBody>
      </p:sp>
      <p:sp>
        <p:nvSpPr>
          <p:cNvPr id="10" name="矩形 7"/>
          <p:cNvSpPr/>
          <p:nvPr/>
        </p:nvSpPr>
        <p:spPr>
          <a:xfrm>
            <a:off x="412115" y="1485265"/>
            <a:ext cx="10456545" cy="1889760"/>
          </a:xfrm>
          <a:prstGeom prst="rect">
            <a:avLst/>
          </a:prstGeom>
        </p:spPr>
        <p:txBody>
          <a:bodyPr wrap="square">
            <a:spAutoFit/>
          </a:bodyPr>
          <a:lstStyle/>
          <a:p>
            <a:pPr>
              <a:lnSpc>
                <a:spcPct val="130000"/>
              </a:lnSpc>
            </a:pPr>
            <a:r>
              <a:rPr lang="zh-CN" altLang="zh-TW" dirty="0">
                <a:latin typeface="微软雅黑" panose="020B0503020204020204" charset="-122"/>
                <a:ea typeface="微软雅黑" panose="020B0503020204020204" charset="-122"/>
              </a:rPr>
              <a:t>对调研工作进行总结陈述：</a:t>
            </a:r>
          </a:p>
          <a:p>
            <a:pPr marL="742950" lvl="1" indent="-285750">
              <a:lnSpc>
                <a:spcPct val="130000"/>
              </a:lnSpc>
              <a:buFont typeface="Arial" panose="020B0604020202020204" pitchFamily="34" charset="0"/>
              <a:buChar char="•"/>
            </a:pPr>
            <a:r>
              <a:rPr lang="zh-CN" altLang="zh-TW" dirty="0">
                <a:solidFill>
                  <a:schemeClr val="tx1"/>
                </a:solidFill>
                <a:latin typeface="微软雅黑" panose="020B0503020204020204" charset="-122"/>
                <a:ea typeface="微软雅黑" panose="020B0503020204020204" charset="-122"/>
              </a:rPr>
              <a:t>问题、需求、关注点等提炼分析，引出项目价值</a:t>
            </a:r>
          </a:p>
          <a:p>
            <a:pPr marL="742950" lvl="1" indent="-285750">
              <a:lnSpc>
                <a:spcPct val="130000"/>
              </a:lnSpc>
              <a:buFont typeface="Arial" panose="020B0604020202020204" pitchFamily="34" charset="0"/>
              <a:buChar char="•"/>
            </a:pPr>
            <a:r>
              <a:rPr lang="zh-CN" altLang="zh-TW" dirty="0">
                <a:solidFill>
                  <a:schemeClr val="tx1"/>
                </a:solidFill>
                <a:latin typeface="微软雅黑" panose="020B0503020204020204" charset="-122"/>
                <a:ea typeface="微软雅黑" panose="020B0503020204020204" charset="-122"/>
              </a:rPr>
              <a:t>感谢客户各部门在调研过程中的积极配合，适当点出配合中的困难点</a:t>
            </a:r>
          </a:p>
          <a:p>
            <a:pPr marL="742950" lvl="1" indent="-285750">
              <a:lnSpc>
                <a:spcPct val="130000"/>
              </a:lnSpc>
              <a:buFont typeface="Arial" panose="020B0604020202020204" pitchFamily="34" charset="0"/>
              <a:buChar char="•"/>
            </a:pPr>
            <a:r>
              <a:rPr lang="zh-CN" altLang="zh-TW" dirty="0">
                <a:solidFill>
                  <a:schemeClr val="tx1"/>
                </a:solidFill>
                <a:latin typeface="微软雅黑" panose="020B0503020204020204" charset="-122"/>
                <a:ea typeface="微软雅黑" panose="020B0503020204020204" charset="-122"/>
              </a:rPr>
              <a:t>对后续工作进行展望，强调继续友好配合</a:t>
            </a:r>
          </a:p>
          <a:p>
            <a:pPr marL="742950" lvl="1" indent="-285750">
              <a:lnSpc>
                <a:spcPct val="130000"/>
              </a:lnSpc>
              <a:buFont typeface="Arial" panose="020B0604020202020204" pitchFamily="34" charset="0"/>
              <a:buChar char="•"/>
            </a:pPr>
            <a:r>
              <a:rPr lang="zh-CN" altLang="zh-TW" dirty="0">
                <a:solidFill>
                  <a:schemeClr val="tx1"/>
                </a:solidFill>
                <a:latin typeface="微软雅黑" panose="020B0503020204020204" charset="-122"/>
                <a:ea typeface="微软雅黑" panose="020B0503020204020204" charset="-122"/>
              </a:rPr>
              <a:t>点出项目可能存在的隐患与风险</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BD7B6F65-D918-F44C-B1AC-2BDA9E5E0F09}"/>
              </a:ext>
            </a:extLst>
          </p:cNvPr>
          <p:cNvSpPr>
            <a:spLocks noGrp="1"/>
          </p:cNvSpPr>
          <p:nvPr>
            <p:ph type="body" sz="quarter" idx="28"/>
          </p:nvPr>
        </p:nvSpPr>
        <p:spPr/>
        <p:txBody>
          <a:bodyPr/>
          <a:lstStyle/>
          <a:p>
            <a:endParaRPr kumimoji="1" lang="zh-CN" altLang="en-US"/>
          </a:p>
        </p:txBody>
      </p:sp>
      <p:sp>
        <p:nvSpPr>
          <p:cNvPr id="4" name="标题 3">
            <a:extLst>
              <a:ext uri="{FF2B5EF4-FFF2-40B4-BE49-F238E27FC236}">
                <a16:creationId xmlns:a16="http://schemas.microsoft.com/office/drawing/2014/main" id="{4F5743F3-4EA6-5245-807F-65B5A7CB6BA2}"/>
              </a:ext>
            </a:extLst>
          </p:cNvPr>
          <p:cNvSpPr>
            <a:spLocks noGrp="1"/>
          </p:cNvSpPr>
          <p:nvPr>
            <p:ph type="title"/>
          </p:nvPr>
        </p:nvSpPr>
        <p:spPr/>
        <p:txBody>
          <a:bodyPr/>
          <a:lstStyle/>
          <a:p>
            <a:endParaRPr kumimoji="1" lang="zh-CN" altLang="en-US" dirty="0"/>
          </a:p>
        </p:txBody>
      </p:sp>
      <p:sp>
        <p:nvSpPr>
          <p:cNvPr id="5" name="TextBox 1">
            <a:extLst>
              <a:ext uri="{FF2B5EF4-FFF2-40B4-BE49-F238E27FC236}">
                <a16:creationId xmlns:a16="http://schemas.microsoft.com/office/drawing/2014/main" id="{864E4E7F-20D6-E74B-B83D-94267DBA6B46}"/>
              </a:ext>
            </a:extLst>
          </p:cNvPr>
          <p:cNvSpPr txBox="1"/>
          <p:nvPr/>
        </p:nvSpPr>
        <p:spPr>
          <a:xfrm>
            <a:off x="862580" y="1591702"/>
            <a:ext cx="2349500" cy="430887"/>
          </a:xfrm>
          <a:prstGeom prst="rect">
            <a:avLst/>
          </a:prstGeom>
          <a:noFill/>
        </p:spPr>
        <p:txBody>
          <a:bodyPr wrap="square" rtlCol="0">
            <a:spAutoFit/>
          </a:bodyPr>
          <a:lstStyle/>
          <a:p>
            <a:r>
              <a:rPr lang="zh-TW" altLang="en-US" sz="2200" dirty="0">
                <a:solidFill>
                  <a:srgbClr val="525252"/>
                </a:solidFill>
                <a:latin typeface="Microsoft YaHei" panose="020B0503020204020204" pitchFamily="34" charset="-122"/>
                <a:ea typeface="Microsoft YaHei" panose="020B0503020204020204" pitchFamily="34" charset="-122"/>
              </a:rPr>
              <a:t>字</a:t>
            </a:r>
            <a:r>
              <a:rPr lang="zh-CN" altLang="en-US" sz="2200" dirty="0">
                <a:solidFill>
                  <a:srgbClr val="525252"/>
                </a:solidFill>
                <a:latin typeface="Microsoft YaHei" panose="020B0503020204020204" pitchFamily="34" charset="-122"/>
                <a:ea typeface="Microsoft YaHei" panose="020B0503020204020204" pitchFamily="34" charset="-122"/>
              </a:rPr>
              <a:t>    </a:t>
            </a:r>
            <a:r>
              <a:rPr lang="zh-TW" altLang="en-US" sz="2200" dirty="0">
                <a:solidFill>
                  <a:srgbClr val="525252"/>
                </a:solidFill>
                <a:latin typeface="Microsoft YaHei" panose="020B0503020204020204" pitchFamily="34" charset="-122"/>
                <a:ea typeface="Microsoft YaHei" panose="020B0503020204020204" pitchFamily="34" charset="-122"/>
              </a:rPr>
              <a:t>体</a:t>
            </a:r>
            <a:endParaRPr lang="en-US" sz="2200" dirty="0">
              <a:solidFill>
                <a:srgbClr val="525252"/>
              </a:solidFill>
              <a:latin typeface="Microsoft YaHei" panose="020B0503020204020204" pitchFamily="34" charset="-122"/>
              <a:ea typeface="Microsoft YaHei" panose="020B0503020204020204" pitchFamily="34" charset="-122"/>
            </a:endParaRPr>
          </a:p>
        </p:txBody>
      </p:sp>
      <p:sp>
        <p:nvSpPr>
          <p:cNvPr id="6" name="Rectangle 2">
            <a:extLst>
              <a:ext uri="{FF2B5EF4-FFF2-40B4-BE49-F238E27FC236}">
                <a16:creationId xmlns:a16="http://schemas.microsoft.com/office/drawing/2014/main" id="{2D922028-E841-7148-8D60-8CD9E0B20FD1}"/>
              </a:ext>
            </a:extLst>
          </p:cNvPr>
          <p:cNvSpPr/>
          <p:nvPr/>
        </p:nvSpPr>
        <p:spPr>
          <a:xfrm>
            <a:off x="862580" y="2195547"/>
            <a:ext cx="4660900" cy="4140301"/>
          </a:xfrm>
          <a:prstGeom prst="rect">
            <a:avLst/>
          </a:prstGeom>
        </p:spPr>
        <p:txBody>
          <a:bodyPr wrap="square">
            <a:spAutoFit/>
          </a:bodyPr>
          <a:lstStyle/>
          <a:p>
            <a:pPr>
              <a:lnSpc>
                <a:spcPct val="130000"/>
              </a:lnSpc>
              <a:defRPr sz="3400" spc="68">
                <a:solidFill>
                  <a:srgbClr val="373D41"/>
                </a:solidFill>
                <a:latin typeface="FZLanTingHei-L-GBK"/>
                <a:ea typeface="FZLanTingHei-L-GBK"/>
                <a:cs typeface="FZLanTingHei-L-GBK"/>
                <a:sym typeface="FZLanTingHei-L-GBK"/>
              </a:defRPr>
            </a:pPr>
            <a:r>
              <a:rPr lang="zh-TW" altLang="en-US" sz="1700" dirty="0">
                <a:solidFill>
                  <a:srgbClr val="2386EE"/>
                </a:solidFill>
                <a:latin typeface="Microsoft YaHei" panose="020B0503020204020204" pitchFamily="34" charset="-122"/>
                <a:ea typeface="Microsoft YaHei" panose="020B0503020204020204" pitchFamily="34" charset="-122"/>
              </a:rPr>
              <a:t>中文</a:t>
            </a:r>
            <a:r>
              <a:rPr lang="zh-TW" altLang="en-US" sz="1700" dirty="0">
                <a:solidFill>
                  <a:schemeClr val="bg2">
                    <a:lumMod val="25000"/>
                  </a:schemeClr>
                </a:solidFill>
                <a:latin typeface="Microsoft YaHei" panose="020B0503020204020204" pitchFamily="34" charset="-122"/>
                <a:ea typeface="Microsoft YaHei" panose="020B0503020204020204" pitchFamily="34" charset="-122"/>
              </a:rPr>
              <a:t>字体</a:t>
            </a:r>
            <a:r>
              <a:rPr lang="zh-CN" altLang="en-US" sz="1700" dirty="0">
                <a:solidFill>
                  <a:schemeClr val="bg2">
                    <a:lumMod val="25000"/>
                  </a:schemeClr>
                </a:solidFill>
                <a:latin typeface="Microsoft YaHei" panose="020B0503020204020204" pitchFamily="34" charset="-122"/>
                <a:ea typeface="Microsoft YaHei" panose="020B0503020204020204" pitchFamily="34" charset="-122"/>
              </a:rPr>
              <a:t>：</a:t>
            </a:r>
            <a:r>
              <a:rPr lang="zh-TW" altLang="en-US" sz="1700" dirty="0">
                <a:solidFill>
                  <a:schemeClr val="bg2">
                    <a:lumMod val="25000"/>
                  </a:schemeClr>
                </a:solidFill>
                <a:latin typeface="Microsoft YaHei" panose="020B0503020204020204" pitchFamily="34" charset="-122"/>
                <a:ea typeface="Microsoft YaHei" panose="020B0503020204020204" pitchFamily="34" charset="-122"/>
              </a:rPr>
              <a:t>微软雅黑</a:t>
            </a:r>
            <a:endParaRPr lang="en-US" altLang="zh-TW" sz="1700" dirty="0">
              <a:solidFill>
                <a:schemeClr val="bg2">
                  <a:lumMod val="25000"/>
                </a:schemeClr>
              </a:solidFill>
              <a:latin typeface="Microsoft YaHei" panose="020B0503020204020204" pitchFamily="34" charset="-122"/>
              <a:ea typeface="Microsoft YaHei" panose="020B0503020204020204" pitchFamily="34" charset="-122"/>
            </a:endParaRPr>
          </a:p>
          <a:p>
            <a:pPr>
              <a:lnSpc>
                <a:spcPct val="130000"/>
              </a:lnSpc>
              <a:defRPr sz="3400" spc="68">
                <a:solidFill>
                  <a:srgbClr val="373D41"/>
                </a:solidFill>
                <a:latin typeface="FZLanTingHei-L-GBK"/>
                <a:ea typeface="FZLanTingHei-L-GBK"/>
                <a:cs typeface="FZLanTingHei-L-GBK"/>
                <a:sym typeface="FZLanTingHei-L-GBK"/>
              </a:defRPr>
            </a:pPr>
            <a:r>
              <a:rPr lang="zh-TW" altLang="en-US" sz="1700" dirty="0">
                <a:solidFill>
                  <a:srgbClr val="2386EE"/>
                </a:solidFill>
                <a:latin typeface="Microsoft YaHei" panose="020B0503020204020204" pitchFamily="34" charset="-122"/>
                <a:ea typeface="Microsoft YaHei" panose="020B0503020204020204" pitchFamily="34" charset="-122"/>
              </a:rPr>
              <a:t>英文字</a:t>
            </a:r>
            <a:r>
              <a:rPr lang="zh-TW" altLang="en-US" sz="1700" dirty="0">
                <a:solidFill>
                  <a:schemeClr val="bg2">
                    <a:lumMod val="25000"/>
                  </a:schemeClr>
                </a:solidFill>
                <a:latin typeface="Microsoft YaHei" panose="020B0503020204020204" pitchFamily="34" charset="-122"/>
                <a:ea typeface="Microsoft YaHei" panose="020B0503020204020204" pitchFamily="34" charset="-122"/>
              </a:rPr>
              <a:t>体</a:t>
            </a:r>
            <a:r>
              <a:rPr lang="zh-CN" altLang="en-US" sz="1700" dirty="0">
                <a:solidFill>
                  <a:schemeClr val="bg2">
                    <a:lumMod val="25000"/>
                  </a:schemeClr>
                </a:solidFill>
                <a:latin typeface="Microsoft YaHei" panose="020B0503020204020204" pitchFamily="34" charset="-122"/>
                <a:ea typeface="Microsoft YaHei" panose="020B0503020204020204" pitchFamily="34" charset="-122"/>
              </a:rPr>
              <a:t>：</a:t>
            </a:r>
            <a:r>
              <a:rPr lang="zh-TW" altLang="en-US" sz="1700" dirty="0">
                <a:solidFill>
                  <a:schemeClr val="bg2">
                    <a:lumMod val="25000"/>
                  </a:schemeClr>
                </a:solidFill>
                <a:latin typeface="Microsoft YaHei" panose="020B0503020204020204" pitchFamily="34" charset="-122"/>
                <a:ea typeface="Microsoft YaHei" panose="020B0503020204020204" pitchFamily="34" charset="-122"/>
              </a:rPr>
              <a:t>微软雅黑</a:t>
            </a:r>
            <a:endParaRPr lang="en-US" altLang="zh-TW" sz="1700" dirty="0">
              <a:solidFill>
                <a:schemeClr val="bg2">
                  <a:lumMod val="25000"/>
                </a:schemeClr>
              </a:solidFill>
              <a:latin typeface="Microsoft YaHei" panose="020B0503020204020204" pitchFamily="34" charset="-122"/>
              <a:ea typeface="Microsoft YaHei" panose="020B0503020204020204" pitchFamily="34" charset="-122"/>
            </a:endParaRPr>
          </a:p>
          <a:p>
            <a:pPr>
              <a:lnSpc>
                <a:spcPct val="130000"/>
              </a:lnSpc>
              <a:defRPr sz="3400" spc="68">
                <a:solidFill>
                  <a:srgbClr val="373D41"/>
                </a:solidFill>
                <a:latin typeface="FZLanTingHei-L-GBK"/>
                <a:ea typeface="FZLanTingHei-L-GBK"/>
                <a:cs typeface="FZLanTingHei-L-GBK"/>
                <a:sym typeface="FZLanTingHei-L-GBK"/>
              </a:defRPr>
            </a:pPr>
            <a:endParaRPr lang="en-US" altLang="zh-TW" sz="1700" dirty="0">
              <a:solidFill>
                <a:schemeClr val="tx1">
                  <a:lumMod val="75000"/>
                  <a:lumOff val="25000"/>
                </a:schemeClr>
              </a:solidFill>
              <a:latin typeface="Microsoft YaHei" panose="020B0503020204020204" pitchFamily="34" charset="-122"/>
              <a:ea typeface="Microsoft YaHei" panose="020B0503020204020204" pitchFamily="34" charset="-122"/>
            </a:endParaRPr>
          </a:p>
          <a:p>
            <a:pPr>
              <a:lnSpc>
                <a:spcPct val="130000"/>
              </a:lnSpc>
              <a:defRPr sz="3400" spc="68">
                <a:solidFill>
                  <a:srgbClr val="373D41"/>
                </a:solidFill>
                <a:latin typeface="FZLanTingHei-L-GBK"/>
                <a:ea typeface="FZLanTingHei-L-GBK"/>
                <a:cs typeface="FZLanTingHei-L-GBK"/>
                <a:sym typeface="FZLanTingHei-L-GBK"/>
              </a:defRPr>
            </a:pPr>
            <a:r>
              <a:rPr lang="zh-TW" altLang="en-US" sz="1700" dirty="0">
                <a:solidFill>
                  <a:srgbClr val="2386EE"/>
                </a:solidFill>
                <a:latin typeface="Microsoft YaHei" panose="020B0503020204020204" pitchFamily="34" charset="-122"/>
                <a:ea typeface="Microsoft YaHei" panose="020B0503020204020204" pitchFamily="34" charset="-122"/>
              </a:rPr>
              <a:t>大标题</a:t>
            </a:r>
            <a:r>
              <a:rPr lang="zh-CN" altLang="en-US" sz="1700" dirty="0">
                <a:solidFill>
                  <a:srgbClr val="2386EE"/>
                </a:solidFill>
                <a:latin typeface="Microsoft YaHei" panose="020B0503020204020204" pitchFamily="34" charset="-122"/>
                <a:ea typeface="Microsoft YaHei" panose="020B0503020204020204" pitchFamily="34" charset="-122"/>
              </a:rPr>
              <a:t>：</a:t>
            </a:r>
            <a:r>
              <a:rPr lang="en-US" altLang="zh-CN" sz="1700" dirty="0">
                <a:solidFill>
                  <a:schemeClr val="bg2">
                    <a:lumMod val="25000"/>
                  </a:schemeClr>
                </a:solidFill>
                <a:latin typeface="Microsoft YaHei" panose="020B0503020204020204" pitchFamily="34" charset="-122"/>
                <a:ea typeface="Microsoft YaHei" panose="020B0503020204020204" pitchFamily="34" charset="-122"/>
              </a:rPr>
              <a:t>24</a:t>
            </a:r>
            <a:r>
              <a:rPr lang="zh-TW" altLang="en-US" sz="1700" dirty="0">
                <a:solidFill>
                  <a:schemeClr val="bg2">
                    <a:lumMod val="25000"/>
                  </a:schemeClr>
                </a:solidFill>
                <a:latin typeface="Microsoft YaHei" panose="020B0503020204020204" pitchFamily="34" charset="-122"/>
                <a:ea typeface="Microsoft YaHei" panose="020B0503020204020204" pitchFamily="34" charset="-122"/>
              </a:rPr>
              <a:t>磅</a:t>
            </a:r>
            <a:r>
              <a:rPr lang="zh-CN" altLang="en-US" sz="1700" dirty="0">
                <a:solidFill>
                  <a:schemeClr val="bg2">
                    <a:lumMod val="25000"/>
                  </a:schemeClr>
                </a:solidFill>
                <a:latin typeface="Microsoft YaHei" panose="020B0503020204020204" pitchFamily="34" charset="-122"/>
                <a:ea typeface="Microsoft YaHei" panose="020B0503020204020204" pitchFamily="34" charset="-122"/>
              </a:rPr>
              <a:t> </a:t>
            </a:r>
            <a:r>
              <a:rPr lang="zh-TW" altLang="en-US" sz="1700" dirty="0">
                <a:solidFill>
                  <a:schemeClr val="bg2">
                    <a:lumMod val="25000"/>
                  </a:schemeClr>
                </a:solidFill>
                <a:latin typeface="Microsoft YaHei" panose="020B0503020204020204" pitchFamily="34" charset="-122"/>
                <a:ea typeface="Microsoft YaHei" panose="020B0503020204020204" pitchFamily="34" charset="-122"/>
              </a:rPr>
              <a:t>加粗</a:t>
            </a:r>
            <a:r>
              <a:rPr lang="zh-CN" altLang="en-US" sz="1700" dirty="0">
                <a:solidFill>
                  <a:schemeClr val="bg2">
                    <a:lumMod val="25000"/>
                  </a:schemeClr>
                </a:solidFill>
                <a:latin typeface="Microsoft YaHei" panose="020B0503020204020204" pitchFamily="34" charset="-122"/>
                <a:ea typeface="Microsoft YaHei" panose="020B0503020204020204" pitchFamily="34" charset="-122"/>
              </a:rPr>
              <a:t> </a:t>
            </a:r>
            <a:r>
              <a:rPr lang="en-US" altLang="zh-CN" sz="1700" dirty="0">
                <a:solidFill>
                  <a:schemeClr val="bg2">
                    <a:lumMod val="25000"/>
                  </a:schemeClr>
                </a:solidFill>
                <a:latin typeface="Microsoft YaHei" panose="020B0503020204020204" pitchFamily="34" charset="-122"/>
                <a:ea typeface="Microsoft YaHei" panose="020B0503020204020204" pitchFamily="34" charset="-122"/>
              </a:rPr>
              <a:t> </a:t>
            </a:r>
          </a:p>
          <a:p>
            <a:pPr>
              <a:lnSpc>
                <a:spcPct val="130000"/>
              </a:lnSpc>
              <a:defRPr sz="3400" spc="68">
                <a:solidFill>
                  <a:srgbClr val="373D41"/>
                </a:solidFill>
                <a:latin typeface="FZLanTingHei-L-GBK"/>
                <a:ea typeface="FZLanTingHei-L-GBK"/>
                <a:cs typeface="FZLanTingHei-L-GBK"/>
                <a:sym typeface="FZLanTingHei-L-GBK"/>
              </a:defRPr>
            </a:pPr>
            <a:r>
              <a:rPr lang="zh-TW" altLang="en-US" sz="1700" dirty="0">
                <a:solidFill>
                  <a:srgbClr val="2386EE"/>
                </a:solidFill>
                <a:latin typeface="Microsoft YaHei" panose="020B0503020204020204" pitchFamily="34" charset="-122"/>
                <a:ea typeface="Microsoft YaHei" panose="020B0503020204020204" pitchFamily="34" charset="-122"/>
              </a:rPr>
              <a:t>副标题</a:t>
            </a:r>
            <a:r>
              <a:rPr lang="zh-CN" altLang="en-US" sz="1700" dirty="0">
                <a:solidFill>
                  <a:srgbClr val="2386EE"/>
                </a:solidFill>
                <a:latin typeface="Microsoft YaHei" panose="020B0503020204020204" pitchFamily="34" charset="-122"/>
                <a:ea typeface="Microsoft YaHei" panose="020B0503020204020204" pitchFamily="34" charset="-122"/>
              </a:rPr>
              <a:t>：</a:t>
            </a:r>
            <a:r>
              <a:rPr lang="en-US" altLang="zh-CN" sz="1700" dirty="0">
                <a:solidFill>
                  <a:schemeClr val="bg2">
                    <a:lumMod val="25000"/>
                  </a:schemeClr>
                </a:solidFill>
                <a:latin typeface="Microsoft YaHei" panose="020B0503020204020204" pitchFamily="34" charset="-122"/>
                <a:ea typeface="Microsoft YaHei" panose="020B0503020204020204" pitchFamily="34" charset="-122"/>
              </a:rPr>
              <a:t>16</a:t>
            </a:r>
            <a:r>
              <a:rPr lang="zh-TW" altLang="en-US" sz="1700" dirty="0">
                <a:solidFill>
                  <a:schemeClr val="bg2">
                    <a:lumMod val="25000"/>
                  </a:schemeClr>
                </a:solidFill>
                <a:latin typeface="Microsoft YaHei" panose="020B0503020204020204" pitchFamily="34" charset="-122"/>
                <a:ea typeface="Microsoft YaHei" panose="020B0503020204020204" pitchFamily="34" charset="-122"/>
              </a:rPr>
              <a:t>磅</a:t>
            </a:r>
            <a:endParaRPr lang="en-US" altLang="zh-CN" sz="1700" dirty="0">
              <a:solidFill>
                <a:schemeClr val="bg2">
                  <a:lumMod val="25000"/>
                </a:schemeClr>
              </a:solidFill>
              <a:latin typeface="Microsoft YaHei" panose="020B0503020204020204" pitchFamily="34" charset="-122"/>
              <a:ea typeface="Microsoft YaHei" panose="020B0503020204020204" pitchFamily="34" charset="-122"/>
            </a:endParaRPr>
          </a:p>
          <a:p>
            <a:pPr>
              <a:lnSpc>
                <a:spcPct val="130000"/>
              </a:lnSpc>
              <a:defRPr sz="3400" spc="68">
                <a:solidFill>
                  <a:srgbClr val="373D41"/>
                </a:solidFill>
                <a:latin typeface="FZLanTingHei-L-GBK"/>
                <a:ea typeface="FZLanTingHei-L-GBK"/>
                <a:cs typeface="FZLanTingHei-L-GBK"/>
                <a:sym typeface="FZLanTingHei-L-GBK"/>
              </a:defRPr>
            </a:pPr>
            <a:endParaRPr lang="en-US" altLang="zh-CN" sz="1700" dirty="0">
              <a:solidFill>
                <a:schemeClr val="bg2">
                  <a:lumMod val="25000"/>
                </a:schemeClr>
              </a:solidFill>
              <a:latin typeface="Microsoft YaHei" panose="020B0503020204020204" pitchFamily="34" charset="-122"/>
              <a:ea typeface="Microsoft YaHei" panose="020B0503020204020204" pitchFamily="34" charset="-122"/>
            </a:endParaRPr>
          </a:p>
          <a:p>
            <a:pPr>
              <a:lnSpc>
                <a:spcPct val="130000"/>
              </a:lnSpc>
              <a:defRPr sz="3400" spc="68">
                <a:solidFill>
                  <a:srgbClr val="373D41"/>
                </a:solidFill>
                <a:latin typeface="FZLanTingHei-L-GBK"/>
                <a:ea typeface="FZLanTingHei-L-GBK"/>
                <a:cs typeface="FZLanTingHei-L-GBK"/>
                <a:sym typeface="FZLanTingHei-L-GBK"/>
              </a:defRPr>
            </a:pPr>
            <a:r>
              <a:rPr lang="zh-TW" altLang="en-US" sz="1700" dirty="0">
                <a:solidFill>
                  <a:srgbClr val="2386EE"/>
                </a:solidFill>
                <a:latin typeface="Microsoft YaHei" panose="020B0503020204020204" pitchFamily="34" charset="-122"/>
                <a:ea typeface="Microsoft YaHei" panose="020B0503020204020204" pitchFamily="34" charset="-122"/>
              </a:rPr>
              <a:t>内容文字</a:t>
            </a:r>
            <a:r>
              <a:rPr lang="zh-CN" altLang="en-US" sz="1700" dirty="0">
                <a:solidFill>
                  <a:srgbClr val="2386EE"/>
                </a:solidFill>
                <a:latin typeface="Microsoft YaHei" panose="020B0503020204020204" pitchFamily="34" charset="-122"/>
                <a:ea typeface="Microsoft YaHei" panose="020B0503020204020204" pitchFamily="34" charset="-122"/>
              </a:rPr>
              <a:t>：</a:t>
            </a:r>
            <a:r>
              <a:rPr lang="en-US" altLang="zh-CN" sz="1700" dirty="0">
                <a:solidFill>
                  <a:schemeClr val="bg2">
                    <a:lumMod val="25000"/>
                  </a:schemeClr>
                </a:solidFill>
                <a:latin typeface="Microsoft YaHei" panose="020B0503020204020204" pitchFamily="34" charset="-122"/>
                <a:ea typeface="Microsoft YaHei" panose="020B0503020204020204" pitchFamily="34" charset="-122"/>
              </a:rPr>
              <a:t>18</a:t>
            </a:r>
            <a:r>
              <a:rPr lang="zh-TW" altLang="en-US" sz="1700" dirty="0">
                <a:solidFill>
                  <a:schemeClr val="bg2">
                    <a:lumMod val="25000"/>
                  </a:schemeClr>
                </a:solidFill>
                <a:latin typeface="Microsoft YaHei" panose="020B0503020204020204" pitchFamily="34" charset="-122"/>
                <a:ea typeface="Microsoft YaHei" panose="020B0503020204020204" pitchFamily="34" charset="-122"/>
              </a:rPr>
              <a:t>磅</a:t>
            </a:r>
            <a:r>
              <a:rPr lang="zh-CN" altLang="en-US" sz="1700" dirty="0">
                <a:solidFill>
                  <a:schemeClr val="bg2">
                    <a:lumMod val="25000"/>
                  </a:schemeClr>
                </a:solidFill>
                <a:latin typeface="Microsoft YaHei" panose="020B0503020204020204" pitchFamily="34" charset="-122"/>
                <a:ea typeface="Microsoft YaHei" panose="020B0503020204020204" pitchFamily="34" charset="-122"/>
              </a:rPr>
              <a:t> </a:t>
            </a:r>
            <a:r>
              <a:rPr lang="zh-TW" altLang="en-US" sz="1700" dirty="0">
                <a:solidFill>
                  <a:schemeClr val="bg2">
                    <a:lumMod val="25000"/>
                  </a:schemeClr>
                </a:solidFill>
                <a:latin typeface="Microsoft YaHei" panose="020B0503020204020204" pitchFamily="34" charset="-122"/>
                <a:ea typeface="Microsoft YaHei" panose="020B0503020204020204" pitchFamily="34" charset="-122"/>
              </a:rPr>
              <a:t>普通</a:t>
            </a:r>
            <a:r>
              <a:rPr lang="zh-CN" altLang="en-US" sz="1700" dirty="0">
                <a:solidFill>
                  <a:schemeClr val="bg2">
                    <a:lumMod val="25000"/>
                  </a:schemeClr>
                </a:solidFill>
                <a:latin typeface="Microsoft YaHei" panose="020B0503020204020204" pitchFamily="34" charset="-122"/>
                <a:ea typeface="Microsoft YaHei" panose="020B0503020204020204" pitchFamily="34" charset="-122"/>
              </a:rPr>
              <a:t>， </a:t>
            </a:r>
            <a:r>
              <a:rPr lang="en-US" altLang="zh-CN" sz="1700" dirty="0">
                <a:solidFill>
                  <a:schemeClr val="bg2">
                    <a:lumMod val="25000"/>
                  </a:schemeClr>
                </a:solidFill>
                <a:latin typeface="Microsoft YaHei" panose="020B0503020204020204" pitchFamily="34" charset="-122"/>
                <a:ea typeface="Microsoft YaHei" panose="020B0503020204020204" pitchFamily="34" charset="-122"/>
              </a:rPr>
              <a:t>1.3</a:t>
            </a:r>
            <a:r>
              <a:rPr lang="zh-TW" altLang="en-US" sz="1700" dirty="0">
                <a:solidFill>
                  <a:schemeClr val="bg2">
                    <a:lumMod val="25000"/>
                  </a:schemeClr>
                </a:solidFill>
                <a:latin typeface="Microsoft YaHei" panose="020B0503020204020204" pitchFamily="34" charset="-122"/>
                <a:ea typeface="Microsoft YaHei" panose="020B0503020204020204" pitchFamily="34" charset="-122"/>
              </a:rPr>
              <a:t>倍行距</a:t>
            </a:r>
            <a:endParaRPr lang="en-US" altLang="zh-TW" sz="1700" dirty="0">
              <a:solidFill>
                <a:schemeClr val="bg2">
                  <a:lumMod val="25000"/>
                </a:schemeClr>
              </a:solidFill>
              <a:latin typeface="Microsoft YaHei" panose="020B0503020204020204" pitchFamily="34" charset="-122"/>
              <a:ea typeface="Microsoft YaHei" panose="020B0503020204020204" pitchFamily="34" charset="-122"/>
            </a:endParaRPr>
          </a:p>
          <a:p>
            <a:pPr>
              <a:lnSpc>
                <a:spcPct val="130000"/>
              </a:lnSpc>
              <a:defRPr sz="3400" spc="68">
                <a:solidFill>
                  <a:srgbClr val="373D41"/>
                </a:solidFill>
                <a:latin typeface="FZLanTingHei-L-GBK"/>
                <a:ea typeface="FZLanTingHei-L-GBK"/>
                <a:cs typeface="FZLanTingHei-L-GBK"/>
                <a:sym typeface="FZLanTingHei-L-GBK"/>
              </a:defRPr>
            </a:pPr>
            <a:endParaRPr lang="en-US" altLang="zh-TW" sz="1700" dirty="0">
              <a:solidFill>
                <a:schemeClr val="bg2">
                  <a:lumMod val="25000"/>
                </a:schemeClr>
              </a:solidFill>
              <a:latin typeface="Microsoft YaHei" panose="020B0503020204020204" pitchFamily="34" charset="-122"/>
              <a:ea typeface="Microsoft YaHei" panose="020B0503020204020204" pitchFamily="34" charset="-122"/>
            </a:endParaRPr>
          </a:p>
          <a:p>
            <a:pPr>
              <a:lnSpc>
                <a:spcPct val="130000"/>
              </a:lnSpc>
              <a:defRPr sz="3400" spc="68">
                <a:solidFill>
                  <a:srgbClr val="373D41"/>
                </a:solidFill>
                <a:latin typeface="FZLanTingHei-L-GBK"/>
                <a:ea typeface="FZLanTingHei-L-GBK"/>
                <a:cs typeface="FZLanTingHei-L-GBK"/>
                <a:sym typeface="FZLanTingHei-L-GBK"/>
              </a:defRPr>
            </a:pPr>
            <a:r>
              <a:rPr lang="zh-CN" altLang="en-US" sz="1700" dirty="0">
                <a:solidFill>
                  <a:srgbClr val="2386EE"/>
                </a:solidFill>
                <a:latin typeface="Microsoft YaHei" panose="020B0503020204020204" pitchFamily="34" charset="-122"/>
                <a:ea typeface="Microsoft YaHei" panose="020B0503020204020204" pitchFamily="34" charset="-122"/>
              </a:rPr>
              <a:t>标注</a:t>
            </a:r>
            <a:r>
              <a:rPr lang="zh-TW" altLang="en-US" sz="1700" dirty="0">
                <a:solidFill>
                  <a:srgbClr val="2386EE"/>
                </a:solidFill>
                <a:latin typeface="Microsoft YaHei" panose="020B0503020204020204" pitchFamily="34" charset="-122"/>
                <a:ea typeface="Microsoft YaHei" panose="020B0503020204020204" pitchFamily="34" charset="-122"/>
              </a:rPr>
              <a:t>文字</a:t>
            </a:r>
            <a:r>
              <a:rPr lang="zh-CN" altLang="en-US" sz="1700" dirty="0">
                <a:solidFill>
                  <a:srgbClr val="2386EE"/>
                </a:solidFill>
                <a:latin typeface="Microsoft YaHei" panose="020B0503020204020204" pitchFamily="34" charset="-122"/>
                <a:ea typeface="Microsoft YaHei" panose="020B0503020204020204" pitchFamily="34" charset="-122"/>
              </a:rPr>
              <a:t>：</a:t>
            </a:r>
            <a:r>
              <a:rPr lang="en-US" altLang="zh-CN" sz="1700" dirty="0">
                <a:solidFill>
                  <a:schemeClr val="bg2">
                    <a:lumMod val="25000"/>
                  </a:schemeClr>
                </a:solidFill>
                <a:latin typeface="Microsoft YaHei" panose="020B0503020204020204" pitchFamily="34" charset="-122"/>
                <a:ea typeface="Microsoft YaHei" panose="020B0503020204020204" pitchFamily="34" charset="-122"/>
              </a:rPr>
              <a:t>10</a:t>
            </a:r>
            <a:r>
              <a:rPr lang="zh-TW" altLang="en-US" sz="1700" dirty="0">
                <a:solidFill>
                  <a:schemeClr val="bg2">
                    <a:lumMod val="25000"/>
                  </a:schemeClr>
                </a:solidFill>
                <a:latin typeface="Microsoft YaHei" panose="020B0503020204020204" pitchFamily="34" charset="-122"/>
                <a:ea typeface="Microsoft YaHei" panose="020B0503020204020204" pitchFamily="34" charset="-122"/>
              </a:rPr>
              <a:t>磅</a:t>
            </a:r>
            <a:r>
              <a:rPr lang="zh-CN" altLang="en-US" sz="1700" dirty="0">
                <a:solidFill>
                  <a:schemeClr val="bg2">
                    <a:lumMod val="25000"/>
                  </a:schemeClr>
                </a:solidFill>
                <a:latin typeface="Microsoft YaHei" panose="020B0503020204020204" pitchFamily="34" charset="-122"/>
                <a:ea typeface="Microsoft YaHei" panose="020B0503020204020204" pitchFamily="34" charset="-122"/>
              </a:rPr>
              <a:t> </a:t>
            </a:r>
            <a:r>
              <a:rPr lang="zh-TW" altLang="en-US" sz="1700" dirty="0">
                <a:solidFill>
                  <a:schemeClr val="bg2">
                    <a:lumMod val="25000"/>
                  </a:schemeClr>
                </a:solidFill>
                <a:latin typeface="Microsoft YaHei" panose="020B0503020204020204" pitchFamily="34" charset="-122"/>
                <a:ea typeface="Microsoft YaHei" panose="020B0503020204020204" pitchFamily="34" charset="-122"/>
              </a:rPr>
              <a:t>普通</a:t>
            </a:r>
            <a:r>
              <a:rPr lang="zh-CN" altLang="en-US" sz="1700" dirty="0">
                <a:solidFill>
                  <a:schemeClr val="bg2">
                    <a:lumMod val="25000"/>
                  </a:schemeClr>
                </a:solidFill>
                <a:latin typeface="Microsoft YaHei" panose="020B0503020204020204" pitchFamily="34" charset="-122"/>
                <a:ea typeface="Microsoft YaHei" panose="020B0503020204020204" pitchFamily="34" charset="-122"/>
              </a:rPr>
              <a:t>， </a:t>
            </a:r>
            <a:r>
              <a:rPr lang="en-US" altLang="zh-CN" sz="1700" dirty="0">
                <a:solidFill>
                  <a:schemeClr val="bg2">
                    <a:lumMod val="25000"/>
                  </a:schemeClr>
                </a:solidFill>
                <a:latin typeface="Microsoft YaHei" panose="020B0503020204020204" pitchFamily="34" charset="-122"/>
                <a:ea typeface="Microsoft YaHei" panose="020B0503020204020204" pitchFamily="34" charset="-122"/>
              </a:rPr>
              <a:t>1.3</a:t>
            </a:r>
            <a:r>
              <a:rPr lang="zh-TW" altLang="en-US" sz="1700" dirty="0">
                <a:solidFill>
                  <a:schemeClr val="bg2">
                    <a:lumMod val="25000"/>
                  </a:schemeClr>
                </a:solidFill>
                <a:latin typeface="Microsoft YaHei" panose="020B0503020204020204" pitchFamily="34" charset="-122"/>
                <a:ea typeface="Microsoft YaHei" panose="020B0503020204020204" pitchFamily="34" charset="-122"/>
              </a:rPr>
              <a:t>倍行距</a:t>
            </a:r>
            <a:r>
              <a:rPr lang="zh-CN" altLang="en-US" sz="1700" dirty="0">
                <a:solidFill>
                  <a:schemeClr val="bg2">
                    <a:lumMod val="25000"/>
                  </a:schemeClr>
                </a:solidFill>
                <a:latin typeface="Microsoft YaHei" panose="020B0503020204020204" pitchFamily="34" charset="-122"/>
                <a:ea typeface="Microsoft YaHei" panose="020B0503020204020204" pitchFamily="34" charset="-122"/>
              </a:rPr>
              <a:t>  </a:t>
            </a:r>
            <a:endParaRPr lang="en-US" altLang="zh-CN" sz="1700" dirty="0">
              <a:solidFill>
                <a:schemeClr val="bg2">
                  <a:lumMod val="25000"/>
                </a:schemeClr>
              </a:solidFill>
              <a:latin typeface="Microsoft YaHei" panose="020B0503020204020204" pitchFamily="34" charset="-122"/>
              <a:ea typeface="Microsoft YaHei" panose="020B0503020204020204" pitchFamily="34" charset="-122"/>
            </a:endParaRPr>
          </a:p>
          <a:p>
            <a:pPr>
              <a:lnSpc>
                <a:spcPct val="130000"/>
              </a:lnSpc>
              <a:defRPr sz="3400" spc="68">
                <a:solidFill>
                  <a:srgbClr val="373D41"/>
                </a:solidFill>
                <a:latin typeface="FZLanTingHei-L-GBK"/>
                <a:ea typeface="FZLanTingHei-L-GBK"/>
                <a:cs typeface="FZLanTingHei-L-GBK"/>
                <a:sym typeface="FZLanTingHei-L-GBK"/>
              </a:defRPr>
            </a:pPr>
            <a:endParaRPr lang="en-US" altLang="zh-CN" sz="1700" dirty="0">
              <a:solidFill>
                <a:schemeClr val="bg2">
                  <a:lumMod val="25000"/>
                </a:schemeClr>
              </a:solidFill>
              <a:latin typeface="Microsoft YaHei" panose="020B0503020204020204" pitchFamily="34" charset="-122"/>
              <a:ea typeface="Microsoft YaHei" panose="020B0503020204020204" pitchFamily="34" charset="-122"/>
            </a:endParaRPr>
          </a:p>
          <a:p>
            <a:pPr>
              <a:lnSpc>
                <a:spcPct val="130000"/>
              </a:lnSpc>
              <a:defRPr sz="3400" spc="68">
                <a:solidFill>
                  <a:srgbClr val="373D41"/>
                </a:solidFill>
                <a:latin typeface="FZLanTingHei-L-GBK"/>
                <a:ea typeface="FZLanTingHei-L-GBK"/>
                <a:cs typeface="FZLanTingHei-L-GBK"/>
                <a:sym typeface="FZLanTingHei-L-GBK"/>
              </a:defRPr>
            </a:pPr>
            <a:r>
              <a:rPr lang="zh-TW" altLang="en-US" sz="1700" dirty="0">
                <a:solidFill>
                  <a:srgbClr val="2386EE"/>
                </a:solidFill>
                <a:latin typeface="Microsoft YaHei" panose="020B0503020204020204" pitchFamily="34" charset="-122"/>
                <a:ea typeface="Microsoft YaHei" panose="020B0503020204020204" pitchFamily="34" charset="-122"/>
              </a:rPr>
              <a:t>重点强调</a:t>
            </a:r>
            <a:r>
              <a:rPr lang="zh-CN" altLang="en-US" sz="1700" dirty="0">
                <a:solidFill>
                  <a:srgbClr val="2386EE"/>
                </a:solidFill>
                <a:latin typeface="Microsoft YaHei" panose="020B0503020204020204" pitchFamily="34" charset="-122"/>
                <a:ea typeface="Microsoft YaHei" panose="020B0503020204020204" pitchFamily="34" charset="-122"/>
              </a:rPr>
              <a:t>：</a:t>
            </a:r>
            <a:r>
              <a:rPr lang="en-US" altLang="zh-CN" sz="1700" dirty="0">
                <a:solidFill>
                  <a:schemeClr val="bg2">
                    <a:lumMod val="25000"/>
                  </a:schemeClr>
                </a:solidFill>
                <a:latin typeface="Microsoft YaHei" panose="020B0503020204020204" pitchFamily="34" charset="-122"/>
                <a:ea typeface="Microsoft YaHei" panose="020B0503020204020204" pitchFamily="34" charset="-122"/>
              </a:rPr>
              <a:t>20</a:t>
            </a:r>
            <a:r>
              <a:rPr lang="zh-TW" altLang="en-US" sz="1700" dirty="0">
                <a:solidFill>
                  <a:schemeClr val="bg2">
                    <a:lumMod val="25000"/>
                  </a:schemeClr>
                </a:solidFill>
                <a:latin typeface="Microsoft YaHei" panose="020B0503020204020204" pitchFamily="34" charset="-122"/>
                <a:ea typeface="Microsoft YaHei" panose="020B0503020204020204" pitchFamily="34" charset="-122"/>
              </a:rPr>
              <a:t>磅加粗</a:t>
            </a:r>
            <a:r>
              <a:rPr lang="zh-CN" altLang="en-US" sz="1700" dirty="0">
                <a:solidFill>
                  <a:schemeClr val="bg2">
                    <a:lumMod val="25000"/>
                  </a:schemeClr>
                </a:solidFill>
                <a:latin typeface="Microsoft YaHei" panose="020B0503020204020204" pitchFamily="34" charset="-122"/>
                <a:ea typeface="Microsoft YaHei" panose="020B0503020204020204" pitchFamily="34" charset="-122"/>
              </a:rPr>
              <a:t> </a:t>
            </a:r>
            <a:r>
              <a:rPr lang="en-US" altLang="zh-CN" sz="1700" dirty="0">
                <a:solidFill>
                  <a:schemeClr val="bg2">
                    <a:lumMod val="25000"/>
                  </a:schemeClr>
                </a:solidFill>
                <a:latin typeface="Microsoft YaHei" panose="020B0503020204020204" pitchFamily="34" charset="-122"/>
                <a:ea typeface="Microsoft YaHei" panose="020B0503020204020204" pitchFamily="34" charset="-122"/>
              </a:rPr>
              <a:t>+</a:t>
            </a:r>
            <a:r>
              <a:rPr lang="zh-CN" altLang="en-US" sz="1700" dirty="0">
                <a:solidFill>
                  <a:schemeClr val="bg2">
                    <a:lumMod val="25000"/>
                  </a:schemeClr>
                </a:solidFill>
                <a:latin typeface="Microsoft YaHei" panose="020B0503020204020204" pitchFamily="34" charset="-122"/>
                <a:ea typeface="Microsoft YaHei" panose="020B0503020204020204" pitchFamily="34" charset="-122"/>
              </a:rPr>
              <a:t> 蓝色</a:t>
            </a:r>
            <a:r>
              <a:rPr lang="en-US" altLang="zh-CN" sz="1700" dirty="0">
                <a:solidFill>
                  <a:schemeClr val="bg2">
                    <a:lumMod val="25000"/>
                  </a:schemeClr>
                </a:solidFill>
                <a:latin typeface="Microsoft YaHei" panose="020B0503020204020204" pitchFamily="34" charset="-122"/>
                <a:ea typeface="Microsoft YaHei" panose="020B0503020204020204" pitchFamily="34" charset="-122"/>
              </a:rPr>
              <a:t>/</a:t>
            </a:r>
            <a:r>
              <a:rPr lang="zh-CN" altLang="en-US" sz="1700" dirty="0">
                <a:solidFill>
                  <a:schemeClr val="bg2">
                    <a:lumMod val="25000"/>
                  </a:schemeClr>
                </a:solidFill>
                <a:latin typeface="Microsoft YaHei" panose="020B0503020204020204" pitchFamily="34" charset="-122"/>
                <a:ea typeface="Microsoft YaHei" panose="020B0503020204020204" pitchFamily="34" charset="-122"/>
              </a:rPr>
              <a:t>黄色</a:t>
            </a:r>
            <a:endParaRPr lang="en-US" altLang="zh-CN" sz="1700" dirty="0">
              <a:solidFill>
                <a:schemeClr val="bg2">
                  <a:lumMod val="25000"/>
                </a:schemeClr>
              </a:solidFill>
              <a:latin typeface="Microsoft YaHei" panose="020B0503020204020204" pitchFamily="34" charset="-122"/>
              <a:ea typeface="Microsoft YaHei" panose="020B0503020204020204" pitchFamily="34" charset="-122"/>
            </a:endParaRPr>
          </a:p>
          <a:p>
            <a:pPr>
              <a:lnSpc>
                <a:spcPct val="130000"/>
              </a:lnSpc>
              <a:defRPr sz="3400" spc="68">
                <a:solidFill>
                  <a:srgbClr val="373D41"/>
                </a:solidFill>
                <a:latin typeface="FZLanTingHei-L-GBK"/>
                <a:ea typeface="FZLanTingHei-L-GBK"/>
                <a:cs typeface="FZLanTingHei-L-GBK"/>
                <a:sym typeface="FZLanTingHei-L-GBK"/>
              </a:defRPr>
            </a:pPr>
            <a:endParaRPr lang="en-US" altLang="zh-TW" sz="1700" dirty="0">
              <a:solidFill>
                <a:schemeClr val="bg2">
                  <a:lumMod val="25000"/>
                </a:schemeClr>
              </a:solidFill>
              <a:latin typeface="Microsoft YaHei" panose="020B0503020204020204" pitchFamily="34" charset="-122"/>
              <a:ea typeface="Microsoft YaHei" panose="020B0503020204020204" pitchFamily="34" charset="-122"/>
            </a:endParaRPr>
          </a:p>
        </p:txBody>
      </p:sp>
      <p:sp>
        <p:nvSpPr>
          <p:cNvPr id="7" name="TextBox 3">
            <a:extLst>
              <a:ext uri="{FF2B5EF4-FFF2-40B4-BE49-F238E27FC236}">
                <a16:creationId xmlns:a16="http://schemas.microsoft.com/office/drawing/2014/main" id="{F1CC60DA-0764-4140-8914-87500A0D0792}"/>
              </a:ext>
            </a:extLst>
          </p:cNvPr>
          <p:cNvSpPr txBox="1"/>
          <p:nvPr/>
        </p:nvSpPr>
        <p:spPr>
          <a:xfrm>
            <a:off x="6488680" y="1528202"/>
            <a:ext cx="2349500" cy="430887"/>
          </a:xfrm>
          <a:prstGeom prst="rect">
            <a:avLst/>
          </a:prstGeom>
          <a:noFill/>
        </p:spPr>
        <p:txBody>
          <a:bodyPr wrap="square" rtlCol="0">
            <a:spAutoFit/>
          </a:bodyPr>
          <a:lstStyle/>
          <a:p>
            <a:r>
              <a:rPr lang="zh-TW" altLang="en-US" sz="2200" dirty="0">
                <a:solidFill>
                  <a:srgbClr val="525252"/>
                </a:solidFill>
                <a:latin typeface="Microsoft YaHei" panose="020B0503020204020204" pitchFamily="34" charset="-122"/>
                <a:ea typeface="Microsoft YaHei" panose="020B0503020204020204" pitchFamily="34" charset="-122"/>
              </a:rPr>
              <a:t>演示参考</a:t>
            </a:r>
            <a:endParaRPr lang="en-US" sz="2200" dirty="0">
              <a:solidFill>
                <a:srgbClr val="525252"/>
              </a:solidFill>
              <a:latin typeface="Microsoft YaHei" panose="020B0503020204020204" pitchFamily="34" charset="-122"/>
              <a:ea typeface="Microsoft YaHei" panose="020B0503020204020204" pitchFamily="34" charset="-122"/>
            </a:endParaRPr>
          </a:p>
        </p:txBody>
      </p:sp>
      <p:sp>
        <p:nvSpPr>
          <p:cNvPr id="8" name="Rectangle 4">
            <a:extLst>
              <a:ext uri="{FF2B5EF4-FFF2-40B4-BE49-F238E27FC236}">
                <a16:creationId xmlns:a16="http://schemas.microsoft.com/office/drawing/2014/main" id="{D26D448F-DC12-DA49-9DE2-A4EE41FB5F45}"/>
              </a:ext>
            </a:extLst>
          </p:cNvPr>
          <p:cNvSpPr/>
          <p:nvPr/>
        </p:nvSpPr>
        <p:spPr>
          <a:xfrm>
            <a:off x="6488680" y="2195547"/>
            <a:ext cx="4083169" cy="461665"/>
          </a:xfrm>
          <a:prstGeom prst="rect">
            <a:avLst/>
          </a:prstGeom>
        </p:spPr>
        <p:txBody>
          <a:bodyPr wrap="none">
            <a:spAutoFit/>
          </a:bodyPr>
          <a:lstStyle/>
          <a:p>
            <a:r>
              <a:rPr lang="zh-TW" altLang="en-US" sz="2400" b="1" dirty="0">
                <a:solidFill>
                  <a:schemeClr val="bg2">
                    <a:lumMod val="25000"/>
                  </a:schemeClr>
                </a:solidFill>
                <a:latin typeface="Microsoft YaHei" panose="020B0503020204020204" pitchFamily="34" charset="-122"/>
                <a:ea typeface="Microsoft YaHei" panose="020B0503020204020204" pitchFamily="34" charset="-122"/>
              </a:rPr>
              <a:t>大标题</a:t>
            </a:r>
            <a:r>
              <a:rPr lang="zh-CN" altLang="en-US" sz="2400" b="1" dirty="0">
                <a:solidFill>
                  <a:schemeClr val="bg2">
                    <a:lumMod val="25000"/>
                  </a:schemeClr>
                </a:solidFill>
                <a:latin typeface="Microsoft YaHei" panose="020B0503020204020204" pitchFamily="34" charset="-122"/>
                <a:ea typeface="Microsoft YaHei" panose="020B0503020204020204" pitchFamily="34" charset="-122"/>
              </a:rPr>
              <a:t>，</a:t>
            </a:r>
            <a:r>
              <a:rPr lang="zh-TW" altLang="en-US" sz="2400" b="1" dirty="0">
                <a:solidFill>
                  <a:schemeClr val="bg2">
                    <a:lumMod val="25000"/>
                  </a:schemeClr>
                </a:solidFill>
                <a:latin typeface="Microsoft YaHei" panose="020B0503020204020204" pitchFamily="34" charset="-122"/>
                <a:ea typeface="Microsoft YaHei" panose="020B0503020204020204" pitchFamily="34" charset="-122"/>
              </a:rPr>
              <a:t>微软雅黑</a:t>
            </a:r>
            <a:r>
              <a:rPr lang="en-US" altLang="zh-CN" sz="2400" b="1" dirty="0">
                <a:solidFill>
                  <a:schemeClr val="bg2">
                    <a:lumMod val="25000"/>
                  </a:schemeClr>
                </a:solidFill>
                <a:latin typeface="Microsoft YaHei" panose="020B0503020204020204" pitchFamily="34" charset="-122"/>
                <a:ea typeface="Microsoft YaHei" panose="020B0503020204020204" pitchFamily="34" charset="-122"/>
              </a:rPr>
              <a:t>-24</a:t>
            </a:r>
            <a:r>
              <a:rPr lang="zh-TW" altLang="en-US" sz="2400" b="1" dirty="0">
                <a:solidFill>
                  <a:schemeClr val="bg2">
                    <a:lumMod val="25000"/>
                  </a:schemeClr>
                </a:solidFill>
                <a:latin typeface="Microsoft YaHei" panose="020B0503020204020204" pitchFamily="34" charset="-122"/>
                <a:ea typeface="Microsoft YaHei" panose="020B0503020204020204" pitchFamily="34" charset="-122"/>
              </a:rPr>
              <a:t>磅加粗</a:t>
            </a:r>
            <a:endParaRPr lang="en-US" sz="2400" b="1" dirty="0">
              <a:latin typeface="Microsoft YaHei" panose="020B0503020204020204" pitchFamily="34" charset="-122"/>
            </a:endParaRPr>
          </a:p>
        </p:txBody>
      </p:sp>
      <p:sp>
        <p:nvSpPr>
          <p:cNvPr id="9" name="矩形 7">
            <a:extLst>
              <a:ext uri="{FF2B5EF4-FFF2-40B4-BE49-F238E27FC236}">
                <a16:creationId xmlns:a16="http://schemas.microsoft.com/office/drawing/2014/main" id="{54967758-B884-CE44-ADED-87F01F207D81}"/>
              </a:ext>
            </a:extLst>
          </p:cNvPr>
          <p:cNvSpPr/>
          <p:nvPr/>
        </p:nvSpPr>
        <p:spPr>
          <a:xfrm>
            <a:off x="6517061" y="2793643"/>
            <a:ext cx="2770310" cy="338554"/>
          </a:xfrm>
          <a:prstGeom prst="rect">
            <a:avLst/>
          </a:prstGeom>
        </p:spPr>
        <p:txBody>
          <a:bodyPr wrap="none">
            <a:spAutoFit/>
          </a:bodyPr>
          <a:lstStyle/>
          <a:p>
            <a:r>
              <a:rPr lang="zh-CN" altLang="en-US" sz="1600" dirty="0">
                <a:latin typeface="Microsoft YaHei" panose="020B0503020204020204" pitchFamily="34" charset="-122"/>
                <a:ea typeface="Microsoft YaHei" panose="020B0503020204020204" pitchFamily="34" charset="-122"/>
              </a:rPr>
              <a:t>副标题 – 微软雅黑常规</a:t>
            </a:r>
            <a:r>
              <a:rPr lang="en-US" altLang="zh-CN" sz="1600" dirty="0">
                <a:latin typeface="Microsoft YaHei" panose="020B0503020204020204" pitchFamily="34" charset="-122"/>
                <a:ea typeface="Microsoft YaHei" panose="020B0503020204020204" pitchFamily="34" charset="-122"/>
              </a:rPr>
              <a:t>16</a:t>
            </a:r>
            <a:r>
              <a:rPr lang="zh-CN" altLang="en-US" sz="1600" dirty="0">
                <a:latin typeface="Microsoft YaHei" panose="020B0503020204020204" pitchFamily="34" charset="-122"/>
                <a:ea typeface="Microsoft YaHei" panose="020B0503020204020204" pitchFamily="34" charset="-122"/>
              </a:rPr>
              <a:t>磅 </a:t>
            </a:r>
          </a:p>
        </p:txBody>
      </p:sp>
      <p:sp>
        <p:nvSpPr>
          <p:cNvPr id="10" name="矩形 7">
            <a:extLst>
              <a:ext uri="{FF2B5EF4-FFF2-40B4-BE49-F238E27FC236}">
                <a16:creationId xmlns:a16="http://schemas.microsoft.com/office/drawing/2014/main" id="{2DD9C5FC-2F6D-1545-A517-053299AA7B90}"/>
              </a:ext>
            </a:extLst>
          </p:cNvPr>
          <p:cNvSpPr/>
          <p:nvPr/>
        </p:nvSpPr>
        <p:spPr>
          <a:xfrm>
            <a:off x="6517061" y="3502603"/>
            <a:ext cx="4557339" cy="813556"/>
          </a:xfrm>
          <a:prstGeom prst="rect">
            <a:avLst/>
          </a:prstGeom>
        </p:spPr>
        <p:txBody>
          <a:bodyPr wrap="square">
            <a:spAutoFit/>
          </a:bodyPr>
          <a:lstStyle/>
          <a:p>
            <a:pPr>
              <a:lnSpc>
                <a:spcPct val="130000"/>
              </a:lnSpc>
            </a:pPr>
            <a:r>
              <a:rPr lang="zh-TW" altLang="en-US" dirty="0">
                <a:latin typeface="Microsoft YaHei" panose="020B0503020204020204" pitchFamily="34" charset="-122"/>
                <a:ea typeface="Microsoft YaHei" panose="020B0503020204020204" pitchFamily="34" charset="-122"/>
              </a:rPr>
              <a:t>这里是普通内容文字</a:t>
            </a:r>
            <a:r>
              <a:rPr lang="zh-CN" altLang="en-US" dirty="0">
                <a:latin typeface="Microsoft YaHei" panose="020B0503020204020204" pitchFamily="34" charset="-122"/>
                <a:ea typeface="Microsoft YaHei" panose="020B0503020204020204" pitchFamily="34" charset="-122"/>
              </a:rPr>
              <a:t>，</a:t>
            </a:r>
            <a:r>
              <a:rPr lang="zh-TW" altLang="en-US" dirty="0">
                <a:latin typeface="Microsoft YaHei" panose="020B0503020204020204" pitchFamily="34" charset="-122"/>
                <a:ea typeface="Microsoft YaHei" panose="020B0503020204020204" pitchFamily="34" charset="-122"/>
              </a:rPr>
              <a:t>微软雅黑普通</a:t>
            </a:r>
            <a:r>
              <a:rPr lang="en-US" altLang="zh-CN" dirty="0">
                <a:latin typeface="Microsoft YaHei" panose="020B0503020204020204" pitchFamily="34" charset="-122"/>
                <a:ea typeface="Microsoft YaHei" panose="020B0503020204020204" pitchFamily="34" charset="-122"/>
              </a:rPr>
              <a:t>18</a:t>
            </a:r>
            <a:r>
              <a:rPr lang="zh-TW" altLang="en-US" dirty="0">
                <a:latin typeface="Microsoft YaHei" panose="020B0503020204020204" pitchFamily="34" charset="-122"/>
                <a:ea typeface="Microsoft YaHei" panose="020B0503020204020204" pitchFamily="34" charset="-122"/>
              </a:rPr>
              <a:t>磅</a:t>
            </a:r>
            <a:r>
              <a:rPr lang="zh-CN" altLang="en-US" dirty="0">
                <a:latin typeface="Microsoft YaHei" panose="020B0503020204020204" pitchFamily="34" charset="-122"/>
                <a:ea typeface="Microsoft YaHei" panose="020B0503020204020204" pitchFamily="34" charset="-122"/>
              </a:rPr>
              <a:t>，</a:t>
            </a:r>
            <a:r>
              <a:rPr lang="en-US" altLang="zh-CN" dirty="0">
                <a:latin typeface="Microsoft YaHei" panose="020B0503020204020204" pitchFamily="34" charset="-122"/>
                <a:ea typeface="Microsoft YaHei" panose="020B0503020204020204" pitchFamily="34" charset="-122"/>
              </a:rPr>
              <a:t>1.3</a:t>
            </a:r>
            <a:r>
              <a:rPr lang="zh-TW" altLang="en-US" dirty="0">
                <a:latin typeface="Microsoft YaHei" panose="020B0503020204020204" pitchFamily="34" charset="-122"/>
                <a:ea typeface="Microsoft YaHei" panose="020B0503020204020204" pitchFamily="34" charset="-122"/>
              </a:rPr>
              <a:t>倍行距</a:t>
            </a:r>
            <a:r>
              <a:rPr lang="zh-CN" altLang="en-US" dirty="0">
                <a:latin typeface="Microsoft YaHei" panose="020B0503020204020204" pitchFamily="34" charset="-122"/>
                <a:ea typeface="Microsoft YaHei" panose="020B0503020204020204" pitchFamily="34" charset="-122"/>
              </a:rPr>
              <a:t>。</a:t>
            </a:r>
            <a:r>
              <a:rPr lang="zh-TW" altLang="en-US" sz="2000" b="1" dirty="0">
                <a:solidFill>
                  <a:srgbClr val="2386EE"/>
                </a:solidFill>
                <a:latin typeface="Microsoft YaHei" panose="020B0503020204020204" pitchFamily="34" charset="-122"/>
                <a:ea typeface="Microsoft YaHei" panose="020B0503020204020204" pitchFamily="34" charset="-122"/>
              </a:rPr>
              <a:t>强调文字</a:t>
            </a:r>
            <a:r>
              <a:rPr lang="zh-CN" altLang="en-US" sz="2000" b="1" dirty="0">
                <a:solidFill>
                  <a:srgbClr val="2386EE"/>
                </a:solidFill>
                <a:latin typeface="Microsoft YaHei" panose="020B0503020204020204" pitchFamily="34" charset="-122"/>
                <a:ea typeface="Microsoft YaHei" panose="020B0503020204020204" pitchFamily="34" charset="-122"/>
              </a:rPr>
              <a:t>蓝色</a:t>
            </a:r>
            <a:r>
              <a:rPr lang="zh-TW" altLang="en-US" sz="2000" b="1" dirty="0">
                <a:solidFill>
                  <a:srgbClr val="2386EE"/>
                </a:solidFill>
                <a:latin typeface="Microsoft YaHei" panose="020B0503020204020204" pitchFamily="34" charset="-122"/>
                <a:ea typeface="Microsoft YaHei" panose="020B0503020204020204" pitchFamily="34" charset="-122"/>
              </a:rPr>
              <a:t>加粗</a:t>
            </a:r>
            <a:r>
              <a:rPr lang="zh-CN" altLang="en-US" sz="2000" b="1" dirty="0">
                <a:solidFill>
                  <a:srgbClr val="2386EE"/>
                </a:solidFill>
                <a:latin typeface="Microsoft YaHei" panose="020B0503020204020204" pitchFamily="34" charset="-122"/>
                <a:ea typeface="Microsoft YaHei" panose="020B0503020204020204" pitchFamily="34" charset="-122"/>
              </a:rPr>
              <a:t>。</a:t>
            </a:r>
            <a:endParaRPr lang="zh-CN" altLang="en-US"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1207844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N2JkYTRkZGVkMzUxMjhhZGU5MmI0MGM2YWViMmZmODgifQ=="/>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200191_4*m_h_i*1_1_1"/>
  <p:tag name="KSO_WM_TEMPLATE_CATEGORY" val="diagram"/>
  <p:tag name="KSO_WM_TEMPLATE_INDEX" val="20200191"/>
  <p:tag name="KSO_WM_UNIT_LAYERLEVEL" val="1_1_1"/>
  <p:tag name="KSO_WM_TAG_VERSION" val="1.0"/>
  <p:tag name="KSO_WM_BEAUTIFY_FLAG" val="#wm#"/>
  <p:tag name="KSO_WM_UNIT_FILL_FORE_SCHEMECOLOR_INDEX" val="5"/>
  <p:tag name="KSO_WM_UNIT_FILL_TYPE" val="1"/>
  <p:tag name="KSO_WM_UNIT_TEXT_FILL_FORE_SCHEMECOLOR_INDEX" val="2"/>
  <p:tag name="KSO_WM_UNIT_TEXT_FILL_TYPE" val="1"/>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2_1"/>
  <p:tag name="KSO_WM_UNIT_ID" val="diagram20200191_4*m_h_i*1_2_1"/>
  <p:tag name="KSO_WM_TEMPLATE_CATEGORY" val="diagram"/>
  <p:tag name="KSO_WM_TEMPLATE_INDEX" val="20200191"/>
  <p:tag name="KSO_WM_UNIT_LAYERLEVEL" val="1_1_1"/>
  <p:tag name="KSO_WM_TAG_VERSION" val="1.0"/>
  <p:tag name="KSO_WM_BEAUTIFY_FLAG" val="#wm#"/>
  <p:tag name="KSO_WM_UNIT_FILL_FORE_SCHEMECOLOR_INDEX" val="6"/>
  <p:tag name="KSO_WM_UNIT_FILL_TYPE" val="1"/>
  <p:tag name="KSO_WM_UNIT_TEXT_FILL_FORE_SCHEMECOLOR_INDEX" val="2"/>
  <p:tag name="KSO_WM_UNIT_TEXT_FILL_TYPE" val="1"/>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3_1"/>
  <p:tag name="KSO_WM_UNIT_ID" val="diagram20200191_4*m_h_i*1_3_1"/>
  <p:tag name="KSO_WM_TEMPLATE_CATEGORY" val="diagram"/>
  <p:tag name="KSO_WM_TEMPLATE_INDEX" val="20200191"/>
  <p:tag name="KSO_WM_UNIT_LAYERLEVEL" val="1_1_1"/>
  <p:tag name="KSO_WM_TAG_VERSION" val="1.0"/>
  <p:tag name="KSO_WM_BEAUTIFY_FLAG" val="#wm#"/>
  <p:tag name="KSO_WM_UNIT_FILL_FORE_SCHEMECOLOR_INDEX" val="7"/>
  <p:tag name="KSO_WM_UNIT_FILL_TYPE" val="1"/>
  <p:tag name="KSO_WM_UNIT_TEXT_FILL_FORE_SCHEMECOLOR_INDEX" val="2"/>
  <p:tag name="KSO_WM_UNIT_TEXT_FILL_TYPE" val="1"/>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4_1"/>
  <p:tag name="KSO_WM_UNIT_ID" val="diagram20200191_4*m_h_i*1_4_1"/>
  <p:tag name="KSO_WM_TEMPLATE_CATEGORY" val="diagram"/>
  <p:tag name="KSO_WM_TEMPLATE_INDEX" val="20200191"/>
  <p:tag name="KSO_WM_UNIT_LAYERLEVEL" val="1_1_1"/>
  <p:tag name="KSO_WM_TAG_VERSION" val="1.0"/>
  <p:tag name="KSO_WM_BEAUTIFY_FLAG" val="#wm#"/>
  <p:tag name="KSO_WM_UNIT_FILL_FORE_SCHEMECOLOR_INDEX" val="8"/>
  <p:tag name="KSO_WM_UNIT_FILL_TYPE" val="1"/>
  <p:tag name="KSO_WM_UNIT_TEXT_FILL_FORE_SCHEMECOLOR_INDEX" val="2"/>
  <p:tag name="KSO_WM_UNIT_TEXT_FILL_TYPE" val="1"/>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5_1"/>
  <p:tag name="KSO_WM_UNIT_ID" val="diagram20200191_4*m_h_i*1_5_1"/>
  <p:tag name="KSO_WM_TEMPLATE_CATEGORY" val="diagram"/>
  <p:tag name="KSO_WM_TEMPLATE_INDEX" val="20200191"/>
  <p:tag name="KSO_WM_UNIT_LAYERLEVEL" val="1_1_1"/>
  <p:tag name="KSO_WM_TAG_VERSION" val="1.0"/>
  <p:tag name="KSO_WM_BEAUTIFY_FLAG" val="#wm#"/>
  <p:tag name="KSO_WM_UNIT_FILL_FORE_SCHEMECOLOR_INDEX" val="9"/>
  <p:tag name="KSO_WM_UNIT_FILL_TYPE" val="1"/>
  <p:tag name="KSO_WM_UNIT_TEXT_FILL_FORE_SCHEMECOLOR_INDEX" val="2"/>
  <p:tag name="KSO_WM_UNIT_TEXT_FILL_TYPE" val="1"/>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6_1"/>
  <p:tag name="KSO_WM_UNIT_ID" val="diagram20200191_4*m_h_i*1_6_1"/>
  <p:tag name="KSO_WM_TEMPLATE_CATEGORY" val="diagram"/>
  <p:tag name="KSO_WM_TEMPLATE_INDEX" val="20200191"/>
  <p:tag name="KSO_WM_UNIT_LAYERLEVEL" val="1_1_1"/>
  <p:tag name="KSO_WM_TAG_VERSION" val="1.0"/>
  <p:tag name="KSO_WM_BEAUTIFY_FLAG" val="#wm#"/>
  <p:tag name="KSO_WM_UNIT_FILL_FORE_SCHEMECOLOR_INDEX" val="10"/>
  <p:tag name="KSO_WM_UNIT_FILL_TYPE" val="1"/>
  <p:tag name="KSO_WM_UNIT_TEXT_FILL_FORE_SCHEMECOLOR_INDEX" val="2"/>
  <p:tag name="KSO_WM_UNIT_TEXT_FILL_TYPE" val="1"/>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2"/>
  <p:tag name="KSO_WM_UNIT_ID" val="diagram20200191_4*m_h_i*1_1_2"/>
  <p:tag name="KSO_WM_TEMPLATE_CATEGORY" val="diagram"/>
  <p:tag name="KSO_WM_TEMPLATE_INDEX" val="20200191"/>
  <p:tag name="KSO_WM_UNIT_LAYERLEVEL" val="1_1_1"/>
  <p:tag name="KSO_WM_TAG_VERSION" val="1.0"/>
  <p:tag name="KSO_WM_BEAUTIFY_FLAG" val="#wm#"/>
  <p:tag name="KSO_WM_UNIT_LINE_FORE_SCHEMECOLOR_INDEX" val="14"/>
  <p:tag name="KSO_WM_UNIT_LINE_FILL_TYPE" val="2"/>
</p:tagLst>
</file>

<file path=ppt/tags/tag9.xml><?xml version="1.0" encoding="utf-8"?>
<p:tagLst xmlns:a="http://schemas.openxmlformats.org/drawingml/2006/main" xmlns:r="http://schemas.openxmlformats.org/officeDocument/2006/relationships" xmlns:p="http://schemas.openxmlformats.org/presentationml/2006/main">
  <p:tag name="KSO_WM_UNIT_NOCLEAR" val="0"/>
  <p:tag name="KSO_WM_UNIT_VALUE" val="28"/>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200191_4*m_h_f*1_1_1"/>
  <p:tag name="KSO_WM_TEMPLATE_CATEGORY" val="diagram"/>
  <p:tag name="KSO_WM_TEMPLATE_INDEX" val="20200191"/>
  <p:tag name="KSO_WM_UNIT_LAYERLEVEL" val="1_1_1"/>
  <p:tag name="KSO_WM_TAG_VERSION" val="1.0"/>
  <p:tag name="KSO_WM_BEAUTIFY_FLAG" val="#wm#"/>
  <p:tag name="KSO_WM_UNIT_PRESET_TEXT" val="单击此处添加文本具体内容，简明扼要的阐述您的观点。"/>
  <p:tag name="KSO_WM_UNIT_TEXT_FILL_FORE_SCHEMECOLOR_INDEX" val="14"/>
  <p:tag name="KSO_WM_UNIT_TEXT_FILL_TYPE" val="1"/>
</p:tagLst>
</file>

<file path=ppt/tags/tag10.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VALUE" val="9"/>
  <p:tag name="KSO_WM_UNIT_HIGHLIGHT" val="0"/>
  <p:tag name="KSO_WM_UNIT_COMPATIBLE" val="0"/>
  <p:tag name="KSO_WM_UNIT_DIAGRAM_ISNUMVISUAL" val="0"/>
  <p:tag name="KSO_WM_UNIT_DIAGRAM_ISREFERUNIT" val="0"/>
  <p:tag name="KSO_WM_DIAGRAM_GROUP_CODE" val="m1-1"/>
  <p:tag name="KSO_WM_UNIT_TYPE" val="m_h_a"/>
  <p:tag name="KSO_WM_UNIT_INDEX" val="1_1_1"/>
  <p:tag name="KSO_WM_UNIT_ID" val="diagram20200191_4*m_h_a*1_1_1"/>
  <p:tag name="KSO_WM_TEMPLATE_CATEGORY" val="diagram"/>
  <p:tag name="KSO_WM_TEMPLATE_INDEX" val="20200191"/>
  <p:tag name="KSO_WM_UNIT_LAYERLEVEL" val="1_1_1"/>
  <p:tag name="KSO_WM_TAG_VERSION" val="1.0"/>
  <p:tag name="KSO_WM_BEAUTIFY_FLAG" val="#wm#"/>
  <p:tag name="KSO_WM_UNIT_PRESET_TEXT" val="添加标题"/>
  <p:tag name="KSO_WM_UNIT_TEXT_FILL_FORE_SCHEMECOLOR_INDEX" val="14"/>
  <p:tag name="KSO_WM_UNIT_TEXT_FILL_TYPE" val="1"/>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2_2"/>
  <p:tag name="KSO_WM_UNIT_ID" val="diagram20200191_4*m_h_i*1_2_2"/>
  <p:tag name="KSO_WM_TEMPLATE_CATEGORY" val="diagram"/>
  <p:tag name="KSO_WM_TEMPLATE_INDEX" val="20200191"/>
  <p:tag name="KSO_WM_UNIT_LAYERLEVEL" val="1_1_1"/>
  <p:tag name="KSO_WM_TAG_VERSION" val="1.0"/>
  <p:tag name="KSO_WM_BEAUTIFY_FLAG" val="#wm#"/>
  <p:tag name="KSO_WM_UNIT_LINE_FORE_SCHEMECOLOR_INDEX" val="14"/>
  <p:tag name="KSO_WM_UNIT_LINE_FILL_TYPE" val="2"/>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3_2"/>
  <p:tag name="KSO_WM_UNIT_ID" val="diagram20200191_4*m_h_i*1_3_2"/>
  <p:tag name="KSO_WM_TEMPLATE_CATEGORY" val="diagram"/>
  <p:tag name="KSO_WM_TEMPLATE_INDEX" val="20200191"/>
  <p:tag name="KSO_WM_UNIT_LAYERLEVEL" val="1_1_1"/>
  <p:tag name="KSO_WM_TAG_VERSION" val="1.0"/>
  <p:tag name="KSO_WM_BEAUTIFY_FLAG" val="#wm#"/>
  <p:tag name="KSO_WM_UNIT_LINE_FORE_SCHEMECOLOR_INDEX" val="14"/>
  <p:tag name="KSO_WM_UNIT_LINE_FILL_TYPE" val="2"/>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4_2"/>
  <p:tag name="KSO_WM_UNIT_ID" val="diagram20200191_4*m_h_i*1_4_2"/>
  <p:tag name="KSO_WM_TEMPLATE_CATEGORY" val="diagram"/>
  <p:tag name="KSO_WM_TEMPLATE_INDEX" val="20200191"/>
  <p:tag name="KSO_WM_UNIT_LAYERLEVEL" val="1_1_1"/>
  <p:tag name="KSO_WM_TAG_VERSION" val="1.0"/>
  <p:tag name="KSO_WM_BEAUTIFY_FLAG" val="#wm#"/>
  <p:tag name="KSO_WM_UNIT_LINE_FORE_SCHEMECOLOR_INDEX" val="14"/>
  <p:tag name="KSO_WM_UNIT_LINE_FILL_TYPE" val="2"/>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5_2"/>
  <p:tag name="KSO_WM_UNIT_ID" val="diagram20200191_4*m_h_i*1_5_2"/>
  <p:tag name="KSO_WM_TEMPLATE_CATEGORY" val="diagram"/>
  <p:tag name="KSO_WM_TEMPLATE_INDEX" val="20200191"/>
  <p:tag name="KSO_WM_UNIT_LAYERLEVEL" val="1_1_1"/>
  <p:tag name="KSO_WM_TAG_VERSION" val="1.0"/>
  <p:tag name="KSO_WM_BEAUTIFY_FLAG" val="#wm#"/>
  <p:tag name="KSO_WM_UNIT_LINE_FORE_SCHEMECOLOR_INDEX" val="14"/>
  <p:tag name="KSO_WM_UNIT_LINE_FILL_TYPE" val="2"/>
</p:tagLst>
</file>

<file path=ppt/tags/tag15.xml><?xml version="1.0" encoding="utf-8"?>
<p:tagLst xmlns:a="http://schemas.openxmlformats.org/drawingml/2006/main" xmlns:r="http://schemas.openxmlformats.org/officeDocument/2006/relationships" xmlns:p="http://schemas.openxmlformats.org/presentationml/2006/main">
  <p:tag name="KSO_WM_UNIT_NOCLEAR" val="0"/>
  <p:tag name="KSO_WM_UNIT_VALUE" val="28"/>
  <p:tag name="KSO_WM_UNIT_HIGHLIGHT" val="0"/>
  <p:tag name="KSO_WM_UNIT_COMPATIBLE" val="0"/>
  <p:tag name="KSO_WM_UNIT_DIAGRAM_ISNUMVISUAL" val="0"/>
  <p:tag name="KSO_WM_UNIT_DIAGRAM_ISREFERUNIT" val="0"/>
  <p:tag name="KSO_WM_DIAGRAM_GROUP_CODE" val="m1-1"/>
  <p:tag name="KSO_WM_UNIT_TYPE" val="m_h_f"/>
  <p:tag name="KSO_WM_UNIT_INDEX" val="1_2_1"/>
  <p:tag name="KSO_WM_UNIT_ID" val="diagram20200191_4*m_h_f*1_2_1"/>
  <p:tag name="KSO_WM_TEMPLATE_CATEGORY" val="diagram"/>
  <p:tag name="KSO_WM_TEMPLATE_INDEX" val="20200191"/>
  <p:tag name="KSO_WM_UNIT_LAYERLEVEL" val="1_1_1"/>
  <p:tag name="KSO_WM_TAG_VERSION" val="1.0"/>
  <p:tag name="KSO_WM_BEAUTIFY_FLAG" val="#wm#"/>
  <p:tag name="KSO_WM_UNIT_PRESET_TEXT" val="单击此处添加文本具体内容，简明扼要的阐述您的观点。"/>
  <p:tag name="KSO_WM_UNIT_TEXT_FILL_FORE_SCHEMECOLOR_INDEX" val="14"/>
  <p:tag name="KSO_WM_UNIT_TEXT_FILL_TYPE" val="1"/>
</p:tagLst>
</file>

<file path=ppt/tags/tag16.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VALUE" val="9"/>
  <p:tag name="KSO_WM_UNIT_HIGHLIGHT" val="0"/>
  <p:tag name="KSO_WM_UNIT_COMPATIBLE" val="0"/>
  <p:tag name="KSO_WM_UNIT_DIAGRAM_ISNUMVISUAL" val="0"/>
  <p:tag name="KSO_WM_UNIT_DIAGRAM_ISREFERUNIT" val="0"/>
  <p:tag name="KSO_WM_DIAGRAM_GROUP_CODE" val="m1-1"/>
  <p:tag name="KSO_WM_UNIT_TYPE" val="m_h_a"/>
  <p:tag name="KSO_WM_UNIT_INDEX" val="1_2_1"/>
  <p:tag name="KSO_WM_UNIT_ID" val="diagram20200191_4*m_h_a*1_2_1"/>
  <p:tag name="KSO_WM_TEMPLATE_CATEGORY" val="diagram"/>
  <p:tag name="KSO_WM_TEMPLATE_INDEX" val="20200191"/>
  <p:tag name="KSO_WM_UNIT_LAYERLEVEL" val="1_1_1"/>
  <p:tag name="KSO_WM_TAG_VERSION" val="1.0"/>
  <p:tag name="KSO_WM_BEAUTIFY_FLAG" val="#wm#"/>
  <p:tag name="KSO_WM_UNIT_PRESET_TEXT" val="添加标题"/>
  <p:tag name="KSO_WM_UNIT_TEXT_FILL_FORE_SCHEMECOLOR_INDEX" val="14"/>
  <p:tag name="KSO_WM_UNIT_TEXT_FILL_TYPE" val="1"/>
</p:tagLst>
</file>

<file path=ppt/tags/tag17.xml><?xml version="1.0" encoding="utf-8"?>
<p:tagLst xmlns:a="http://schemas.openxmlformats.org/drawingml/2006/main" xmlns:r="http://schemas.openxmlformats.org/officeDocument/2006/relationships" xmlns:p="http://schemas.openxmlformats.org/presentationml/2006/main">
  <p:tag name="KSO_WM_UNIT_NOCLEAR" val="0"/>
  <p:tag name="KSO_WM_UNIT_VALUE" val="28"/>
  <p:tag name="KSO_WM_UNIT_HIGHLIGHT" val="0"/>
  <p:tag name="KSO_WM_UNIT_COMPATIBLE" val="0"/>
  <p:tag name="KSO_WM_UNIT_DIAGRAM_ISNUMVISUAL" val="0"/>
  <p:tag name="KSO_WM_UNIT_DIAGRAM_ISREFERUNIT" val="0"/>
  <p:tag name="KSO_WM_DIAGRAM_GROUP_CODE" val="m1-1"/>
  <p:tag name="KSO_WM_UNIT_TYPE" val="m_h_f"/>
  <p:tag name="KSO_WM_UNIT_INDEX" val="1_4_1"/>
  <p:tag name="KSO_WM_UNIT_ID" val="diagram20200191_4*m_h_f*1_4_1"/>
  <p:tag name="KSO_WM_TEMPLATE_CATEGORY" val="diagram"/>
  <p:tag name="KSO_WM_TEMPLATE_INDEX" val="20200191"/>
  <p:tag name="KSO_WM_UNIT_LAYERLEVEL" val="1_1_1"/>
  <p:tag name="KSO_WM_TAG_VERSION" val="1.0"/>
  <p:tag name="KSO_WM_BEAUTIFY_FLAG" val="#wm#"/>
  <p:tag name="KSO_WM_UNIT_PRESET_TEXT" val="单击此处添加文本具体内容，简明扼要的阐述您的观点。"/>
  <p:tag name="KSO_WM_UNIT_TEXT_FILL_FORE_SCHEMECOLOR_INDEX" val="14"/>
  <p:tag name="KSO_WM_UNIT_TEXT_FILL_TYPE" val="1"/>
</p:tagLst>
</file>

<file path=ppt/tags/tag18.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VALUE" val="9"/>
  <p:tag name="KSO_WM_UNIT_HIGHLIGHT" val="0"/>
  <p:tag name="KSO_WM_UNIT_COMPATIBLE" val="0"/>
  <p:tag name="KSO_WM_UNIT_DIAGRAM_ISNUMVISUAL" val="0"/>
  <p:tag name="KSO_WM_UNIT_DIAGRAM_ISREFERUNIT" val="0"/>
  <p:tag name="KSO_WM_DIAGRAM_GROUP_CODE" val="m1-1"/>
  <p:tag name="KSO_WM_UNIT_TYPE" val="m_h_a"/>
  <p:tag name="KSO_WM_UNIT_INDEX" val="1_3_1"/>
  <p:tag name="KSO_WM_UNIT_ID" val="diagram20200191_4*m_h_a*1_3_1"/>
  <p:tag name="KSO_WM_TEMPLATE_CATEGORY" val="diagram"/>
  <p:tag name="KSO_WM_TEMPLATE_INDEX" val="20200191"/>
  <p:tag name="KSO_WM_UNIT_LAYERLEVEL" val="1_1_1"/>
  <p:tag name="KSO_WM_TAG_VERSION" val="1.0"/>
  <p:tag name="KSO_WM_BEAUTIFY_FLAG" val="#wm#"/>
  <p:tag name="KSO_WM_UNIT_PRESET_TEXT" val="添加标题"/>
  <p:tag name="KSO_WM_UNIT_TEXT_FILL_FORE_SCHEMECOLOR_INDEX" val="14"/>
  <p:tag name="KSO_WM_UNIT_TEXT_FILL_TYPE" val="1"/>
</p:tagLst>
</file>

<file path=ppt/tags/tag19.xml><?xml version="1.0" encoding="utf-8"?>
<p:tagLst xmlns:a="http://schemas.openxmlformats.org/drawingml/2006/main" xmlns:r="http://schemas.openxmlformats.org/officeDocument/2006/relationships" xmlns:p="http://schemas.openxmlformats.org/presentationml/2006/main">
  <p:tag name="KSO_WM_UNIT_NOCLEAR" val="0"/>
  <p:tag name="KSO_WM_UNIT_VALUE" val="28"/>
  <p:tag name="KSO_WM_UNIT_HIGHLIGHT" val="0"/>
  <p:tag name="KSO_WM_UNIT_COMPATIBLE" val="0"/>
  <p:tag name="KSO_WM_UNIT_DIAGRAM_ISNUMVISUAL" val="0"/>
  <p:tag name="KSO_WM_UNIT_DIAGRAM_ISREFERUNIT" val="0"/>
  <p:tag name="KSO_WM_DIAGRAM_GROUP_CODE" val="m1-1"/>
  <p:tag name="KSO_WM_UNIT_TYPE" val="m_h_f"/>
  <p:tag name="KSO_WM_UNIT_INDEX" val="1_3_1"/>
  <p:tag name="KSO_WM_UNIT_ID" val="diagram20200191_4*m_h_f*1_3_1"/>
  <p:tag name="KSO_WM_TEMPLATE_CATEGORY" val="diagram"/>
  <p:tag name="KSO_WM_TEMPLATE_INDEX" val="20200191"/>
  <p:tag name="KSO_WM_UNIT_LAYERLEVEL" val="1_1_1"/>
  <p:tag name="KSO_WM_TAG_VERSION" val="1.0"/>
  <p:tag name="KSO_WM_BEAUTIFY_FLAG" val="#wm#"/>
  <p:tag name="KSO_WM_UNIT_PRESET_TEXT" val="单击此处添加文本具体内容，简明扼要的阐述您的观点。"/>
  <p:tag name="KSO_WM_UNIT_TEXT_FILL_FORE_SCHEMECOLOR_INDEX" val="14"/>
  <p:tag name="KSO_WM_UNIT_TEXT_FILL_TYPE" val="1"/>
</p:tagLst>
</file>

<file path=ppt/tags/tag20.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VALUE" val="9"/>
  <p:tag name="KSO_WM_UNIT_HIGHLIGHT" val="0"/>
  <p:tag name="KSO_WM_UNIT_COMPATIBLE" val="0"/>
  <p:tag name="KSO_WM_UNIT_DIAGRAM_ISNUMVISUAL" val="0"/>
  <p:tag name="KSO_WM_UNIT_DIAGRAM_ISREFERUNIT" val="0"/>
  <p:tag name="KSO_WM_DIAGRAM_GROUP_CODE" val="m1-1"/>
  <p:tag name="KSO_WM_UNIT_TYPE" val="m_h_a"/>
  <p:tag name="KSO_WM_UNIT_INDEX" val="1_4_1"/>
  <p:tag name="KSO_WM_UNIT_ID" val="diagram20200191_4*m_h_a*1_4_1"/>
  <p:tag name="KSO_WM_TEMPLATE_CATEGORY" val="diagram"/>
  <p:tag name="KSO_WM_TEMPLATE_INDEX" val="20200191"/>
  <p:tag name="KSO_WM_UNIT_LAYERLEVEL" val="1_1_1"/>
  <p:tag name="KSO_WM_TAG_VERSION" val="1.0"/>
  <p:tag name="KSO_WM_BEAUTIFY_FLAG" val="#wm#"/>
  <p:tag name="KSO_WM_UNIT_PRESET_TEXT" val="添加标题"/>
  <p:tag name="KSO_WM_UNIT_TEXT_FILL_FORE_SCHEMECOLOR_INDEX" val="14"/>
  <p:tag name="KSO_WM_UNIT_TEXT_FILL_TYPE" val="1"/>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3"/>
  <p:tag name="KSO_WM_UNIT_ID" val="diagram20200191_4*m_h_i*1_1_3"/>
  <p:tag name="KSO_WM_TEMPLATE_CATEGORY" val="diagram"/>
  <p:tag name="KSO_WM_TEMPLATE_INDEX" val="20200191"/>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5_3"/>
  <p:tag name="KSO_WM_UNIT_ID" val="diagram20200191_4*m_h_i*1_5_3"/>
  <p:tag name="KSO_WM_TEMPLATE_CATEGORY" val="diagram"/>
  <p:tag name="KSO_WM_TEMPLATE_INDEX" val="20200191"/>
  <p:tag name="KSO_WM_UNIT_LAYERLEVEL" val="1_1_1"/>
  <p:tag name="KSO_WM_TAG_VERSION" val="1.0"/>
  <p:tag name="KSO_WM_BEAUTIFY_FLAG" val="#wm#"/>
  <p:tag name="KSO_WM_UNIT_FILL_FORE_SCHEMECOLOR_INDEX" val="9"/>
  <p:tag name="KSO_WM_UNIT_FILL_TYPE" val="1"/>
  <p:tag name="KSO_WM_UNIT_TEXT_FILL_FORE_SCHEMECOLOR_INDEX" val="13"/>
  <p:tag name="KSO_WM_UNIT_TEXT_FILL_TYPE" val="1"/>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2_3"/>
  <p:tag name="KSO_WM_UNIT_ID" val="diagram20200191_4*m_h_i*1_2_3"/>
  <p:tag name="KSO_WM_TEMPLATE_CATEGORY" val="diagram"/>
  <p:tag name="KSO_WM_TEMPLATE_INDEX" val="20200191"/>
  <p:tag name="KSO_WM_UNIT_LAYERLEVEL" val="1_1_1"/>
  <p:tag name="KSO_WM_TAG_VERSION" val="1.0"/>
  <p:tag name="KSO_WM_BEAUTIFY_FLAG" val="#wm#"/>
  <p:tag name="KSO_WM_UNIT_FILL_FORE_SCHEMECOLOR_INDEX" val="6"/>
  <p:tag name="KSO_WM_UNIT_FILL_TYPE" val="1"/>
  <p:tag name="KSO_WM_UNIT_TEXT_FILL_FORE_SCHEMECOLOR_INDEX" val="13"/>
  <p:tag name="KSO_WM_UNIT_TEXT_FILL_TYPE" val="1"/>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3_3"/>
  <p:tag name="KSO_WM_UNIT_ID" val="diagram20200191_4*m_h_i*1_3_3"/>
  <p:tag name="KSO_WM_TEMPLATE_CATEGORY" val="diagram"/>
  <p:tag name="KSO_WM_TEMPLATE_INDEX" val="20200191"/>
  <p:tag name="KSO_WM_UNIT_LAYERLEVEL" val="1_1_1"/>
  <p:tag name="KSO_WM_TAG_VERSION" val="1.0"/>
  <p:tag name="KSO_WM_BEAUTIFY_FLAG" val="#wm#"/>
  <p:tag name="KSO_WM_UNIT_FILL_FORE_SCHEMECOLOR_INDEX" val="7"/>
  <p:tag name="KSO_WM_UNIT_FILL_TYPE" val="1"/>
  <p:tag name="KSO_WM_UNIT_TEXT_FILL_FORE_SCHEMECOLOR_INDEX" val="13"/>
  <p:tag name="KSO_WM_UNIT_TEXT_FILL_TYPE" val="1"/>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4_3"/>
  <p:tag name="KSO_WM_UNIT_ID" val="diagram20200191_4*m_h_i*1_4_3"/>
  <p:tag name="KSO_WM_TEMPLATE_CATEGORY" val="diagram"/>
  <p:tag name="KSO_WM_TEMPLATE_INDEX" val="20200191"/>
  <p:tag name="KSO_WM_UNIT_LAYERLEVEL" val="1_1_1"/>
  <p:tag name="KSO_WM_TAG_VERSION" val="1.0"/>
  <p:tag name="KSO_WM_BEAUTIFY_FLAG" val="#wm#"/>
  <p:tag name="KSO_WM_UNIT_FILL_FORE_SCHEMECOLOR_INDEX" val="8"/>
  <p:tag name="KSO_WM_UNIT_FILL_TYPE" val="1"/>
  <p:tag name="KSO_WM_UNIT_TEXT_FILL_FORE_SCHEMECOLOR_INDEX" val="13"/>
  <p:tag name="KSO_WM_UNIT_TEXT_FILL_TYPE" val="1"/>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6_2"/>
  <p:tag name="KSO_WM_UNIT_ID" val="diagram20200191_4*m_h_i*1_6_2"/>
  <p:tag name="KSO_WM_TEMPLATE_CATEGORY" val="diagram"/>
  <p:tag name="KSO_WM_TEMPLATE_INDEX" val="20200191"/>
  <p:tag name="KSO_WM_UNIT_LAYERLEVEL" val="1_1_1"/>
  <p:tag name="KSO_WM_TAG_VERSION" val="1.0"/>
  <p:tag name="KSO_WM_BEAUTIFY_FLAG" val="#wm#"/>
  <p:tag name="KSO_WM_UNIT_FILL_FORE_SCHEMECOLOR_INDEX" val="10"/>
  <p:tag name="KSO_WM_UNIT_FILL_TYPE" val="1"/>
  <p:tag name="KSO_WM_UNIT_TEXT_FILL_FORE_SCHEMECOLOR_INDEX" val="2"/>
  <p:tag name="KSO_WM_UNIT_TEXT_FILL_TYPE" val="1"/>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6_3"/>
  <p:tag name="KSO_WM_UNIT_ID" val="diagram20200191_4*m_h_i*1_6_3"/>
  <p:tag name="KSO_WM_TEMPLATE_CATEGORY" val="diagram"/>
  <p:tag name="KSO_WM_TEMPLATE_INDEX" val="20200191"/>
  <p:tag name="KSO_WM_UNIT_LAYERLEVEL" val="1_1_1"/>
  <p:tag name="KSO_WM_TAG_VERSION" val="1.0"/>
  <p:tag name="KSO_WM_BEAUTIFY_FLAG" val="#wm#"/>
  <p:tag name="KSO_WM_UNIT_FILL_FORE_SCHEMECOLOR_INDEX" val="14"/>
  <p:tag name="KSO_WM_UNIT_FILL_TYPE" val="1"/>
  <p:tag name="KSO_WM_UNIT_TEXT_FILL_FORE_SCHEMECOLOR_INDEX" val="13"/>
  <p:tag name="KSO_WM_UNIT_TEXT_FILL_TYPE" val="1"/>
</p:tagLst>
</file>

<file path=ppt/tags/tag28.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VALUE" val="5"/>
  <p:tag name="KSO_WM_UNIT_HIGHLIGHT" val="0"/>
  <p:tag name="KSO_WM_UNIT_COMPATIBLE" val="0"/>
  <p:tag name="KSO_WM_UNIT_DIAGRAM_ISNUMVISUAL" val="0"/>
  <p:tag name="KSO_WM_UNIT_DIAGRAM_ISREFERUNIT" val="0"/>
  <p:tag name="KSO_WM_DIAGRAM_GROUP_CODE" val="m1-1"/>
  <p:tag name="KSO_WM_UNIT_TYPE" val="m_h_a"/>
  <p:tag name="KSO_WM_UNIT_INDEX" val="1_6_1"/>
  <p:tag name="KSO_WM_UNIT_ID" val="diagram20200191_4*m_h_a*1_6_1"/>
  <p:tag name="KSO_WM_TEMPLATE_CATEGORY" val="diagram"/>
  <p:tag name="KSO_WM_TEMPLATE_INDEX" val="20200191"/>
  <p:tag name="KSO_WM_UNIT_LAYERLEVEL" val="1_1_1"/>
  <p:tag name="KSO_WM_TAG_VERSION" val="1.0"/>
  <p:tag name="KSO_WM_BEAUTIFY_FLAG" val="#wm#"/>
  <p:tag name="KSO_WM_UNIT_PRESET_TEXT" val="添加标题"/>
  <p:tag name="KSO_WM_UNIT_TEXT_FILL_FORE_SCHEMECOLOR_INDEX" val="14"/>
  <p:tag name="KSO_WM_UNIT_TEXT_FILL_TYPE" val="1"/>
</p:tagLst>
</file>

<file path=ppt/tags/tag29.xml><?xml version="1.0" encoding="utf-8"?>
<p:tagLst xmlns:a="http://schemas.openxmlformats.org/drawingml/2006/main" xmlns:r="http://schemas.openxmlformats.org/officeDocument/2006/relationships" xmlns:p="http://schemas.openxmlformats.org/presentationml/2006/main">
  <p:tag name="KSO_WM_UNIT_NOCLEAR" val="0"/>
  <p:tag name="KSO_WM_UNIT_VALUE" val="28"/>
  <p:tag name="KSO_WM_UNIT_HIGHLIGHT" val="0"/>
  <p:tag name="KSO_WM_UNIT_COMPATIBLE" val="0"/>
  <p:tag name="KSO_WM_UNIT_DIAGRAM_ISNUMVISUAL" val="0"/>
  <p:tag name="KSO_WM_UNIT_DIAGRAM_ISREFERUNIT" val="0"/>
  <p:tag name="KSO_WM_DIAGRAM_GROUP_CODE" val="m1-1"/>
  <p:tag name="KSO_WM_UNIT_TYPE" val="m_h_f"/>
  <p:tag name="KSO_WM_UNIT_INDEX" val="1_5_1"/>
  <p:tag name="KSO_WM_UNIT_ID" val="diagram20200191_4*m_h_f*1_5_1"/>
  <p:tag name="KSO_WM_TEMPLATE_CATEGORY" val="diagram"/>
  <p:tag name="KSO_WM_TEMPLATE_INDEX" val="20200191"/>
  <p:tag name="KSO_WM_UNIT_LAYERLEVEL" val="1_1_1"/>
  <p:tag name="KSO_WM_TAG_VERSION" val="1.0"/>
  <p:tag name="KSO_WM_BEAUTIFY_FLAG" val="#wm#"/>
  <p:tag name="KSO_WM_UNIT_PRESET_TEXT" val="单击此处添加文本具体内容，简明扼要的阐述您的观点。"/>
  <p:tag name="KSO_WM_UNIT_TEXT_FILL_FORE_SCHEMECOLOR_INDEX" val="14"/>
  <p:tag name="KSO_WM_UNIT_TEXT_FILL_TYPE" val="1"/>
</p:tagLst>
</file>

<file path=ppt/tags/tag30.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VALUE" val="9"/>
  <p:tag name="KSO_WM_UNIT_HIGHLIGHT" val="0"/>
  <p:tag name="KSO_WM_UNIT_COMPATIBLE" val="0"/>
  <p:tag name="KSO_WM_UNIT_DIAGRAM_ISNUMVISUAL" val="0"/>
  <p:tag name="KSO_WM_UNIT_DIAGRAM_ISREFERUNIT" val="0"/>
  <p:tag name="KSO_WM_DIAGRAM_GROUP_CODE" val="m1-1"/>
  <p:tag name="KSO_WM_UNIT_TYPE" val="m_h_a"/>
  <p:tag name="KSO_WM_UNIT_INDEX" val="1_5_1"/>
  <p:tag name="KSO_WM_UNIT_ID" val="diagram20200191_4*m_h_a*1_5_1"/>
  <p:tag name="KSO_WM_TEMPLATE_CATEGORY" val="diagram"/>
  <p:tag name="KSO_WM_TEMPLATE_INDEX" val="20200191"/>
  <p:tag name="KSO_WM_UNIT_LAYERLEVEL" val="1_1_1"/>
  <p:tag name="KSO_WM_TAG_VERSION" val="1.0"/>
  <p:tag name="KSO_WM_BEAUTIFY_FLAG" val="#wm#"/>
  <p:tag name="KSO_WM_UNIT_PRESET_TEXT" val="添加标题"/>
  <p:tag name="KSO_WM_UNIT_TEXT_FILL_FORE_SCHEMECOLOR_INDEX" val="14"/>
  <p:tag name="KSO_WM_UNIT_TEXT_FILL_TYPE" val="1"/>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4_4"/>
  <p:tag name="KSO_WM_UNIT_ID" val="diagram20200191_4*m_h_i*1_4_4"/>
  <p:tag name="KSO_WM_TEMPLATE_CATEGORY" val="diagram"/>
  <p:tag name="KSO_WM_TEMPLATE_INDEX" val="20200191"/>
  <p:tag name="KSO_WM_UNIT_LAYERLEVEL" val="1_1_1"/>
  <p:tag name="KSO_WM_TAG_VERSION" val="1.0"/>
  <p:tag name="KSO_WM_BEAUTIFY_FLAG" val="#wm#"/>
  <p:tag name="KSO_WM_UNIT_FILL_FORE_SCHEMECOLOR_INDEX" val="8"/>
  <p:tag name="KSO_WM_UNIT_FILL_TYPE" val="1"/>
  <p:tag name="KSO_WM_UNIT_TEXT_FILL_FORE_SCHEMECOLOR_INDEX" val="13"/>
  <p:tag name="KSO_WM_UNIT_TEXT_FILL_TYPE" val="1"/>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4_5"/>
  <p:tag name="KSO_WM_UNIT_ID" val="diagram20200191_4*m_h_i*1_4_5"/>
  <p:tag name="KSO_WM_TEMPLATE_CATEGORY" val="diagram"/>
  <p:tag name="KSO_WM_TEMPLATE_INDEX" val="20200191"/>
  <p:tag name="KSO_WM_UNIT_LAYERLEVEL" val="1_1_1"/>
  <p:tag name="KSO_WM_TAG_VERSION" val="1.0"/>
  <p:tag name="KSO_WM_BEAUTIFY_FLAG" val="#wm#"/>
  <p:tag name="KSO_WM_UNIT_FILL_FORE_SCHEMECOLOR_INDEX" val="8"/>
  <p:tag name="KSO_WM_UNIT_FILL_TYPE" val="1"/>
  <p:tag name="KSO_WM_UNIT_TEXT_FILL_FORE_SCHEMECOLOR_INDEX" val="13"/>
  <p:tag name="KSO_WM_UNIT_TEXT_FILL_TYPE" val="1"/>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3_4"/>
  <p:tag name="KSO_WM_UNIT_ID" val="diagram20200191_4*m_h_i*1_3_4"/>
  <p:tag name="KSO_WM_TEMPLATE_CATEGORY" val="diagram"/>
  <p:tag name="KSO_WM_TEMPLATE_INDEX" val="20200191"/>
  <p:tag name="KSO_WM_UNIT_LAYERLEVEL" val="1_1_1"/>
  <p:tag name="KSO_WM_TAG_VERSION" val="1.0"/>
  <p:tag name="KSO_WM_BEAUTIFY_FLAG" val="#wm#"/>
  <p:tag name="KSO_WM_UNIT_FILL_FORE_SCHEMECOLOR_INDEX" val="7"/>
  <p:tag name="KSO_WM_UNIT_FILL_TYPE" val="1"/>
  <p:tag name="KSO_WM_UNIT_TEXT_FILL_FORE_SCHEMECOLOR_INDEX" val="13"/>
  <p:tag name="KSO_WM_UNIT_TEXT_FILL_TYPE" val="1"/>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3_5"/>
  <p:tag name="KSO_WM_UNIT_ID" val="diagram20200191_4*m_h_i*1_3_5"/>
  <p:tag name="KSO_WM_TEMPLATE_CATEGORY" val="diagram"/>
  <p:tag name="KSO_WM_TEMPLATE_INDEX" val="20200191"/>
  <p:tag name="KSO_WM_UNIT_LAYERLEVEL" val="1_1_1"/>
  <p:tag name="KSO_WM_TAG_VERSION" val="1.0"/>
  <p:tag name="KSO_WM_BEAUTIFY_FLAG" val="#wm#"/>
  <p:tag name="KSO_WM_UNIT_FILL_FORE_SCHEMECOLOR_INDEX" val="7"/>
  <p:tag name="KSO_WM_UNIT_FILL_TYPE" val="1"/>
  <p:tag name="KSO_WM_UNIT_TEXT_FILL_FORE_SCHEMECOLOR_INDEX" val="13"/>
  <p:tag name="KSO_WM_UNIT_TEXT_FILL_TYPE" val="1"/>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2_4"/>
  <p:tag name="KSO_WM_UNIT_ID" val="diagram20200191_4*m_h_i*1_2_4"/>
  <p:tag name="KSO_WM_TEMPLATE_CATEGORY" val="diagram"/>
  <p:tag name="KSO_WM_TEMPLATE_INDEX" val="20200191"/>
  <p:tag name="KSO_WM_UNIT_LAYERLEVEL" val="1_1_1"/>
  <p:tag name="KSO_WM_TAG_VERSION" val="1.0"/>
  <p:tag name="KSO_WM_BEAUTIFY_FLAG" val="#wm#"/>
  <p:tag name="KSO_WM_UNIT_FILL_FORE_SCHEMECOLOR_INDEX" val="6"/>
  <p:tag name="KSO_WM_UNIT_FILL_TYPE" val="1"/>
  <p:tag name="KSO_WM_UNIT_TEXT_FILL_FORE_SCHEMECOLOR_INDEX" val="13"/>
  <p:tag name="KSO_WM_UNIT_TEXT_FILL_TYPE" val="1"/>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2_5"/>
  <p:tag name="KSO_WM_UNIT_ID" val="diagram20200191_4*m_h_i*1_2_5"/>
  <p:tag name="KSO_WM_TEMPLATE_CATEGORY" val="diagram"/>
  <p:tag name="KSO_WM_TEMPLATE_INDEX" val="20200191"/>
  <p:tag name="KSO_WM_UNIT_LAYERLEVEL" val="1_1_1"/>
  <p:tag name="KSO_WM_TAG_VERSION" val="1.0"/>
  <p:tag name="KSO_WM_BEAUTIFY_FLAG" val="#wm#"/>
  <p:tag name="KSO_WM_UNIT_FILL_FORE_SCHEMECOLOR_INDEX" val="6"/>
  <p:tag name="KSO_WM_UNIT_FILL_TYPE" val="1"/>
  <p:tag name="KSO_WM_UNIT_TEXT_FILL_FORE_SCHEMECOLOR_INDEX" val="13"/>
  <p:tag name="KSO_WM_UNIT_TEXT_FILL_TYPE" val="1"/>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2_6"/>
  <p:tag name="KSO_WM_UNIT_ID" val="diagram20200191_4*m_h_i*1_2_6"/>
  <p:tag name="KSO_WM_TEMPLATE_CATEGORY" val="diagram"/>
  <p:tag name="KSO_WM_TEMPLATE_INDEX" val="20200191"/>
  <p:tag name="KSO_WM_UNIT_LAYERLEVEL" val="1_1_1"/>
  <p:tag name="KSO_WM_TAG_VERSION" val="1.0"/>
  <p:tag name="KSO_WM_BEAUTIFY_FLAG" val="#wm#"/>
  <p:tag name="KSO_WM_UNIT_FILL_FORE_SCHEMECOLOR_INDEX" val="6"/>
  <p:tag name="KSO_WM_UNIT_FILL_TYPE" val="1"/>
  <p:tag name="KSO_WM_UNIT_TEXT_FILL_FORE_SCHEMECOLOR_INDEX" val="13"/>
  <p:tag name="KSO_WM_UNIT_TEXT_FILL_TYPE" val="1"/>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4"/>
  <p:tag name="KSO_WM_UNIT_ID" val="diagram20200191_4*m_h_i*1_1_4"/>
  <p:tag name="KSO_WM_TEMPLATE_CATEGORY" val="diagram"/>
  <p:tag name="KSO_WM_TEMPLATE_INDEX" val="20200191"/>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5"/>
  <p:tag name="KSO_WM_UNIT_ID" val="diagram20200191_4*m_h_i*1_1_5"/>
  <p:tag name="KSO_WM_TEMPLATE_CATEGORY" val="diagram"/>
  <p:tag name="KSO_WM_TEMPLATE_INDEX" val="20200191"/>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Lst>
</file>

<file path=ppt/tags/tag40.xml><?xml version="1.0" encoding="utf-8"?>
<p:tagLst xmlns:a="http://schemas.openxmlformats.org/drawingml/2006/main" xmlns:r="http://schemas.openxmlformats.org/officeDocument/2006/relationships" xmlns:p="http://schemas.openxmlformats.org/presentationml/2006/main">
  <p:tag name="KSO_WM_UNIT_TABLE_BEAUTIFY" val="smartTable{10f36567-dfb0-40d3-9fd6-3459a76acc9b}"/>
  <p:tag name="TABLE_ENDDRAG_ORIGIN_RECT" val="410*292"/>
  <p:tag name="TABLE_ENDDRAG_RECT" val="517*206*410*292"/>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7_2*l_h_i*1_1_2"/>
  <p:tag name="KSO_WM_TEMPLATE_CATEGORY" val="diagram"/>
  <p:tag name="KSO_WM_TEMPLATE_INDEX" val="7"/>
  <p:tag name="KSO_WM_UNIT_LAYERLEVEL" val="1_1_1"/>
  <p:tag name="KSO_WM_TAG_VERSION" val="1.0"/>
  <p:tag name="KSO_WM_BEAUTIFY_FLAG" val="#wm#"/>
  <p:tag name="KSO_WM_UNIT_FILL_FORE_SCHEMECOLOR_INDEX" val="5"/>
  <p:tag name="KSO_WM_UNIT_FILL_TYPE" val="1"/>
  <p:tag name="KSO_WM_UNIT_TEXT_FILL_FORE_SCHEMECOLOR_INDEX" val="2"/>
  <p:tag name="KSO_WM_UNIT_TEXT_FILL_TYPE" val="1"/>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7_2*l_h_i*1_1_1"/>
  <p:tag name="KSO_WM_TEMPLATE_CATEGORY" val="diagram"/>
  <p:tag name="KSO_WM_TEMPLATE_INDEX" val="7"/>
  <p:tag name="KSO_WM_UNIT_LAYERLEVEL" val="1_1_1"/>
  <p:tag name="KSO_WM_TAG_VERSION" val="1.0"/>
  <p:tag name="KSO_WM_BEAUTIFY_FLAG" val="#wm#"/>
  <p:tag name="KSO_WM_UNIT_FILL_FORE_SCHEMECOLOR_INDEX" val="5"/>
  <p:tag name="KSO_WM_UNIT_FILL_TYPE" val="1"/>
  <p:tag name="KSO_WM_UNIT_TEXT_FILL_FORE_SCHEMECOLOR_INDEX" val="14"/>
  <p:tag name="KSO_WM_UNIT_TEXT_FILL_TYPE" val="1"/>
</p:tagLst>
</file>

<file path=ppt/tags/tag43.xml><?xml version="1.0" encoding="utf-8"?>
<p:tagLst xmlns:a="http://schemas.openxmlformats.org/drawingml/2006/main" xmlns:r="http://schemas.openxmlformats.org/officeDocument/2006/relationships" xmlns:p="http://schemas.openxmlformats.org/presentationml/2006/main">
  <p:tag name="KSO_WM_UNIT_PRESET_TEXT" val="单击此处添加文本具体内容"/>
  <p:tag name="KSO_WM_UNIT_NOCLEAR" val="0"/>
  <p:tag name="KSO_WM_UNIT_VALUE" val="12"/>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7_2*l_h_f*1_1_1"/>
  <p:tag name="KSO_WM_TEMPLATE_CATEGORY" val="diagram"/>
  <p:tag name="KSO_WM_TEMPLATE_INDEX" val="7"/>
  <p:tag name="KSO_WM_UNIT_LAYERLEVEL" val="1_1_1"/>
  <p:tag name="KSO_WM_TAG_VERSION" val="1.0"/>
  <p:tag name="KSO_WM_BEAUTIFY_FLAG" val="#wm#"/>
  <p:tag name="KSO_WM_UNIT_TEXT_FILL_FORE_SCHEMECOLOR_INDEX" val="13"/>
  <p:tag name="KSO_WM_UNIT_TEXT_FILL_TYPE" val="1"/>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7_2*l_h_i*1_2_2"/>
  <p:tag name="KSO_WM_TEMPLATE_CATEGORY" val="diagram"/>
  <p:tag name="KSO_WM_TEMPLATE_INDEX" val="7"/>
  <p:tag name="KSO_WM_UNIT_LAYERLEVEL" val="1_1_1"/>
  <p:tag name="KSO_WM_TAG_VERSION" val="1.0"/>
  <p:tag name="KSO_WM_BEAUTIFY_FLAG" val="#wm#"/>
  <p:tag name="KSO_WM_UNIT_FILL_FORE_SCHEMECOLOR_INDEX" val="6"/>
  <p:tag name="KSO_WM_UNIT_FILL_TYPE" val="1"/>
  <p:tag name="KSO_WM_UNIT_TEXT_FILL_FORE_SCHEMECOLOR_INDEX" val="2"/>
  <p:tag name="KSO_WM_UNIT_TEXT_FILL_TYPE" val="1"/>
</p:tagLst>
</file>

<file path=ppt/tags/tag45.xml><?xml version="1.0" encoding="utf-8"?>
<p:tagLst xmlns:a="http://schemas.openxmlformats.org/drawingml/2006/main" xmlns:r="http://schemas.openxmlformats.org/officeDocument/2006/relationships" xmlns:p="http://schemas.openxmlformats.org/presentationml/2006/main">
  <p:tag name="KSO_WM_UNIT_PRESET_TEXT" val="单击此处添加文本具体内容"/>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7_2*l_h_f*1_2_1"/>
  <p:tag name="KSO_WM_TEMPLATE_CATEGORY" val="diagram"/>
  <p:tag name="KSO_WM_TEMPLATE_INDEX" val="7"/>
  <p:tag name="KSO_WM_UNIT_LAYERLEVEL" val="1_1_1"/>
  <p:tag name="KSO_WM_TAG_VERSION" val="1.0"/>
  <p:tag name="KSO_WM_BEAUTIFY_FLAG" val="#wm#"/>
  <p:tag name="KSO_WM_UNIT_TEXT_FILL_FORE_SCHEMECOLOR_INDEX" val="13"/>
  <p:tag name="KSO_WM_UNIT_TEXT_FILL_TYPE" val="1"/>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7_2*l_h_i*1_3_2"/>
  <p:tag name="KSO_WM_TEMPLATE_CATEGORY" val="diagram"/>
  <p:tag name="KSO_WM_TEMPLATE_INDEX" val="7"/>
  <p:tag name="KSO_WM_UNIT_LAYERLEVEL" val="1_1_1"/>
  <p:tag name="KSO_WM_TAG_VERSION" val="1.0"/>
  <p:tag name="KSO_WM_BEAUTIFY_FLAG" val="#wm#"/>
  <p:tag name="KSO_WM_UNIT_FILL_FORE_SCHEMECOLOR_INDEX" val="7"/>
  <p:tag name="KSO_WM_UNIT_FILL_TYPE" val="1"/>
  <p:tag name="KSO_WM_UNIT_TEXT_FILL_FORE_SCHEMECOLOR_INDEX" val="2"/>
  <p:tag name="KSO_WM_UNIT_TEXT_FILL_TYPE" val="1"/>
</p:tagLst>
</file>

<file path=ppt/tags/tag47.xml><?xml version="1.0" encoding="utf-8"?>
<p:tagLst xmlns:a="http://schemas.openxmlformats.org/drawingml/2006/main" xmlns:r="http://schemas.openxmlformats.org/officeDocument/2006/relationships" xmlns:p="http://schemas.openxmlformats.org/presentationml/2006/main">
  <p:tag name="KSO_WM_UNIT_PRESET_TEXT" val="单击此处添加文本具体内容"/>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7_2*l_h_f*1_3_1"/>
  <p:tag name="KSO_WM_TEMPLATE_CATEGORY" val="diagram"/>
  <p:tag name="KSO_WM_TEMPLATE_INDEX" val="7"/>
  <p:tag name="KSO_WM_UNIT_LAYERLEVEL" val="1_1_1"/>
  <p:tag name="KSO_WM_TAG_VERSION" val="1.0"/>
  <p:tag name="KSO_WM_BEAUTIFY_FLAG" val="#wm#"/>
  <p:tag name="KSO_WM_UNIT_TEXT_FILL_FORE_SCHEMECOLOR_INDEX" val="13"/>
  <p:tag name="KSO_WM_UNIT_TEXT_FILL_TYPE" val="1"/>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7_2*l_h_i*1_1_1"/>
  <p:tag name="KSO_WM_TEMPLATE_CATEGORY" val="diagram"/>
  <p:tag name="KSO_WM_TEMPLATE_INDEX" val="7"/>
  <p:tag name="KSO_WM_UNIT_LAYERLEVEL" val="1_1_1"/>
  <p:tag name="KSO_WM_TAG_VERSION" val="1.0"/>
  <p:tag name="KSO_WM_BEAUTIFY_FLAG" val="#wm#"/>
  <p:tag name="KSO_WM_UNIT_FILL_FORE_SCHEMECOLOR_INDEX" val="5"/>
  <p:tag name="KSO_WM_UNIT_FILL_TYPE" val="1"/>
  <p:tag name="KSO_WM_UNIT_TEXT_FILL_FORE_SCHEMECOLOR_INDEX" val="14"/>
  <p:tag name="KSO_WM_UNIT_TEXT_FILL_TYPE" val="1"/>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7_2*l_h_i*1_1_1"/>
  <p:tag name="KSO_WM_TEMPLATE_CATEGORY" val="diagram"/>
  <p:tag name="KSO_WM_TEMPLATE_INDEX" val="7"/>
  <p:tag name="KSO_WM_UNIT_LAYERLEVEL" val="1_1_1"/>
  <p:tag name="KSO_WM_TAG_VERSION" val="1.0"/>
  <p:tag name="KSO_WM_BEAUTIFY_FLAG" val="#wm#"/>
  <p:tag name="KSO_WM_UNIT_FILL_FORE_SCHEMECOLOR_INDEX" val="5"/>
  <p:tag name="KSO_WM_UNIT_FILL_TYPE" val="1"/>
  <p:tag name="KSO_WM_UNIT_TEXT_FILL_FORE_SCHEMECOLOR_INDEX" val="14"/>
  <p:tag name="KSO_WM_UNIT_TEXT_FILL_TYPE" val="1"/>
</p:tagLst>
</file>

<file path=ppt/tags/tag50.xml><?xml version="1.0" encoding="utf-8"?>
<p:tagLst xmlns:a="http://schemas.openxmlformats.org/drawingml/2006/main" xmlns:r="http://schemas.openxmlformats.org/officeDocument/2006/relationships" xmlns:p="http://schemas.openxmlformats.org/presentationml/2006/main">
  <p:tag name="KSO_WM_UNIT_TABLE_BEAUTIFY" val="smartTable{a27a2004-fc34-41f5-8241-b0a5eb784842}"/>
  <p:tag name="TABLE_ENDDRAG_ORIGIN_RECT" val="842*281"/>
  <p:tag name="TABLE_ENDDRAG_RECT" val="31*82*842*281"/>
</p:tagLst>
</file>

<file path=ppt/tags/tag51.xml><?xml version="1.0" encoding="utf-8"?>
<p:tagLst xmlns:a="http://schemas.openxmlformats.org/drawingml/2006/main" xmlns:r="http://schemas.openxmlformats.org/officeDocument/2006/relationships" xmlns:p="http://schemas.openxmlformats.org/presentationml/2006/main">
  <p:tag name="KSO_WM_UNIT_TABLE_BEAUTIFY" val="smartTable{a27a2004-fc34-41f5-8241-b0a5eb784842}"/>
  <p:tag name="TABLE_ENDDRAG_ORIGIN_RECT" val="842*281"/>
  <p:tag name="TABLE_ENDDRAG_RECT" val="31*82*842*281"/>
</p:tagLst>
</file>

<file path=ppt/theme/theme1.xml><?xml version="1.0" encoding="utf-8"?>
<a:theme xmlns:a="http://schemas.openxmlformats.org/drawingml/2006/main" name="1_Office 主题​​">
  <a:themeElements>
    <a:clrScheme name="金蝶2022PPT">
      <a:dk1>
        <a:srgbClr val="000000"/>
      </a:dk1>
      <a:lt1>
        <a:srgbClr val="FFFFFF"/>
      </a:lt1>
      <a:dk2>
        <a:srgbClr val="005392"/>
      </a:dk2>
      <a:lt2>
        <a:srgbClr val="E7E6E6"/>
      </a:lt2>
      <a:accent1>
        <a:srgbClr val="1770EA"/>
      </a:accent1>
      <a:accent2>
        <a:srgbClr val="00CBFF"/>
      </a:accent2>
      <a:accent3>
        <a:srgbClr val="00C7C7"/>
      </a:accent3>
      <a:accent4>
        <a:srgbClr val="AF6EFF"/>
      </a:accent4>
      <a:accent5>
        <a:srgbClr val="FFC000"/>
      </a:accent5>
      <a:accent6>
        <a:srgbClr val="C6AE8F"/>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TotalTime>
  <Words>747</Words>
  <Application>Microsoft Office PowerPoint</Application>
  <PresentationFormat>宽屏</PresentationFormat>
  <Paragraphs>142</Paragraphs>
  <Slides>24</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24</vt:i4>
      </vt:variant>
    </vt:vector>
  </HeadingPairs>
  <TitlesOfParts>
    <vt:vector size="30" baseType="lpstr">
      <vt:lpstr>微软雅黑</vt:lpstr>
      <vt:lpstr>微软雅黑</vt:lpstr>
      <vt:lpstr>微软雅黑 Light</vt:lpstr>
      <vt:lpstr>Arial</vt:lpstr>
      <vt:lpstr>Wingdings</vt:lpstr>
      <vt:lpstr>1_Office 主题​​</vt:lpstr>
      <vt:lpstr>XX项目调研汇报</vt:lpstr>
      <vt:lpstr>目 录</vt:lpstr>
      <vt:lpstr>调研过程回顾</vt:lpstr>
      <vt:lpstr>项目整体进展</vt:lpstr>
      <vt:lpstr>调研过程回顾</vt:lpstr>
      <vt:lpstr>调研成果</vt:lpstr>
      <vt:lpstr>调研成果</vt:lpstr>
      <vt:lpstr>现状分析</vt:lpstr>
      <vt:lpstr>基本情况</vt:lpstr>
      <vt:lpstr>现状分析</vt:lpstr>
      <vt:lpstr>主要问题与痛点</vt:lpstr>
      <vt:lpstr>现状分析</vt:lpstr>
      <vt:lpstr>重点关注与期望</vt:lpstr>
      <vt:lpstr>需求分析与建议</vt:lpstr>
      <vt:lpstr>采购/生产/...</vt:lpstr>
      <vt:lpstr>待决策事项与后续安排</vt:lpstr>
      <vt:lpstr>待决策事项</vt:lpstr>
      <vt:lpstr>待决策事项与后续安排</vt:lpstr>
      <vt:lpstr>下一步工作安排</vt:lpstr>
      <vt:lpstr>待决策事项与后续安排</vt:lpstr>
      <vt:lpstr>调研总结</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传播推广：更垂直、更直接、更汇总，打造企业家的《管理内参》 我们不是在宣传金蝶，我们是在解决企业成长的问题。</dc:title>
  <dc:creator>Microsoft Office User</dc:creator>
  <cp:lastModifiedBy>kingdee</cp:lastModifiedBy>
  <cp:revision>471</cp:revision>
  <dcterms:created xsi:type="dcterms:W3CDTF">2022-05-26T11:12:00Z</dcterms:created>
  <dcterms:modified xsi:type="dcterms:W3CDTF">2022-10-12T03:23:49Z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22BB8284FB5B497A9F3516C9C43359B0</vt:lpwstr>
  </property>
  <property fmtid="{D5CDD505-2E9C-101B-9397-08002B2CF9AE}" pid="3" name="KSOProductBuildVer">
    <vt:lpwstr>2052-11.1.0.12358</vt:lpwstr>
  </property>
</Properties>
</file>