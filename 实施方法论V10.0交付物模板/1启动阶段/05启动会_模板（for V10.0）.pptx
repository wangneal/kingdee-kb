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5" r:id="rId1"/>
  </p:sldMasterIdLst>
  <p:notesMasterIdLst>
    <p:notesMasterId r:id="rId35"/>
  </p:notesMasterIdLst>
  <p:handoutMasterIdLst>
    <p:handoutMasterId r:id="rId36"/>
  </p:handoutMasterIdLst>
  <p:sldIdLst>
    <p:sldId id="1726328028" r:id="rId2"/>
    <p:sldId id="263" r:id="rId3"/>
    <p:sldId id="1726328135" r:id="rId4"/>
    <p:sldId id="1726328136" r:id="rId5"/>
    <p:sldId id="1726328137" r:id="rId6"/>
    <p:sldId id="1726328029" r:id="rId7"/>
    <p:sldId id="1726328138" r:id="rId8"/>
    <p:sldId id="1726328140" r:id="rId9"/>
    <p:sldId id="1726328139" r:id="rId10"/>
    <p:sldId id="1726327933" r:id="rId11"/>
    <p:sldId id="1726328141" r:id="rId12"/>
    <p:sldId id="1726328142" r:id="rId13"/>
    <p:sldId id="1726328153" r:id="rId14"/>
    <p:sldId id="1726328032" r:id="rId15"/>
    <p:sldId id="1726328154" r:id="rId16"/>
    <p:sldId id="1726328146" r:id="rId17"/>
    <p:sldId id="1726328147" r:id="rId18"/>
    <p:sldId id="1726328149" r:id="rId19"/>
    <p:sldId id="1726328145" r:id="rId20"/>
    <p:sldId id="1726328155" r:id="rId21"/>
    <p:sldId id="1726328157" r:id="rId22"/>
    <p:sldId id="1726328156" r:id="rId23"/>
    <p:sldId id="1726328158" r:id="rId24"/>
    <p:sldId id="1726328159" r:id="rId25"/>
    <p:sldId id="1726328150" r:id="rId26"/>
    <p:sldId id="1726328160" r:id="rId27"/>
    <p:sldId id="1726328162" r:id="rId28"/>
    <p:sldId id="1726328151" r:id="rId29"/>
    <p:sldId id="1726328163" r:id="rId30"/>
    <p:sldId id="1726328166" r:id="rId31"/>
    <p:sldId id="1726328165" r:id="rId32"/>
    <p:sldId id="1726327939" r:id="rId33"/>
    <p:sldId id="1726328031"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726328028"/>
            <p14:sldId id="263"/>
            <p14:sldId id="1726328135"/>
            <p14:sldId id="1726328136"/>
            <p14:sldId id="1726328137"/>
            <p14:sldId id="1726328029"/>
            <p14:sldId id="1726328138"/>
            <p14:sldId id="1726328140"/>
            <p14:sldId id="1726328139"/>
            <p14:sldId id="1726327933"/>
            <p14:sldId id="1726328141"/>
            <p14:sldId id="1726328142"/>
            <p14:sldId id="1726328153"/>
            <p14:sldId id="1726328032"/>
            <p14:sldId id="1726328154"/>
            <p14:sldId id="1726328146"/>
            <p14:sldId id="1726328147"/>
            <p14:sldId id="1726328149"/>
            <p14:sldId id="1726328145"/>
            <p14:sldId id="1726328155"/>
            <p14:sldId id="1726328157"/>
            <p14:sldId id="1726328156"/>
            <p14:sldId id="1726328158"/>
            <p14:sldId id="1726328159"/>
            <p14:sldId id="1726328150"/>
            <p14:sldId id="1726328160"/>
            <p14:sldId id="1726328162"/>
            <p14:sldId id="1726328151"/>
            <p14:sldId id="1726328163"/>
            <p14:sldId id="1726328166"/>
            <p14:sldId id="1726328165"/>
            <p14:sldId id="1726327939"/>
            <p14:sldId id="17263280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491"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70EA"/>
    <a:srgbClr val="22AAFE"/>
    <a:srgbClr val="05C8C8"/>
    <a:srgbClr val="FFB61A"/>
    <a:srgbClr val="00CCFE"/>
    <a:srgbClr val="2971EB"/>
    <a:srgbClr val="BFBFBF"/>
    <a:srgbClr val="A06EFF"/>
    <a:srgbClr val="229CFA"/>
    <a:srgbClr val="00C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0" autoAdjust="0"/>
    <p:restoredTop sz="93826" autoAdjust="0"/>
  </p:normalViewPr>
  <p:slideViewPr>
    <p:cSldViewPr snapToGrid="0" snapToObjects="1">
      <p:cViewPr varScale="1">
        <p:scale>
          <a:sx n="59" d="100"/>
          <a:sy n="59" d="100"/>
        </p:scale>
        <p:origin x="700" y="56"/>
      </p:cViewPr>
      <p:guideLst>
        <p:guide orient="horz" pos="2160"/>
        <p:guide pos="3840"/>
        <p:guide pos="302"/>
        <p:guide pos="7491"/>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18099999999999"/>
          <c:y val="9.3936800000000001E-2"/>
          <c:w val="0.86981900000000001"/>
          <c:h val="0.75607400000000002"/>
        </c:manualLayout>
      </c:layout>
      <c:barChart>
        <c:barDir val="col"/>
        <c:grouping val="clustered"/>
        <c:varyColors val="0"/>
        <c:ser>
          <c:idx val="0"/>
          <c:order val="0"/>
          <c:tx>
            <c:strRef>
              <c:f>Sheet1!$A$2</c:f>
              <c:strCache>
                <c:ptCount val="1"/>
                <c:pt idx="0">
                  <c:v>区域 1</c:v>
                </c:pt>
              </c:strCache>
            </c:strRef>
          </c:tx>
          <c:spPr>
            <a:solidFill>
              <a:srgbClr val="2A70EB"/>
            </a:solidFill>
            <a:ln w="12700" cap="flat">
              <a:noFill/>
              <a:miter lim="400000"/>
            </a:ln>
            <a:effectLst/>
          </c:spPr>
          <c:invertIfNegative val="0"/>
          <c:cat>
            <c:strRef>
              <c:f>Sheet1!$B$1:$E$1</c:f>
              <c:strCache>
                <c:ptCount val="4"/>
                <c:pt idx="0">
                  <c:v>2016</c:v>
                </c:pt>
                <c:pt idx="1">
                  <c:v>2017</c:v>
                </c:pt>
                <c:pt idx="2">
                  <c:v>2018</c:v>
                </c:pt>
                <c:pt idx="3">
                  <c:v>2019</c:v>
                </c:pt>
              </c:strCache>
            </c:strRef>
          </c:cat>
          <c:val>
            <c:numRef>
              <c:f>Sheet1!$B$2:$E$2</c:f>
              <c:numCache>
                <c:formatCode>General</c:formatCode>
                <c:ptCount val="4"/>
                <c:pt idx="0">
                  <c:v>17</c:v>
                </c:pt>
                <c:pt idx="1">
                  <c:v>26</c:v>
                </c:pt>
                <c:pt idx="2">
                  <c:v>53</c:v>
                </c:pt>
                <c:pt idx="3">
                  <c:v>96</c:v>
                </c:pt>
              </c:numCache>
            </c:numRef>
          </c:val>
          <c:extLst>
            <c:ext xmlns:c16="http://schemas.microsoft.com/office/drawing/2014/chart" uri="{C3380CC4-5D6E-409C-BE32-E72D297353CC}">
              <c16:uniqueId val="{00000000-0F1B-44E3-84C0-4B56BFFCBABD}"/>
            </c:ext>
          </c:extLst>
        </c:ser>
        <c:ser>
          <c:idx val="1"/>
          <c:order val="1"/>
          <c:tx>
            <c:strRef>
              <c:f>Sheet1!$A$3</c:f>
              <c:strCache>
                <c:ptCount val="1"/>
                <c:pt idx="0">
                  <c:v>区域 2</c:v>
                </c:pt>
              </c:strCache>
            </c:strRef>
          </c:tx>
          <c:spPr>
            <a:solidFill>
              <a:schemeClr val="accent2"/>
            </a:solidFill>
            <a:ln w="12700" cap="flat">
              <a:noFill/>
              <a:miter lim="400000"/>
            </a:ln>
            <a:effectLst/>
          </c:spPr>
          <c:invertIfNegative val="0"/>
          <c:cat>
            <c:strRef>
              <c:f>Sheet1!$B$1:$E$1</c:f>
              <c:strCache>
                <c:ptCount val="4"/>
                <c:pt idx="0">
                  <c:v>2016</c:v>
                </c:pt>
                <c:pt idx="1">
                  <c:v>2017</c:v>
                </c:pt>
                <c:pt idx="2">
                  <c:v>2018</c:v>
                </c:pt>
                <c:pt idx="3">
                  <c:v>2019</c:v>
                </c:pt>
              </c:strCache>
            </c:strRef>
          </c:cat>
          <c:val>
            <c:numRef>
              <c:f>Sheet1!$B$3:$E$3</c:f>
              <c:numCache>
                <c:formatCode>General</c:formatCode>
                <c:ptCount val="4"/>
                <c:pt idx="0">
                  <c:v>55</c:v>
                </c:pt>
                <c:pt idx="1">
                  <c:v>43</c:v>
                </c:pt>
                <c:pt idx="2">
                  <c:v>70</c:v>
                </c:pt>
                <c:pt idx="3">
                  <c:v>58</c:v>
                </c:pt>
              </c:numCache>
            </c:numRef>
          </c:val>
          <c:extLst>
            <c:ext xmlns:c16="http://schemas.microsoft.com/office/drawing/2014/chart" uri="{C3380CC4-5D6E-409C-BE32-E72D297353CC}">
              <c16:uniqueId val="{00000001-0F1B-44E3-84C0-4B56BFFCBABD}"/>
            </c:ext>
          </c:extLst>
        </c:ser>
        <c:dLbls>
          <c:showLegendKey val="0"/>
          <c:showVal val="0"/>
          <c:showCatName val="0"/>
          <c:showSerName val="0"/>
          <c:showPercent val="0"/>
          <c:showBubbleSize val="0"/>
        </c:dLbls>
        <c:gapWidth val="60"/>
        <c:overlap val="-1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444444"/>
            </a:solidFill>
            <a:prstDash val="solid"/>
            <a:miter lim="400000"/>
          </a:ln>
        </c:spPr>
        <c:txPr>
          <a:bodyPr rot="0"/>
          <a:lstStyle/>
          <a:p>
            <a:pPr>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12700" cap="flat">
              <a:solidFill>
                <a:srgbClr val="444444">
                  <a:alpha val="20000"/>
                </a:srgbClr>
              </a:solidFill>
              <a:prstDash val="solid"/>
              <a:miter lim="400000"/>
            </a:ln>
          </c:spPr>
        </c:majorGridlines>
        <c:numFmt formatCode="General" sourceLinked="0"/>
        <c:majorTickMark val="none"/>
        <c:minorTickMark val="none"/>
        <c:tickLblPos val="nextTo"/>
        <c:spPr>
          <a:ln w="25400" cap="flat">
            <a:noFill/>
            <a:prstDash val="solid"/>
            <a:miter lim="400000"/>
          </a:ln>
        </c:spPr>
        <c:txPr>
          <a:bodyPr rot="0"/>
          <a:lstStyle/>
          <a:p>
            <a:pPr>
              <a:defRPr/>
            </a:pPr>
            <a:endParaRPr lang="zh-CN"/>
          </a:p>
        </c:txPr>
        <c:crossAx val="2094734552"/>
        <c:crosses val="autoZero"/>
        <c:crossBetween val="between"/>
        <c:majorUnit val="20"/>
        <c:minorUnit val="10"/>
      </c:valAx>
      <c:spPr>
        <a:noFill/>
        <a:ln w="12700" cap="flat">
          <a:noFill/>
          <a:miter lim="400000"/>
        </a:ln>
        <a:effectLst/>
      </c:spPr>
    </c:plotArea>
    <c:plotVisOnly val="1"/>
    <c:dispBlanksAs val="gap"/>
    <c:showDLblsOverMax val="1"/>
  </c:chart>
  <c:spPr>
    <a:noFill/>
    <a:ln>
      <a:noFill/>
    </a:ln>
    <a:effectLst/>
  </c:spPr>
  <c:txPr>
    <a:bodyPr/>
    <a:lstStyle/>
    <a:p>
      <a:pPr>
        <a:defRPr>
          <a:latin typeface="微软雅黑 Light" panose="020B0502040204020203" pitchFamily="34" charset="-122"/>
          <a:ea typeface="微软雅黑" panose="020B0503020204020204" pitchFamily="34" charset="-122"/>
          <a:sym typeface="微软雅黑 Light" panose="020B0502040204020203" pitchFamily="34" charset="-122"/>
        </a:defRPr>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E5414D8-2873-4993-9612-CF232F3BFBAB}" type="doc">
      <dgm:prSet loTypeId="urn:microsoft.com/office/officeart/2005/8/layout/orgChart1#1" loCatId="hierarchy" qsTypeId="urn:microsoft.com/office/officeart/2005/8/quickstyle/simple1#2" qsCatId="simple" csTypeId="urn:microsoft.com/office/officeart/2005/8/colors/accent1_2#2" csCatId="accent2" phldr="1"/>
      <dgm:spPr/>
      <dgm:t>
        <a:bodyPr/>
        <a:lstStyle/>
        <a:p>
          <a:endParaRPr lang="zh-CN" altLang="en-US"/>
        </a:p>
      </dgm:t>
    </dgm:pt>
    <dgm:pt modelId="{B3C5709F-1A62-4418-86E3-49254940DBAB}">
      <dgm:prSet phldrT="[文本]" custT="1"/>
      <dgm:spPr/>
      <dgm:t>
        <a:bodyPr/>
        <a:lstStyle/>
        <a:p>
          <a:pPr algn="ctr"/>
          <a:r>
            <a:rPr lang="en-US" altLang="zh-CN" sz="1050" b="1"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集团</a:t>
          </a:r>
        </a:p>
      </dgm:t>
    </dgm:pt>
    <dgm:pt modelId="{F63BF91B-F9C2-4ED3-AD03-41F4FAE3BCBF}" type="parTrans" cxnId="{30D63FBB-1D86-4959-8E6D-235AF8BDC13A}">
      <dgm:prSet/>
      <dgm:spPr/>
      <dgm:t>
        <a:bodyPr/>
        <a:lstStyle/>
        <a:p>
          <a:pPr algn="ctr"/>
          <a:endParaRPr lang="zh-CN" altLang="en-US" sz="800">
            <a:latin typeface="+mn-ea"/>
            <a:ea typeface="+mn-ea"/>
          </a:endParaRPr>
        </a:p>
      </dgm:t>
    </dgm:pt>
    <dgm:pt modelId="{05E15601-373A-4BCF-A140-3BC205392B12}" type="sibTrans" cxnId="{30D63FBB-1D86-4959-8E6D-235AF8BDC13A}">
      <dgm:prSet/>
      <dgm:spPr/>
      <dgm:t>
        <a:bodyPr/>
        <a:lstStyle/>
        <a:p>
          <a:pPr algn="ctr"/>
          <a:endParaRPr lang="zh-CN" altLang="en-US" sz="800">
            <a:latin typeface="+mn-ea"/>
            <a:ea typeface="+mn-ea"/>
          </a:endParaRPr>
        </a:p>
      </dgm:t>
    </dgm:pt>
    <dgm:pt modelId="{9FE8030D-F3D4-4A5A-9576-A08D276BEFBA}">
      <dgm:prSet phldrT="[文本]" custT="1"/>
      <dgm:spPr/>
      <dgm:t>
        <a:bodyPr/>
        <a:lstStyle/>
        <a:p>
          <a:pPr algn="ctr"/>
          <a:r>
            <a:rPr lang="en-US" altLang="zh-CN" sz="900" b="1"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900" b="1" dirty="0">
              <a:latin typeface="微软雅黑 Light" panose="020B0502040204020203" pitchFamily="34" charset="-122"/>
              <a:ea typeface="微软雅黑" panose="020B0503020204020204" pitchFamily="34" charset="-122"/>
              <a:sym typeface="微软雅黑 Light" panose="020B0502040204020203" pitchFamily="34" charset="-122"/>
            </a:rPr>
            <a:t>集团</a:t>
          </a:r>
        </a:p>
      </dgm:t>
    </dgm:pt>
    <dgm:pt modelId="{E49A0BFB-53C4-4711-8422-EE78327D5162}" type="parTrans" cxnId="{8CF396BC-61A8-4FF7-A01A-93868C34E18F}">
      <dgm:prSet/>
      <dgm:spPr/>
      <dgm:t>
        <a:bodyPr/>
        <a:lstStyle/>
        <a:p>
          <a:pPr algn="ctr"/>
          <a:endParaRPr lang="zh-CN" altLang="en-US" sz="800">
            <a:latin typeface="+mn-ea"/>
            <a:ea typeface="+mn-ea"/>
          </a:endParaRPr>
        </a:p>
      </dgm:t>
    </dgm:pt>
    <dgm:pt modelId="{9FFAF81D-157D-49DF-86DD-BAF9F0F75CC5}" type="sibTrans" cxnId="{8CF396BC-61A8-4FF7-A01A-93868C34E18F}">
      <dgm:prSet/>
      <dgm:spPr/>
      <dgm:t>
        <a:bodyPr/>
        <a:lstStyle/>
        <a:p>
          <a:pPr algn="ctr"/>
          <a:endParaRPr lang="zh-CN" altLang="en-US" sz="800">
            <a:latin typeface="+mn-ea"/>
            <a:ea typeface="+mn-ea"/>
          </a:endParaRPr>
        </a:p>
      </dgm:t>
    </dgm:pt>
    <dgm:pt modelId="{1B996AF8-98E9-4C9B-9DC7-614511C36128}">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科技</a:t>
          </a:r>
        </a:p>
      </dgm:t>
    </dgm:pt>
    <dgm:pt modelId="{1873D761-CF7F-4D9B-ACDE-E1C3A456ED7C}" type="parTrans" cxnId="{335F2A5C-6C82-465B-A0C6-E8466166C9E3}">
      <dgm:prSet/>
      <dgm:spPr/>
      <dgm:t>
        <a:bodyPr/>
        <a:lstStyle/>
        <a:p>
          <a:pPr algn="ctr"/>
          <a:endParaRPr lang="zh-CN" altLang="en-US" sz="800">
            <a:latin typeface="+mn-ea"/>
            <a:ea typeface="+mn-ea"/>
          </a:endParaRPr>
        </a:p>
      </dgm:t>
    </dgm:pt>
    <dgm:pt modelId="{2E14B0EA-E97E-48A5-841E-99A373722FE2}" type="sibTrans" cxnId="{335F2A5C-6C82-465B-A0C6-E8466166C9E3}">
      <dgm:prSet/>
      <dgm:spPr/>
      <dgm:t>
        <a:bodyPr/>
        <a:lstStyle/>
        <a:p>
          <a:pPr algn="ctr"/>
          <a:endParaRPr lang="zh-CN" altLang="en-US" sz="800">
            <a:latin typeface="+mn-ea"/>
            <a:ea typeface="+mn-ea"/>
          </a:endParaRPr>
        </a:p>
      </dgm:t>
    </dgm:pt>
    <dgm:pt modelId="{094A2D67-B94F-41DF-B860-603FBF6485D2}">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基地</a:t>
          </a:r>
        </a:p>
      </dgm:t>
    </dgm:pt>
    <dgm:pt modelId="{F443A7F8-B712-4B9F-8EB2-76FFD3A4F286}" type="parTrans" cxnId="{5131243D-283E-4F7C-A60B-21732684FCDC}">
      <dgm:prSet/>
      <dgm:spPr/>
      <dgm:t>
        <a:bodyPr/>
        <a:lstStyle/>
        <a:p>
          <a:pPr algn="ctr"/>
          <a:endParaRPr lang="zh-CN" altLang="en-US" sz="800">
            <a:latin typeface="+mn-ea"/>
            <a:ea typeface="+mn-ea"/>
          </a:endParaRPr>
        </a:p>
      </dgm:t>
    </dgm:pt>
    <dgm:pt modelId="{55D448F5-6CAC-447A-BDD6-D6EFCB8ABAB6}" type="sibTrans" cxnId="{5131243D-283E-4F7C-A60B-21732684FCDC}">
      <dgm:prSet/>
      <dgm:spPr/>
      <dgm:t>
        <a:bodyPr/>
        <a:lstStyle/>
        <a:p>
          <a:pPr algn="ctr"/>
          <a:endParaRPr lang="zh-CN" altLang="en-US" sz="800">
            <a:latin typeface="+mn-ea"/>
            <a:ea typeface="+mn-ea"/>
          </a:endParaRPr>
        </a:p>
      </dgm:t>
    </dgm:pt>
    <dgm:pt modelId="{993F1B78-C143-41BB-A1BF-1724E509F0EE}">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工厂</a:t>
          </a:r>
        </a:p>
      </dgm:t>
    </dgm:pt>
    <dgm:pt modelId="{CA63A225-E3AF-4162-B353-72A6B05AC73D}" type="parTrans" cxnId="{4A341A32-B5DE-4309-AAA9-FE6808AD85DE}">
      <dgm:prSet/>
      <dgm:spPr/>
      <dgm:t>
        <a:bodyPr/>
        <a:lstStyle/>
        <a:p>
          <a:pPr algn="ctr"/>
          <a:endParaRPr lang="zh-CN" altLang="en-US" sz="800">
            <a:latin typeface="+mn-ea"/>
            <a:ea typeface="+mn-ea"/>
          </a:endParaRPr>
        </a:p>
      </dgm:t>
    </dgm:pt>
    <dgm:pt modelId="{456D8511-4407-47E1-91C0-8B35246E69F7}" type="sibTrans" cxnId="{4A341A32-B5DE-4309-AAA9-FE6808AD85DE}">
      <dgm:prSet/>
      <dgm:spPr/>
      <dgm:t>
        <a:bodyPr/>
        <a:lstStyle/>
        <a:p>
          <a:pPr algn="ctr"/>
          <a:endParaRPr lang="zh-CN" altLang="en-US" sz="800">
            <a:latin typeface="+mn-ea"/>
            <a:ea typeface="+mn-ea"/>
          </a:endParaRPr>
        </a:p>
      </dgm:t>
    </dgm:pt>
    <dgm:pt modelId="{48C275A5-5D82-4868-867B-DF0987748A4D}">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电子</a:t>
          </a:r>
        </a:p>
      </dgm:t>
    </dgm:pt>
    <dgm:pt modelId="{EF991A91-9D8B-4BEA-8247-C97C648060B4}" type="parTrans" cxnId="{FE9E2852-4DFA-45B9-92A5-223F1F4B71DF}">
      <dgm:prSet/>
      <dgm:spPr/>
      <dgm:t>
        <a:bodyPr/>
        <a:lstStyle/>
        <a:p>
          <a:pPr algn="ctr"/>
          <a:endParaRPr lang="zh-CN" altLang="en-US" sz="800">
            <a:latin typeface="+mn-ea"/>
            <a:ea typeface="+mn-ea"/>
          </a:endParaRPr>
        </a:p>
      </dgm:t>
    </dgm:pt>
    <dgm:pt modelId="{9588C237-0615-45EE-A6DE-639E402D989F}" type="sibTrans" cxnId="{FE9E2852-4DFA-45B9-92A5-223F1F4B71DF}">
      <dgm:prSet/>
      <dgm:spPr/>
      <dgm:t>
        <a:bodyPr/>
        <a:lstStyle/>
        <a:p>
          <a:pPr algn="ctr"/>
          <a:endParaRPr lang="zh-CN" altLang="en-US" sz="800">
            <a:latin typeface="+mn-ea"/>
            <a:ea typeface="+mn-ea"/>
          </a:endParaRPr>
        </a:p>
      </dgm:t>
    </dgm:pt>
    <dgm:pt modelId="{E7236554-ACA3-4A1E-8C6D-FF9E35815AAE}">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电子</a:t>
          </a:r>
        </a:p>
      </dgm:t>
    </dgm:pt>
    <dgm:pt modelId="{59355A54-06CE-46A0-B532-3C242D12F650}" type="parTrans" cxnId="{289E8D38-C0C6-4C48-8F88-98AD458A693C}">
      <dgm:prSet/>
      <dgm:spPr/>
      <dgm:t>
        <a:bodyPr/>
        <a:lstStyle/>
        <a:p>
          <a:pPr algn="ctr"/>
          <a:endParaRPr lang="zh-CN" altLang="en-US" sz="800">
            <a:latin typeface="+mn-ea"/>
            <a:ea typeface="+mn-ea"/>
          </a:endParaRPr>
        </a:p>
      </dgm:t>
    </dgm:pt>
    <dgm:pt modelId="{4AF65EF8-AE8D-42A3-9337-598DB686817C}" type="sibTrans" cxnId="{289E8D38-C0C6-4C48-8F88-98AD458A693C}">
      <dgm:prSet/>
      <dgm:spPr/>
      <dgm:t>
        <a:bodyPr/>
        <a:lstStyle/>
        <a:p>
          <a:pPr algn="ctr"/>
          <a:endParaRPr lang="zh-CN" altLang="en-US" sz="800">
            <a:latin typeface="+mn-ea"/>
            <a:ea typeface="+mn-ea"/>
          </a:endParaRPr>
        </a:p>
      </dgm:t>
    </dgm:pt>
    <dgm:pt modelId="{72F7AF9E-2524-4844-82FF-4E1F50E58B55}">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60DDD964-AC5C-4640-BA82-178D4A0FE855}" type="parTrans" cxnId="{8BB0BC34-6FF1-45B5-B4B5-91330B533BED}">
      <dgm:prSet/>
      <dgm:spPr/>
      <dgm:t>
        <a:bodyPr/>
        <a:lstStyle/>
        <a:p>
          <a:pPr algn="ctr"/>
          <a:endParaRPr lang="zh-CN" altLang="en-US" sz="800">
            <a:latin typeface="+mn-ea"/>
            <a:ea typeface="+mn-ea"/>
          </a:endParaRPr>
        </a:p>
      </dgm:t>
    </dgm:pt>
    <dgm:pt modelId="{7E9F6486-6492-4F50-8B53-B50A6BC3C0EA}" type="sibTrans" cxnId="{8BB0BC34-6FF1-45B5-B4B5-91330B533BED}">
      <dgm:prSet/>
      <dgm:spPr/>
      <dgm:t>
        <a:bodyPr/>
        <a:lstStyle/>
        <a:p>
          <a:pPr algn="ctr"/>
          <a:endParaRPr lang="zh-CN" altLang="en-US" sz="800">
            <a:latin typeface="+mn-ea"/>
            <a:ea typeface="+mn-ea"/>
          </a:endParaRPr>
        </a:p>
      </dgm:t>
    </dgm:pt>
    <dgm:pt modelId="{1BB21451-6273-4EA7-8466-72E82A51CF3C}">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3414342C-FBF5-44FC-9C8F-C9E82E82F4FF}" type="parTrans" cxnId="{CC7078DE-7CEB-4F98-9968-728086AFB51A}">
      <dgm:prSet/>
      <dgm:spPr/>
      <dgm:t>
        <a:bodyPr/>
        <a:lstStyle/>
        <a:p>
          <a:pPr algn="ctr"/>
          <a:endParaRPr lang="zh-CN" altLang="en-US" sz="800">
            <a:latin typeface="+mn-ea"/>
            <a:ea typeface="+mn-ea"/>
          </a:endParaRPr>
        </a:p>
      </dgm:t>
    </dgm:pt>
    <dgm:pt modelId="{898CA4B7-91B3-4426-BE30-E31FEF25DFE8}" type="sibTrans" cxnId="{CC7078DE-7CEB-4F98-9968-728086AFB51A}">
      <dgm:prSet/>
      <dgm:spPr/>
      <dgm:t>
        <a:bodyPr/>
        <a:lstStyle/>
        <a:p>
          <a:pPr algn="ctr"/>
          <a:endParaRPr lang="zh-CN" altLang="en-US" sz="800">
            <a:latin typeface="+mn-ea"/>
            <a:ea typeface="+mn-ea"/>
          </a:endParaRPr>
        </a:p>
      </dgm:t>
    </dgm:pt>
    <dgm:pt modelId="{CC1CD5A1-EB9F-41E0-8B90-A1F6EFE94E68}">
      <dgm:prSet phldrT="[文本]" custT="1"/>
      <dgm:spPr/>
      <dgm:t>
        <a:bodyPr/>
        <a:lstStyle/>
        <a:p>
          <a:pPr algn="ctr"/>
          <a:r>
            <a:rPr lang="en-US" altLang="zh-CN" sz="800">
              <a:latin typeface="微软雅黑 Light" panose="020B0502040204020203" pitchFamily="34" charset="-122"/>
              <a:ea typeface="微软雅黑" panose="020B0503020204020204" pitchFamily="34" charset="-122"/>
              <a:sym typeface="微软雅黑 Light" panose="020B0502040204020203" pitchFamily="34" charset="-122"/>
            </a:rPr>
            <a:t>35</a:t>
          </a:r>
          <a:r>
            <a:rPr lang="zh-CN" altLang="en-US" sz="800">
              <a:latin typeface="微软雅黑 Light" panose="020B0502040204020203" pitchFamily="34" charset="-122"/>
              <a:ea typeface="微软雅黑" panose="020B0503020204020204" pitchFamily="34" charset="-122"/>
              <a:sym typeface="微软雅黑 Light" panose="020B0502040204020203" pitchFamily="34" charset="-122"/>
            </a:rPr>
            <a:t>个分公司</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B324EDD0-AEF0-4209-8244-353464B668BC}" type="parTrans" cxnId="{FBDF7F33-8A52-446F-B6F7-1C152587FBD3}">
      <dgm:prSet/>
      <dgm:spPr/>
      <dgm:t>
        <a:bodyPr/>
        <a:lstStyle/>
        <a:p>
          <a:pPr algn="ctr"/>
          <a:endParaRPr lang="zh-CN" altLang="en-US" sz="800">
            <a:latin typeface="+mn-ea"/>
            <a:ea typeface="+mn-ea"/>
          </a:endParaRPr>
        </a:p>
      </dgm:t>
    </dgm:pt>
    <dgm:pt modelId="{19F3D1B2-C421-4722-B7F8-C396D1B33F20}" type="sibTrans" cxnId="{FBDF7F33-8A52-446F-B6F7-1C152587FBD3}">
      <dgm:prSet/>
      <dgm:spPr/>
      <dgm:t>
        <a:bodyPr/>
        <a:lstStyle/>
        <a:p>
          <a:pPr algn="ctr"/>
          <a:endParaRPr lang="zh-CN" altLang="en-US" sz="800">
            <a:latin typeface="+mn-ea"/>
            <a:ea typeface="+mn-ea"/>
          </a:endParaRPr>
        </a:p>
      </dgm:t>
    </dgm:pt>
    <dgm:pt modelId="{7D05733F-4022-46D1-9F18-63A4EACBEE28}">
      <dgm:prSet phldrT="[文本]" custT="1"/>
      <dgm:spPr/>
      <dgm:t>
        <a:bodyPr/>
        <a:lstStyle/>
        <a:p>
          <a:pPr algn="ctr"/>
          <a:r>
            <a:rPr lang="zh-CN" altLang="en-US" sz="800">
              <a:latin typeface="微软雅黑 Light" panose="020B0502040204020203" pitchFamily="34" charset="-122"/>
              <a:ea typeface="微软雅黑" panose="020B0503020204020204" pitchFamily="34" charset="-122"/>
              <a:sym typeface="微软雅黑 Light" panose="020B0502040204020203" pitchFamily="34" charset="-122"/>
            </a:rPr>
            <a:t>激光显示</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9960EA2A-B397-4444-A207-AA4F849C52E5}" type="parTrans" cxnId="{1E8666E5-A678-44C0-92E0-98F543BE6A8C}">
      <dgm:prSet/>
      <dgm:spPr/>
      <dgm:t>
        <a:bodyPr/>
        <a:lstStyle/>
        <a:p>
          <a:pPr algn="ctr"/>
          <a:endParaRPr lang="zh-CN" altLang="en-US" sz="800">
            <a:latin typeface="+mn-ea"/>
            <a:ea typeface="+mn-ea"/>
          </a:endParaRPr>
        </a:p>
      </dgm:t>
    </dgm:pt>
    <dgm:pt modelId="{4B7EDB65-0122-4BB2-8B1A-00AD0C98038F}" type="sibTrans" cxnId="{1E8666E5-A678-44C0-92E0-98F543BE6A8C}">
      <dgm:prSet/>
      <dgm:spPr/>
      <dgm:t>
        <a:bodyPr/>
        <a:lstStyle/>
        <a:p>
          <a:pPr algn="ctr"/>
          <a:endParaRPr lang="zh-CN" altLang="en-US" sz="800">
            <a:latin typeface="+mn-ea"/>
            <a:ea typeface="+mn-ea"/>
          </a:endParaRPr>
        </a:p>
      </dgm:t>
    </dgm:pt>
    <dgm:pt modelId="{E32F66DC-0B69-4BCD-BCDC-F7292B1D225F}">
      <dgm:prSet phldrT="[文本]" custT="1"/>
      <dgm:spPr/>
      <dgm:t>
        <a:bodyPr/>
        <a:lstStyle/>
        <a:p>
          <a:pPr algn="ctr"/>
          <a:r>
            <a:rPr lang="zh-CN" altLang="en-US" sz="800">
              <a:latin typeface="微软雅黑 Light" panose="020B0502040204020203" pitchFamily="34" charset="-122"/>
              <a:ea typeface="微软雅黑" panose="020B0503020204020204" pitchFamily="34" charset="-122"/>
              <a:sym typeface="微软雅黑 Light" panose="020B0502040204020203" pitchFamily="34" charset="-122"/>
            </a:rPr>
            <a:t>商用显示</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E4819418-0107-458B-AC35-45F9A95754AF}" type="parTrans" cxnId="{50A376BA-DF36-4EFE-9088-72E3D450C5D3}">
      <dgm:prSet/>
      <dgm:spPr/>
      <dgm:t>
        <a:bodyPr/>
        <a:lstStyle/>
        <a:p>
          <a:pPr algn="ctr"/>
          <a:endParaRPr lang="zh-CN" altLang="en-US" sz="800">
            <a:latin typeface="+mn-ea"/>
            <a:ea typeface="+mn-ea"/>
          </a:endParaRPr>
        </a:p>
      </dgm:t>
    </dgm:pt>
    <dgm:pt modelId="{5F6F7C5A-9266-4A01-86DC-0043159BD22E}" type="sibTrans" cxnId="{50A376BA-DF36-4EFE-9088-72E3D450C5D3}">
      <dgm:prSet/>
      <dgm:spPr/>
      <dgm:t>
        <a:bodyPr/>
        <a:lstStyle/>
        <a:p>
          <a:pPr algn="ctr"/>
          <a:endParaRPr lang="zh-CN" altLang="en-US" sz="800">
            <a:latin typeface="+mn-ea"/>
            <a:ea typeface="+mn-ea"/>
          </a:endParaRPr>
        </a:p>
      </dgm:t>
    </dgm:pt>
    <dgm:pt modelId="{05243160-5E33-4E4A-B8C6-52C9D31C2DCE}">
      <dgm:prSet phldrT="[文本]" custT="1"/>
      <dgm:spPr/>
      <dgm:t>
        <a:bodyPr/>
        <a:lstStyle/>
        <a:p>
          <a:pPr algn="ctr"/>
          <a:r>
            <a:rPr lang="zh-CN" altLang="en-US" sz="800">
              <a:latin typeface="微软雅黑 Light" panose="020B0502040204020203" pitchFamily="34" charset="-122"/>
              <a:ea typeface="微软雅黑" panose="020B0503020204020204" pitchFamily="34" charset="-122"/>
              <a:sym typeface="微软雅黑 Light" panose="020B0502040204020203" pitchFamily="34" charset="-122"/>
            </a:rPr>
            <a:t>其他公司</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25B9FA68-8EEF-435D-8BC5-DC5866BD43E9}" type="parTrans" cxnId="{4A398AC9-5A69-4903-A0A9-7601274F8A85}">
      <dgm:prSet/>
      <dgm:spPr/>
      <dgm:t>
        <a:bodyPr/>
        <a:lstStyle/>
        <a:p>
          <a:pPr algn="ctr"/>
          <a:endParaRPr lang="zh-CN" altLang="en-US" sz="800">
            <a:latin typeface="+mn-ea"/>
            <a:ea typeface="+mn-ea"/>
          </a:endParaRPr>
        </a:p>
      </dgm:t>
    </dgm:pt>
    <dgm:pt modelId="{20EB501F-0851-44EF-99C0-9482D8D6BCC3}" type="sibTrans" cxnId="{4A398AC9-5A69-4903-A0A9-7601274F8A85}">
      <dgm:prSet/>
      <dgm:spPr/>
      <dgm:t>
        <a:bodyPr/>
        <a:lstStyle/>
        <a:p>
          <a:pPr algn="ctr"/>
          <a:endParaRPr lang="zh-CN" altLang="en-US" sz="800">
            <a:latin typeface="+mn-ea"/>
            <a:ea typeface="+mn-ea"/>
          </a:endParaRPr>
        </a:p>
      </dgm:t>
    </dgm:pt>
    <dgm:pt modelId="{71EB1422-F901-4059-B839-7D7ACC342942}">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E325D051-0388-4B91-85F0-0EBF4012D4A9}" type="parTrans" cxnId="{D9D86176-8C98-4B60-8E15-8474D289860D}">
      <dgm:prSet/>
      <dgm:spPr/>
      <dgm:t>
        <a:bodyPr/>
        <a:lstStyle/>
        <a:p>
          <a:pPr algn="ctr"/>
          <a:endParaRPr lang="zh-CN" altLang="en-US" sz="800">
            <a:latin typeface="+mn-ea"/>
            <a:ea typeface="+mn-ea"/>
          </a:endParaRPr>
        </a:p>
      </dgm:t>
    </dgm:pt>
    <dgm:pt modelId="{1C997574-39F6-4E49-A069-2FE6DA819211}" type="sibTrans" cxnId="{D9D86176-8C98-4B60-8E15-8474D289860D}">
      <dgm:prSet/>
      <dgm:spPr/>
      <dgm:t>
        <a:bodyPr/>
        <a:lstStyle/>
        <a:p>
          <a:pPr algn="ctr"/>
          <a:endParaRPr lang="zh-CN" altLang="en-US" sz="800">
            <a:latin typeface="+mn-ea"/>
            <a:ea typeface="+mn-ea"/>
          </a:endParaRPr>
        </a:p>
      </dgm:t>
    </dgm:pt>
    <dgm:pt modelId="{E5460B48-993D-4F71-BCC9-BC113FAF4D4F}">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2C640271-CC14-4278-9CDE-8DD9477E9D6D}" type="parTrans" cxnId="{A550570E-7885-4723-94B1-BA26C761B07E}">
      <dgm:prSet/>
      <dgm:spPr/>
      <dgm:t>
        <a:bodyPr/>
        <a:lstStyle/>
        <a:p>
          <a:pPr algn="ctr"/>
          <a:endParaRPr lang="zh-CN" altLang="en-US" sz="800">
            <a:latin typeface="+mn-ea"/>
            <a:ea typeface="+mn-ea"/>
          </a:endParaRPr>
        </a:p>
      </dgm:t>
    </dgm:pt>
    <dgm:pt modelId="{B11BC743-EF74-485B-AF9E-4AC2B7403EED}" type="sibTrans" cxnId="{A550570E-7885-4723-94B1-BA26C761B07E}">
      <dgm:prSet/>
      <dgm:spPr/>
      <dgm:t>
        <a:bodyPr/>
        <a:lstStyle/>
        <a:p>
          <a:pPr algn="ctr"/>
          <a:endParaRPr lang="zh-CN" altLang="en-US" sz="800">
            <a:latin typeface="+mn-ea"/>
            <a:ea typeface="+mn-ea"/>
          </a:endParaRPr>
        </a:p>
      </dgm:t>
    </dgm:pt>
    <dgm:pt modelId="{BDB6984C-C69D-4C4B-83B8-9415FD061429}">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E16FF0BC-C9B3-4E05-94F4-2C9B23174B10}" type="parTrans" cxnId="{CB6EBCCD-57BC-4FBD-B88B-4B03F963C7A5}">
      <dgm:prSet/>
      <dgm:spPr/>
      <dgm:t>
        <a:bodyPr/>
        <a:lstStyle/>
        <a:p>
          <a:pPr algn="ctr"/>
          <a:endParaRPr lang="zh-CN" altLang="en-US" sz="800">
            <a:latin typeface="+mn-ea"/>
            <a:ea typeface="+mn-ea"/>
          </a:endParaRPr>
        </a:p>
      </dgm:t>
    </dgm:pt>
    <dgm:pt modelId="{4BB3A5B7-02DE-4C04-8AE8-5C3C90DC13D1}" type="sibTrans" cxnId="{CB6EBCCD-57BC-4FBD-B88B-4B03F963C7A5}">
      <dgm:prSet/>
      <dgm:spPr/>
      <dgm:t>
        <a:bodyPr/>
        <a:lstStyle/>
        <a:p>
          <a:pPr algn="ctr"/>
          <a:endParaRPr lang="zh-CN" altLang="en-US" sz="800">
            <a:latin typeface="+mn-ea"/>
            <a:ea typeface="+mn-ea"/>
          </a:endParaRPr>
        </a:p>
      </dgm:t>
    </dgm:pt>
    <dgm:pt modelId="{D31A01FC-4006-4416-BF03-B1A33167E9B6}">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4D13842F-A81B-408D-8A38-499BF055ECE4}" type="parTrans" cxnId="{2007FBBA-9A9F-4AFB-9C36-B161AEB44B0D}">
      <dgm:prSet/>
      <dgm:spPr/>
      <dgm:t>
        <a:bodyPr/>
        <a:lstStyle/>
        <a:p>
          <a:pPr algn="ctr"/>
          <a:endParaRPr lang="zh-CN" altLang="en-US" sz="800">
            <a:latin typeface="+mn-ea"/>
            <a:ea typeface="+mn-ea"/>
          </a:endParaRPr>
        </a:p>
      </dgm:t>
    </dgm:pt>
    <dgm:pt modelId="{5DA6387F-C362-4F44-9D11-09B28FDF1478}" type="sibTrans" cxnId="{2007FBBA-9A9F-4AFB-9C36-B161AEB44B0D}">
      <dgm:prSet/>
      <dgm:spPr/>
      <dgm:t>
        <a:bodyPr/>
        <a:lstStyle/>
        <a:p>
          <a:pPr algn="ctr"/>
          <a:endParaRPr lang="zh-CN" altLang="en-US" sz="800">
            <a:latin typeface="+mn-ea"/>
            <a:ea typeface="+mn-ea"/>
          </a:endParaRPr>
        </a:p>
      </dgm:t>
    </dgm:pt>
    <dgm:pt modelId="{6A51F52D-62CB-4908-B926-0FD1AF5DEB67}">
      <dgm:prSet phldrT="[文本]" custT="1"/>
      <dgm:spPr/>
      <dgm:t>
        <a:bodyPr/>
        <a:lstStyle/>
        <a:p>
          <a:pPr algn="ctr"/>
          <a:r>
            <a:rPr lang="en-US" altLang="zh-CN" sz="900" b="1"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900" b="1"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0E91ED1C-CEA7-44B5-84A5-DB1B8E002452}" type="parTrans" cxnId="{7F499284-41EB-4646-8B58-EC78FC6D4799}">
      <dgm:prSet/>
      <dgm:spPr/>
      <dgm:t>
        <a:bodyPr/>
        <a:lstStyle/>
        <a:p>
          <a:pPr algn="ctr"/>
          <a:endParaRPr lang="zh-CN" altLang="en-US" sz="800">
            <a:latin typeface="+mn-ea"/>
            <a:ea typeface="+mn-ea"/>
          </a:endParaRPr>
        </a:p>
      </dgm:t>
    </dgm:pt>
    <dgm:pt modelId="{40B3F49F-A492-4D8E-8C99-9012F11655C8}" type="sibTrans" cxnId="{7F499284-41EB-4646-8B58-EC78FC6D4799}">
      <dgm:prSet/>
      <dgm:spPr/>
      <dgm:t>
        <a:bodyPr/>
        <a:lstStyle/>
        <a:p>
          <a:pPr algn="ctr"/>
          <a:endParaRPr lang="zh-CN" altLang="en-US" sz="800">
            <a:latin typeface="+mn-ea"/>
            <a:ea typeface="+mn-ea"/>
          </a:endParaRPr>
        </a:p>
      </dgm:t>
    </dgm:pt>
    <dgm:pt modelId="{8A1CC2F6-E34B-4226-A8F5-0B4EAA4AC2F8}">
      <dgm:prSet phldrT="[文本]" custT="1"/>
      <dgm:spPr/>
      <dgm:t>
        <a:bodyPr/>
        <a:lstStyle/>
        <a:p>
          <a:pPr algn="ctr"/>
          <a:r>
            <a:rPr lang="en-US" altLang="zh-CN" sz="800">
              <a:latin typeface="微软雅黑 Light" panose="020B0502040204020203" pitchFamily="34" charset="-122"/>
              <a:ea typeface="微软雅黑" panose="020B0503020204020204" pitchFamily="34" charset="-122"/>
              <a:sym typeface="微软雅黑 Light" panose="020B0502040204020203" pitchFamily="34" charset="-122"/>
            </a:rPr>
            <a:t>34</a:t>
          </a:r>
          <a:r>
            <a:rPr lang="zh-CN" altLang="en-US" sz="800">
              <a:latin typeface="微软雅黑 Light" panose="020B0502040204020203" pitchFamily="34" charset="-122"/>
              <a:ea typeface="微软雅黑" panose="020B0503020204020204" pitchFamily="34" charset="-122"/>
              <a:sym typeface="微软雅黑 Light" panose="020B0502040204020203" pitchFamily="34" charset="-122"/>
            </a:rPr>
            <a:t>个营销中心</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AB64F750-C8BC-4227-974F-25CF4F7ED9C5}" type="parTrans" cxnId="{E79EB779-C766-48C2-80DA-A82ABD9E4EC4}">
      <dgm:prSet/>
      <dgm:spPr/>
      <dgm:t>
        <a:bodyPr/>
        <a:lstStyle/>
        <a:p>
          <a:pPr algn="ctr"/>
          <a:endParaRPr lang="zh-CN" altLang="en-US" sz="800">
            <a:latin typeface="+mn-ea"/>
            <a:ea typeface="+mn-ea"/>
          </a:endParaRPr>
        </a:p>
      </dgm:t>
    </dgm:pt>
    <dgm:pt modelId="{EF10FEEC-E95A-4986-BB02-56E355132D77}" type="sibTrans" cxnId="{E79EB779-C766-48C2-80DA-A82ABD9E4EC4}">
      <dgm:prSet/>
      <dgm:spPr/>
      <dgm:t>
        <a:bodyPr/>
        <a:lstStyle/>
        <a:p>
          <a:pPr algn="ctr"/>
          <a:endParaRPr lang="zh-CN" altLang="en-US" sz="800">
            <a:latin typeface="+mn-ea"/>
            <a:ea typeface="+mn-ea"/>
          </a:endParaRPr>
        </a:p>
      </dgm:t>
    </dgm:pt>
    <dgm:pt modelId="{46B193DA-0AF5-4679-8978-2B848195B44A}">
      <dgm:prSet phldrT="[文本]" custT="1"/>
      <dgm:spPr/>
      <dgm:t>
        <a:bodyPr/>
        <a:lstStyle/>
        <a:p>
          <a:pPr algn="ctr"/>
          <a:r>
            <a:rPr lang="en-US" altLang="zh-CN" sz="900" b="1"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900" b="1" dirty="0">
              <a:latin typeface="微软雅黑 Light" panose="020B0502040204020203" pitchFamily="34" charset="-122"/>
              <a:ea typeface="微软雅黑" panose="020B0503020204020204" pitchFamily="34" charset="-122"/>
              <a:sym typeface="微软雅黑 Light" panose="020B0502040204020203" pitchFamily="34" charset="-122"/>
            </a:rPr>
            <a:t>集团</a:t>
          </a:r>
        </a:p>
      </dgm:t>
    </dgm:pt>
    <dgm:pt modelId="{376F3385-9DF0-4A7D-B81F-B2A36BB88408}" type="parTrans" cxnId="{8A9A27F9-8E3F-4477-9E17-DE5E50BB9061}">
      <dgm:prSet/>
      <dgm:spPr/>
      <dgm:t>
        <a:bodyPr/>
        <a:lstStyle/>
        <a:p>
          <a:pPr algn="ctr"/>
          <a:endParaRPr lang="zh-CN" altLang="en-US" sz="800">
            <a:latin typeface="+mn-ea"/>
            <a:ea typeface="+mn-ea"/>
          </a:endParaRPr>
        </a:p>
      </dgm:t>
    </dgm:pt>
    <dgm:pt modelId="{05A27AAA-E19C-4CA5-BA44-B2163E1B84E2}" type="sibTrans" cxnId="{8A9A27F9-8E3F-4477-9E17-DE5E50BB9061}">
      <dgm:prSet/>
      <dgm:spPr/>
      <dgm:t>
        <a:bodyPr/>
        <a:lstStyle/>
        <a:p>
          <a:pPr algn="ctr"/>
          <a:endParaRPr lang="zh-CN" altLang="en-US" sz="800">
            <a:latin typeface="+mn-ea"/>
            <a:ea typeface="+mn-ea"/>
          </a:endParaRPr>
        </a:p>
      </dgm:t>
    </dgm:pt>
    <dgm:pt modelId="{DECECB0C-38D1-44BC-9879-1FA51B703864}">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AAC2F90A-D280-4EC7-A2C2-A4ADF9832D0D}" type="parTrans" cxnId="{9DBF823B-EC78-4A00-B3F2-6AF5E6FAFAFA}">
      <dgm:prSet/>
      <dgm:spPr/>
      <dgm:t>
        <a:bodyPr/>
        <a:lstStyle/>
        <a:p>
          <a:pPr algn="ctr"/>
          <a:endParaRPr lang="zh-CN" altLang="en-US" sz="800">
            <a:latin typeface="+mn-ea"/>
            <a:ea typeface="+mn-ea"/>
          </a:endParaRPr>
        </a:p>
      </dgm:t>
    </dgm:pt>
    <dgm:pt modelId="{FD87F547-ACA9-44DB-9ED9-B7FAD7434E87}" type="sibTrans" cxnId="{9DBF823B-EC78-4A00-B3F2-6AF5E6FAFAFA}">
      <dgm:prSet/>
      <dgm:spPr/>
      <dgm:t>
        <a:bodyPr/>
        <a:lstStyle/>
        <a:p>
          <a:pPr algn="ctr"/>
          <a:endParaRPr lang="zh-CN" altLang="en-US" sz="800">
            <a:latin typeface="+mn-ea"/>
            <a:ea typeface="+mn-ea"/>
          </a:endParaRPr>
        </a:p>
      </dgm:t>
    </dgm:pt>
    <dgm:pt modelId="{A3E10573-CE4F-4BCC-9879-2FE67BEE0CA0}">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基地</a:t>
          </a:r>
        </a:p>
      </dgm:t>
    </dgm:pt>
    <dgm:pt modelId="{075474F4-FFAF-4920-A89A-CEAB9B134EEC}" type="parTrans" cxnId="{F33F5E53-B214-483A-9DF5-E1ED803F7904}">
      <dgm:prSet/>
      <dgm:spPr/>
      <dgm:t>
        <a:bodyPr/>
        <a:lstStyle/>
        <a:p>
          <a:pPr algn="ctr"/>
          <a:endParaRPr lang="zh-CN" altLang="en-US" sz="800">
            <a:latin typeface="+mn-ea"/>
            <a:ea typeface="+mn-ea"/>
          </a:endParaRPr>
        </a:p>
      </dgm:t>
    </dgm:pt>
    <dgm:pt modelId="{768C2901-5A90-4D97-A9AE-FFC47B460086}" type="sibTrans" cxnId="{F33F5E53-B214-483A-9DF5-E1ED803F7904}">
      <dgm:prSet/>
      <dgm:spPr/>
      <dgm:t>
        <a:bodyPr/>
        <a:lstStyle/>
        <a:p>
          <a:pPr algn="ctr"/>
          <a:endParaRPr lang="zh-CN" altLang="en-US" sz="800">
            <a:latin typeface="+mn-ea"/>
            <a:ea typeface="+mn-ea"/>
          </a:endParaRPr>
        </a:p>
      </dgm:t>
    </dgm:pt>
    <dgm:pt modelId="{E0D76D38-7DEE-41C1-A426-98194775A887}">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冰箱</a:t>
          </a:r>
        </a:p>
      </dgm:t>
    </dgm:pt>
    <dgm:pt modelId="{4124ACF7-B6AD-4CEE-9E1F-167F1F5CC0FE}" type="parTrans" cxnId="{E33264A7-2FD9-428F-901C-0E583B7A9B52}">
      <dgm:prSet/>
      <dgm:spPr/>
      <dgm:t>
        <a:bodyPr/>
        <a:lstStyle/>
        <a:p>
          <a:pPr algn="ctr"/>
          <a:endParaRPr lang="zh-CN" altLang="en-US" sz="800">
            <a:latin typeface="+mn-ea"/>
            <a:ea typeface="+mn-ea"/>
          </a:endParaRPr>
        </a:p>
      </dgm:t>
    </dgm:pt>
    <dgm:pt modelId="{070778D1-0D87-4EC1-91A1-FB3A7455D051}" type="sibTrans" cxnId="{E33264A7-2FD9-428F-901C-0E583B7A9B52}">
      <dgm:prSet/>
      <dgm:spPr/>
      <dgm:t>
        <a:bodyPr/>
        <a:lstStyle/>
        <a:p>
          <a:pPr algn="ctr"/>
          <a:endParaRPr lang="zh-CN" altLang="en-US" sz="800">
            <a:latin typeface="+mn-ea"/>
            <a:ea typeface="+mn-ea"/>
          </a:endParaRPr>
        </a:p>
      </dgm:t>
    </dgm:pt>
    <dgm:pt modelId="{11225554-4A7A-455E-A718-36B72A7F9036}">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冰冷</a:t>
          </a:r>
        </a:p>
      </dgm:t>
    </dgm:pt>
    <dgm:pt modelId="{846BE5C8-9ABB-4D9D-8E6A-140B225D51E0}" type="parTrans" cxnId="{97042CFA-695D-4C8C-B6E7-1177F8907A95}">
      <dgm:prSet/>
      <dgm:spPr/>
      <dgm:t>
        <a:bodyPr/>
        <a:lstStyle/>
        <a:p>
          <a:pPr algn="ctr"/>
          <a:endParaRPr lang="zh-CN" altLang="en-US" sz="800">
            <a:latin typeface="+mn-ea"/>
            <a:ea typeface="+mn-ea"/>
          </a:endParaRPr>
        </a:p>
      </dgm:t>
    </dgm:pt>
    <dgm:pt modelId="{1F9160DB-63D7-4FC6-9698-5B1EA0F52214}" type="sibTrans" cxnId="{97042CFA-695D-4C8C-B6E7-1177F8907A95}">
      <dgm:prSet/>
      <dgm:spPr/>
      <dgm:t>
        <a:bodyPr/>
        <a:lstStyle/>
        <a:p>
          <a:pPr algn="ctr"/>
          <a:endParaRPr lang="zh-CN" altLang="en-US" sz="800">
            <a:latin typeface="+mn-ea"/>
            <a:ea typeface="+mn-ea"/>
          </a:endParaRPr>
        </a:p>
      </dgm:t>
    </dgm:pt>
    <dgm:pt modelId="{0630059D-70B0-4949-94C0-1A72A770CB63}">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冰箱</a:t>
          </a:r>
        </a:p>
      </dgm:t>
    </dgm:pt>
    <dgm:pt modelId="{DBC19947-1D29-4A34-8FFA-8B2EF4FC0AE6}" type="parTrans" cxnId="{C30BFC0F-AD3E-42B3-8D22-C51F25E1C415}">
      <dgm:prSet/>
      <dgm:spPr/>
      <dgm:t>
        <a:bodyPr/>
        <a:lstStyle/>
        <a:p>
          <a:pPr algn="ctr"/>
          <a:endParaRPr lang="zh-CN" altLang="en-US" sz="800">
            <a:latin typeface="+mn-ea"/>
            <a:ea typeface="+mn-ea"/>
          </a:endParaRPr>
        </a:p>
      </dgm:t>
    </dgm:pt>
    <dgm:pt modelId="{EF151822-985F-4EED-B3A3-F0EA1A9B1B00}" type="sibTrans" cxnId="{C30BFC0F-AD3E-42B3-8D22-C51F25E1C415}">
      <dgm:prSet/>
      <dgm:spPr/>
      <dgm:t>
        <a:bodyPr/>
        <a:lstStyle/>
        <a:p>
          <a:pPr algn="ctr"/>
          <a:endParaRPr lang="zh-CN" altLang="en-US" sz="800">
            <a:latin typeface="+mn-ea"/>
            <a:ea typeface="+mn-ea"/>
          </a:endParaRPr>
        </a:p>
      </dgm:t>
    </dgm:pt>
    <dgm:pt modelId="{C72A5C43-C97B-4701-8644-E91FA94BB9BD}">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洗衣机</a:t>
          </a:r>
        </a:p>
      </dgm:t>
    </dgm:pt>
    <dgm:pt modelId="{0FEB41D4-105B-481F-B5CC-669B4783CA66}" type="parTrans" cxnId="{CC680736-3208-4ED2-A907-60FA4D98CD7A}">
      <dgm:prSet/>
      <dgm:spPr/>
      <dgm:t>
        <a:bodyPr/>
        <a:lstStyle/>
        <a:p>
          <a:pPr algn="ctr"/>
          <a:endParaRPr lang="zh-CN" altLang="en-US" sz="800">
            <a:latin typeface="+mn-ea"/>
            <a:ea typeface="+mn-ea"/>
          </a:endParaRPr>
        </a:p>
      </dgm:t>
    </dgm:pt>
    <dgm:pt modelId="{AB91BCFA-7C54-4AFF-9732-81E4696C3569}" type="sibTrans" cxnId="{CC680736-3208-4ED2-A907-60FA4D98CD7A}">
      <dgm:prSet/>
      <dgm:spPr/>
      <dgm:t>
        <a:bodyPr/>
        <a:lstStyle/>
        <a:p>
          <a:pPr algn="ctr"/>
          <a:endParaRPr lang="zh-CN" altLang="en-US" sz="800">
            <a:latin typeface="+mn-ea"/>
            <a:ea typeface="+mn-ea"/>
          </a:endParaRPr>
        </a:p>
      </dgm:t>
    </dgm:pt>
    <dgm:pt modelId="{E62C696D-1C19-4A47-AA82-F3C01C7609D7}">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冰箱</a:t>
          </a:r>
        </a:p>
      </dgm:t>
    </dgm:pt>
    <dgm:pt modelId="{E503992E-7F22-451D-9D3E-A053AA6A6D80}" type="parTrans" cxnId="{BD35677D-2E04-4FA8-AF4E-8AC4AC701B3C}">
      <dgm:prSet/>
      <dgm:spPr/>
      <dgm:t>
        <a:bodyPr/>
        <a:lstStyle/>
        <a:p>
          <a:pPr algn="ctr"/>
          <a:endParaRPr lang="zh-CN" altLang="en-US" sz="800">
            <a:latin typeface="+mn-ea"/>
            <a:ea typeface="+mn-ea"/>
          </a:endParaRPr>
        </a:p>
      </dgm:t>
    </dgm:pt>
    <dgm:pt modelId="{012521A9-BE42-4AE4-9688-653AC0BBD11B}" type="sibTrans" cxnId="{BD35677D-2E04-4FA8-AF4E-8AC4AC701B3C}">
      <dgm:prSet/>
      <dgm:spPr/>
      <dgm:t>
        <a:bodyPr/>
        <a:lstStyle/>
        <a:p>
          <a:pPr algn="ctr"/>
          <a:endParaRPr lang="zh-CN" altLang="en-US" sz="800">
            <a:latin typeface="+mn-ea"/>
            <a:ea typeface="+mn-ea"/>
          </a:endParaRPr>
        </a:p>
      </dgm:t>
    </dgm:pt>
    <dgm:pt modelId="{19121195-4C8C-4461-A135-65212C7F3E84}">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77D0F2CF-1F3C-4B21-B4BC-9D89503E0CFB}" type="parTrans" cxnId="{A7890865-8F66-422E-BFCE-45513271092B}">
      <dgm:prSet/>
      <dgm:spPr/>
      <dgm:t>
        <a:bodyPr/>
        <a:lstStyle/>
        <a:p>
          <a:pPr algn="ctr"/>
          <a:endParaRPr lang="zh-CN" altLang="en-US" sz="800">
            <a:latin typeface="+mn-ea"/>
            <a:ea typeface="+mn-ea"/>
          </a:endParaRPr>
        </a:p>
      </dgm:t>
    </dgm:pt>
    <dgm:pt modelId="{9F52863E-EEFA-4CF5-BAF9-11EFD5CEF7F3}" type="sibTrans" cxnId="{A7890865-8F66-422E-BFCE-45513271092B}">
      <dgm:prSet/>
      <dgm:spPr/>
      <dgm:t>
        <a:bodyPr/>
        <a:lstStyle/>
        <a:p>
          <a:pPr algn="ctr"/>
          <a:endParaRPr lang="zh-CN" altLang="en-US" sz="800">
            <a:latin typeface="+mn-ea"/>
            <a:ea typeface="+mn-ea"/>
          </a:endParaRPr>
        </a:p>
      </dgm:t>
    </dgm:pt>
    <dgm:pt modelId="{819E771F-524D-4AE8-BF95-0A593D4350EC}">
      <dgm:prSet phldrT="[文本]" custT="1"/>
      <dgm:spPr/>
      <dgm:t>
        <a:bodyPr/>
        <a:lstStyle/>
        <a:p>
          <a:pPr algn="ctr"/>
          <a:r>
            <a:rPr lang="zh-CN" altLang="en-US" sz="800">
              <a:latin typeface="微软雅黑 Light" panose="020B0502040204020203" pitchFamily="34" charset="-122"/>
              <a:ea typeface="微软雅黑" panose="020B0503020204020204" pitchFamily="34" charset="-122"/>
              <a:sym typeface="微软雅黑 Light" panose="020B0502040204020203" pitchFamily="34" charset="-122"/>
            </a:rPr>
            <a:t>营销公司</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6636C20D-44D5-4B68-8C2D-B3910FEA2E14}" type="parTrans" cxnId="{2CF69EE1-DCAF-48B8-A404-AAE6C69FE79B}">
      <dgm:prSet/>
      <dgm:spPr/>
      <dgm:t>
        <a:bodyPr/>
        <a:lstStyle/>
        <a:p>
          <a:pPr algn="ctr"/>
          <a:endParaRPr lang="zh-CN" altLang="en-US" sz="800">
            <a:latin typeface="+mn-ea"/>
            <a:ea typeface="+mn-ea"/>
          </a:endParaRPr>
        </a:p>
      </dgm:t>
    </dgm:pt>
    <dgm:pt modelId="{13F4CDF6-5814-461C-8DC2-03784934BFC9}" type="sibTrans" cxnId="{2CF69EE1-DCAF-48B8-A404-AAE6C69FE79B}">
      <dgm:prSet/>
      <dgm:spPr/>
      <dgm:t>
        <a:bodyPr/>
        <a:lstStyle/>
        <a:p>
          <a:pPr algn="ctr"/>
          <a:endParaRPr lang="zh-CN" altLang="en-US" sz="800">
            <a:latin typeface="+mn-ea"/>
            <a:ea typeface="+mn-ea"/>
          </a:endParaRPr>
        </a:p>
      </dgm:t>
    </dgm:pt>
    <dgm:pt modelId="{1CC1C473-285B-472C-B22F-85F337B79E17}">
      <dgm:prSet phldrT="[文本]" custT="1"/>
      <dgm:spPr/>
      <dgm:t>
        <a:bodyPr/>
        <a:lstStyle/>
        <a:p>
          <a:pPr algn="ctr"/>
          <a:r>
            <a:rPr lang="en-US" altLang="zh-CN" sz="700">
              <a:latin typeface="微软雅黑 Light" panose="020B0502040204020203" pitchFamily="34" charset="-122"/>
              <a:ea typeface="微软雅黑" panose="020B0503020204020204" pitchFamily="34" charset="-122"/>
              <a:sym typeface="微软雅黑 Light" panose="020B0502040204020203" pitchFamily="34" charset="-122"/>
            </a:rPr>
            <a:t>34</a:t>
          </a:r>
          <a:r>
            <a:rPr lang="zh-CN" altLang="en-US" sz="700">
              <a:latin typeface="微软雅黑 Light" panose="020B0502040204020203" pitchFamily="34" charset="-122"/>
              <a:ea typeface="微软雅黑" panose="020B0503020204020204" pitchFamily="34" charset="-122"/>
              <a:sym typeface="微软雅黑 Light" panose="020B0502040204020203" pitchFamily="34" charset="-122"/>
            </a:rPr>
            <a:t>个分公司</a:t>
          </a:r>
          <a:endPar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A2CA7F40-801B-4863-AACB-C0C3423448D6}" type="parTrans" cxnId="{D4EDBEBD-8CB1-49D7-8452-67CE7BBE936F}">
      <dgm:prSet/>
      <dgm:spPr/>
      <dgm:t>
        <a:bodyPr/>
        <a:lstStyle/>
        <a:p>
          <a:pPr algn="ctr"/>
          <a:endParaRPr lang="zh-CN" altLang="en-US" sz="800">
            <a:latin typeface="+mn-ea"/>
            <a:ea typeface="+mn-ea"/>
          </a:endParaRPr>
        </a:p>
      </dgm:t>
    </dgm:pt>
    <dgm:pt modelId="{1360B3D5-D8F8-4287-ADFE-052390082A2D}" type="sibTrans" cxnId="{D4EDBEBD-8CB1-49D7-8452-67CE7BBE936F}">
      <dgm:prSet/>
      <dgm:spPr/>
      <dgm:t>
        <a:bodyPr/>
        <a:lstStyle/>
        <a:p>
          <a:pPr algn="ctr"/>
          <a:endParaRPr lang="zh-CN" altLang="en-US" sz="800">
            <a:latin typeface="+mn-ea"/>
            <a:ea typeface="+mn-ea"/>
          </a:endParaRPr>
        </a:p>
      </dgm:t>
    </dgm:pt>
    <dgm:pt modelId="{C0A69B5A-D1E4-44CC-83A6-4539FD70EC63}">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9E35108A-38D7-4619-B7B1-C0872BED3D98}" type="parTrans" cxnId="{202D6B29-235C-4502-A929-CF120361B4DB}">
      <dgm:prSet/>
      <dgm:spPr/>
      <dgm:t>
        <a:bodyPr/>
        <a:lstStyle/>
        <a:p>
          <a:pPr algn="ctr"/>
          <a:endParaRPr lang="zh-CN" altLang="en-US" sz="800">
            <a:latin typeface="+mn-ea"/>
            <a:ea typeface="+mn-ea"/>
          </a:endParaRPr>
        </a:p>
      </dgm:t>
    </dgm:pt>
    <dgm:pt modelId="{744C517F-5A99-4186-84ED-18D69BE1AB37}" type="sibTrans" cxnId="{202D6B29-235C-4502-A929-CF120361B4DB}">
      <dgm:prSet/>
      <dgm:spPr/>
      <dgm:t>
        <a:bodyPr/>
        <a:lstStyle/>
        <a:p>
          <a:pPr algn="ctr"/>
          <a:endParaRPr lang="zh-CN" altLang="en-US" sz="800">
            <a:latin typeface="+mn-ea"/>
            <a:ea typeface="+mn-ea"/>
          </a:endParaRPr>
        </a:p>
      </dgm:t>
    </dgm:pt>
    <dgm:pt modelId="{F8C47FE8-AB27-4E45-95A9-2ADF945BFEE5}">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5D14258C-7DA6-4E16-8342-7DE9A9E2D661}" type="parTrans" cxnId="{E8BD1DEB-AAF2-4E70-9D34-AA7F3129048B}">
      <dgm:prSet/>
      <dgm:spPr/>
      <dgm:t>
        <a:bodyPr/>
        <a:lstStyle/>
        <a:p>
          <a:pPr algn="ctr"/>
          <a:endParaRPr lang="zh-CN" altLang="en-US" sz="800">
            <a:latin typeface="+mn-ea"/>
            <a:ea typeface="+mn-ea"/>
          </a:endParaRPr>
        </a:p>
      </dgm:t>
    </dgm:pt>
    <dgm:pt modelId="{FE7E45D8-C001-4A13-B081-09F70DFD46EB}" type="sibTrans" cxnId="{E8BD1DEB-AAF2-4E70-9D34-AA7F3129048B}">
      <dgm:prSet/>
      <dgm:spPr/>
      <dgm:t>
        <a:bodyPr/>
        <a:lstStyle/>
        <a:p>
          <a:pPr algn="ctr"/>
          <a:endParaRPr lang="zh-CN" altLang="en-US" sz="800">
            <a:latin typeface="+mn-ea"/>
            <a:ea typeface="+mn-ea"/>
          </a:endParaRPr>
        </a:p>
      </dgm:t>
    </dgm:pt>
    <dgm:pt modelId="{D9F71FEB-2939-444E-A2AC-A1DA98E53083}">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基地</a:t>
          </a:r>
        </a:p>
      </dgm:t>
    </dgm:pt>
    <dgm:pt modelId="{6373A545-4345-4D05-8DE8-EE628E248EED}" type="parTrans" cxnId="{9267F85F-9A87-45E4-AB9D-6ABFAF7A6722}">
      <dgm:prSet/>
      <dgm:spPr/>
      <dgm:t>
        <a:bodyPr/>
        <a:lstStyle/>
        <a:p>
          <a:pPr algn="ctr"/>
          <a:endParaRPr lang="zh-CN" altLang="en-US" sz="800">
            <a:latin typeface="+mn-ea"/>
            <a:ea typeface="+mn-ea"/>
          </a:endParaRPr>
        </a:p>
      </dgm:t>
    </dgm:pt>
    <dgm:pt modelId="{A400FA2C-15A9-43E0-ABD5-106663CAFBB8}" type="sibTrans" cxnId="{9267F85F-9A87-45E4-AB9D-6ABFAF7A6722}">
      <dgm:prSet/>
      <dgm:spPr/>
      <dgm:t>
        <a:bodyPr/>
        <a:lstStyle/>
        <a:p>
          <a:pPr algn="ctr"/>
          <a:endParaRPr lang="zh-CN" altLang="en-US" sz="800">
            <a:latin typeface="+mn-ea"/>
            <a:ea typeface="+mn-ea"/>
          </a:endParaRPr>
        </a:p>
      </dgm:t>
    </dgm:pt>
    <dgm:pt modelId="{A15F7FC9-3732-45E0-86DB-9E7A526FB36C}">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空调</a:t>
          </a:r>
        </a:p>
      </dgm:t>
    </dgm:pt>
    <dgm:pt modelId="{E56C7740-F123-498D-AD44-70B96BEEE16F}" type="parTrans" cxnId="{46B3B316-2F10-4DF1-99E7-1B56B9B5F388}">
      <dgm:prSet/>
      <dgm:spPr/>
      <dgm:t>
        <a:bodyPr/>
        <a:lstStyle/>
        <a:p>
          <a:pPr algn="ctr"/>
          <a:endParaRPr lang="zh-CN" altLang="en-US" sz="800">
            <a:latin typeface="+mn-ea"/>
            <a:ea typeface="+mn-ea"/>
          </a:endParaRPr>
        </a:p>
      </dgm:t>
    </dgm:pt>
    <dgm:pt modelId="{125EF41B-A7D1-494C-9EF1-B0814EFBF5AB}" type="sibTrans" cxnId="{46B3B316-2F10-4DF1-99E7-1B56B9B5F388}">
      <dgm:prSet/>
      <dgm:spPr/>
      <dgm:t>
        <a:bodyPr/>
        <a:lstStyle/>
        <a:p>
          <a:pPr algn="ctr"/>
          <a:endParaRPr lang="zh-CN" altLang="en-US" sz="800">
            <a:latin typeface="+mn-ea"/>
            <a:ea typeface="+mn-ea"/>
          </a:endParaRPr>
        </a:p>
      </dgm:t>
    </dgm:pt>
    <dgm:pt modelId="{349F3906-4FC8-4710-89BA-B87B308E9A38}">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空调</a:t>
          </a:r>
        </a:p>
      </dgm:t>
    </dgm:pt>
    <dgm:pt modelId="{45AC6405-1B79-4422-8B3B-5349DB39FDFF}" type="parTrans" cxnId="{05E524AD-3198-4677-B53F-0279AB5911E6}">
      <dgm:prSet/>
      <dgm:spPr/>
      <dgm:t>
        <a:bodyPr/>
        <a:lstStyle/>
        <a:p>
          <a:pPr algn="ctr"/>
          <a:endParaRPr lang="zh-CN" altLang="en-US" sz="800">
            <a:latin typeface="+mn-ea"/>
            <a:ea typeface="+mn-ea"/>
          </a:endParaRPr>
        </a:p>
      </dgm:t>
    </dgm:pt>
    <dgm:pt modelId="{4665F384-27DC-4418-9936-D1994CEB4111}" type="sibTrans" cxnId="{05E524AD-3198-4677-B53F-0279AB5911E6}">
      <dgm:prSet/>
      <dgm:spPr/>
      <dgm:t>
        <a:bodyPr/>
        <a:lstStyle/>
        <a:p>
          <a:pPr algn="ctr"/>
          <a:endParaRPr lang="zh-CN" altLang="en-US" sz="800">
            <a:latin typeface="+mn-ea"/>
            <a:ea typeface="+mn-ea"/>
          </a:endParaRPr>
        </a:p>
      </dgm:t>
    </dgm:pt>
    <dgm:pt modelId="{72EFD20B-9FF2-432C-BAD5-4C34FDA8D5D0}">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空调</a:t>
          </a:r>
        </a:p>
      </dgm:t>
    </dgm:pt>
    <dgm:pt modelId="{D6DB44C9-F6B0-48C4-B024-24F5384D9719}" type="parTrans" cxnId="{C6FC74C1-6E78-4A04-8A1D-368923122B29}">
      <dgm:prSet/>
      <dgm:spPr/>
      <dgm:t>
        <a:bodyPr/>
        <a:lstStyle/>
        <a:p>
          <a:pPr algn="ctr"/>
          <a:endParaRPr lang="zh-CN" altLang="en-US" sz="800">
            <a:latin typeface="+mn-ea"/>
            <a:ea typeface="+mn-ea"/>
          </a:endParaRPr>
        </a:p>
      </dgm:t>
    </dgm:pt>
    <dgm:pt modelId="{34A4F9F3-C082-48F8-AF17-630A5B3A37BC}" type="sibTrans" cxnId="{C6FC74C1-6E78-4A04-8A1D-368923122B29}">
      <dgm:prSet/>
      <dgm:spPr/>
      <dgm:t>
        <a:bodyPr/>
        <a:lstStyle/>
        <a:p>
          <a:pPr algn="ctr"/>
          <a:endParaRPr lang="zh-CN" altLang="en-US" sz="800">
            <a:latin typeface="+mn-ea"/>
            <a:ea typeface="+mn-ea"/>
          </a:endParaRPr>
        </a:p>
      </dgm:t>
    </dgm:pt>
    <dgm:pt modelId="{FB688780-8978-4264-9F4B-B83843324E4B}">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2D2B3545-11F6-4DCA-AF14-6374D0964423}" type="parTrans" cxnId="{69FAD785-6606-425B-9D94-95129F89D341}">
      <dgm:prSet/>
      <dgm:spPr/>
      <dgm:t>
        <a:bodyPr/>
        <a:lstStyle/>
        <a:p>
          <a:pPr algn="ctr"/>
          <a:endParaRPr lang="zh-CN" altLang="en-US" sz="800">
            <a:latin typeface="+mn-ea"/>
            <a:ea typeface="+mn-ea"/>
          </a:endParaRPr>
        </a:p>
      </dgm:t>
    </dgm:pt>
    <dgm:pt modelId="{2F7FC4F7-788B-4168-AEB6-9F85227997D3}" type="sibTrans" cxnId="{69FAD785-6606-425B-9D94-95129F89D341}">
      <dgm:prSet/>
      <dgm:spPr/>
      <dgm:t>
        <a:bodyPr/>
        <a:lstStyle/>
        <a:p>
          <a:pPr algn="ctr"/>
          <a:endParaRPr lang="zh-CN" altLang="en-US" sz="800">
            <a:latin typeface="+mn-ea"/>
            <a:ea typeface="+mn-ea"/>
          </a:endParaRPr>
        </a:p>
      </dgm:t>
    </dgm:pt>
    <dgm:pt modelId="{64BA2FC0-B5E8-4573-910F-B45D956E7B3F}">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554E229D-872D-43DF-A381-964A86BC3CE3}" type="parTrans" cxnId="{050DC67A-E0AB-466A-93C5-B568A3A8E741}">
      <dgm:prSet/>
      <dgm:spPr/>
      <dgm:t>
        <a:bodyPr/>
        <a:lstStyle/>
        <a:p>
          <a:pPr algn="ctr"/>
          <a:endParaRPr lang="zh-CN" altLang="en-US" sz="800">
            <a:latin typeface="+mn-ea"/>
            <a:ea typeface="+mn-ea"/>
          </a:endParaRPr>
        </a:p>
      </dgm:t>
    </dgm:pt>
    <dgm:pt modelId="{74FBFB29-5465-43DE-B3CC-35B2F1AD2CED}" type="sibTrans" cxnId="{050DC67A-E0AB-466A-93C5-B568A3A8E741}">
      <dgm:prSet/>
      <dgm:spPr/>
      <dgm:t>
        <a:bodyPr/>
        <a:lstStyle/>
        <a:p>
          <a:pPr algn="ctr"/>
          <a:endParaRPr lang="zh-CN" altLang="en-US" sz="800">
            <a:latin typeface="+mn-ea"/>
            <a:ea typeface="+mn-ea"/>
          </a:endParaRPr>
        </a:p>
      </dgm:t>
    </dgm:pt>
    <dgm:pt modelId="{84FEBAAF-6502-4007-8F5E-144700DDD041}">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29</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个分公司</a:t>
          </a:r>
        </a:p>
      </dgm:t>
    </dgm:pt>
    <dgm:pt modelId="{669FD077-5D92-4952-BD47-FE550636347D}" type="parTrans" cxnId="{0F068413-8959-4FE9-AF20-CAB7ACA1DF33}">
      <dgm:prSet/>
      <dgm:spPr/>
      <dgm:t>
        <a:bodyPr/>
        <a:lstStyle/>
        <a:p>
          <a:pPr algn="ctr"/>
          <a:endParaRPr lang="zh-CN" altLang="en-US" sz="800">
            <a:latin typeface="+mn-ea"/>
            <a:ea typeface="+mn-ea"/>
          </a:endParaRPr>
        </a:p>
      </dgm:t>
    </dgm:pt>
    <dgm:pt modelId="{8A4799A5-BFEC-4EE7-8AE2-871B3B476B26}" type="sibTrans" cxnId="{0F068413-8959-4FE9-AF20-CAB7ACA1DF33}">
      <dgm:prSet/>
      <dgm:spPr/>
      <dgm:t>
        <a:bodyPr/>
        <a:lstStyle/>
        <a:p>
          <a:pPr algn="ctr"/>
          <a:endParaRPr lang="zh-CN" altLang="en-US" sz="800">
            <a:latin typeface="+mn-ea"/>
            <a:ea typeface="+mn-ea"/>
          </a:endParaRPr>
        </a:p>
      </dgm:t>
    </dgm:pt>
    <dgm:pt modelId="{777DEFF1-FE40-4489-B237-8AB77D16FC2E}">
      <dgm:prSet phldrT="[文本]" custT="1"/>
      <dgm:spPr/>
      <dgm:t>
        <a:bodyPr/>
        <a:lstStyle/>
        <a:p>
          <a:pPr algn="ctr"/>
          <a:r>
            <a:rPr lang="zh-CN" altLang="en-US" sz="800">
              <a:latin typeface="微软雅黑 Light" panose="020B0502040204020203" pitchFamily="34" charset="-122"/>
              <a:ea typeface="微软雅黑" panose="020B0503020204020204" pitchFamily="34" charset="-122"/>
              <a:sym typeface="微软雅黑 Light" panose="020B0502040204020203" pitchFamily="34" charset="-122"/>
            </a:rPr>
            <a:t>其他公司</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F3967BB1-9BC0-4083-A6FC-0758531AFBE9}" type="parTrans" cxnId="{A374A8CD-290E-44FE-94DE-7D4547D18D56}">
      <dgm:prSet/>
      <dgm:spPr/>
      <dgm:t>
        <a:bodyPr/>
        <a:lstStyle/>
        <a:p>
          <a:pPr algn="ctr"/>
          <a:endParaRPr lang="zh-CN" altLang="en-US" sz="800">
            <a:latin typeface="+mn-ea"/>
            <a:ea typeface="+mn-ea"/>
          </a:endParaRPr>
        </a:p>
      </dgm:t>
    </dgm:pt>
    <dgm:pt modelId="{ABC4F4B0-845E-4A88-90B8-2144C9D8816D}" type="sibTrans" cxnId="{A374A8CD-290E-44FE-94DE-7D4547D18D56}">
      <dgm:prSet/>
      <dgm:spPr/>
      <dgm:t>
        <a:bodyPr/>
        <a:lstStyle/>
        <a:p>
          <a:pPr algn="ctr"/>
          <a:endParaRPr lang="zh-CN" altLang="en-US" sz="800">
            <a:latin typeface="+mn-ea"/>
            <a:ea typeface="+mn-ea"/>
          </a:endParaRPr>
        </a:p>
      </dgm:t>
    </dgm:pt>
    <dgm:pt modelId="{74D20425-6A1B-46FA-8DAA-226E2C54CD4C}">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E0DB1DAE-9ADB-4314-8115-5509551F4C5A}" type="parTrans" cxnId="{83ADE8BF-D70D-4D6E-A0FD-BDE05465C75F}">
      <dgm:prSet/>
      <dgm:spPr/>
      <dgm:t>
        <a:bodyPr/>
        <a:lstStyle/>
        <a:p>
          <a:pPr algn="ctr"/>
          <a:endParaRPr lang="zh-CN" altLang="en-US" sz="800">
            <a:latin typeface="+mn-ea"/>
            <a:ea typeface="+mn-ea"/>
          </a:endParaRPr>
        </a:p>
      </dgm:t>
    </dgm:pt>
    <dgm:pt modelId="{6AD74D03-050F-430E-B482-8FDAE01F4DCF}" type="sibTrans" cxnId="{83ADE8BF-D70D-4D6E-A0FD-BDE05465C75F}">
      <dgm:prSet/>
      <dgm:spPr/>
      <dgm:t>
        <a:bodyPr/>
        <a:lstStyle/>
        <a:p>
          <a:pPr algn="ctr"/>
          <a:endParaRPr lang="zh-CN" altLang="en-US" sz="800">
            <a:latin typeface="+mn-ea"/>
            <a:ea typeface="+mn-ea"/>
          </a:endParaRPr>
        </a:p>
      </dgm:t>
    </dgm:pt>
    <dgm:pt modelId="{1FE83C89-735F-4B5C-819D-9DFC4F2100C1}">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80374FE1-F20F-497A-8D81-3D256D6580ED}" type="parTrans" cxnId="{54B2B4CD-D129-41D3-BA99-7833144B9BAC}">
      <dgm:prSet/>
      <dgm:spPr/>
      <dgm:t>
        <a:bodyPr/>
        <a:lstStyle/>
        <a:p>
          <a:pPr algn="ctr"/>
          <a:endParaRPr lang="zh-CN" altLang="en-US" sz="800">
            <a:latin typeface="+mn-ea"/>
            <a:ea typeface="+mn-ea"/>
          </a:endParaRPr>
        </a:p>
      </dgm:t>
    </dgm:pt>
    <dgm:pt modelId="{43F15499-0902-42FD-B35B-96EFA2D6DEBE}" type="sibTrans" cxnId="{54B2B4CD-D129-41D3-BA99-7833144B9BAC}">
      <dgm:prSet/>
      <dgm:spPr/>
      <dgm:t>
        <a:bodyPr/>
        <a:lstStyle/>
        <a:p>
          <a:pPr algn="ctr"/>
          <a:endParaRPr lang="zh-CN" altLang="en-US" sz="800">
            <a:latin typeface="+mn-ea"/>
            <a:ea typeface="+mn-ea"/>
          </a:endParaRPr>
        </a:p>
      </dgm:t>
    </dgm:pt>
    <dgm:pt modelId="{8F711501-5C40-48FE-A75C-2AA3B519562C}">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2D62A338-3EED-4908-A2C7-E88861E4A495}" type="parTrans" cxnId="{5CA4D292-4C66-4D0D-9015-F2BC63E7A1BB}">
      <dgm:prSet/>
      <dgm:spPr/>
      <dgm:t>
        <a:bodyPr/>
        <a:lstStyle/>
        <a:p>
          <a:pPr algn="ctr"/>
          <a:endParaRPr lang="zh-CN" altLang="en-US" sz="800">
            <a:latin typeface="+mn-ea"/>
            <a:ea typeface="+mn-ea"/>
          </a:endParaRPr>
        </a:p>
      </dgm:t>
    </dgm:pt>
    <dgm:pt modelId="{62BD7D5D-05F3-4366-B3E3-BD8C8ABA4A74}" type="sibTrans" cxnId="{5CA4D292-4C66-4D0D-9015-F2BC63E7A1BB}">
      <dgm:prSet/>
      <dgm:spPr/>
      <dgm:t>
        <a:bodyPr/>
        <a:lstStyle/>
        <a:p>
          <a:pPr algn="ctr"/>
          <a:endParaRPr lang="zh-CN" altLang="en-US" sz="800">
            <a:latin typeface="+mn-ea"/>
            <a:ea typeface="+mn-ea"/>
          </a:endParaRPr>
        </a:p>
      </dgm:t>
    </dgm:pt>
    <dgm:pt modelId="{B33E79D8-38C1-429A-8FA0-48C71AE6DDB2}">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D1FB0EDC-5BFF-43CF-A361-DF564D81FFB0}" type="parTrans" cxnId="{96F305EF-7D5B-4F92-A11C-1C39C1E4CA1D}">
      <dgm:prSet/>
      <dgm:spPr/>
      <dgm:t>
        <a:bodyPr/>
        <a:lstStyle/>
        <a:p>
          <a:pPr algn="ctr"/>
          <a:endParaRPr lang="zh-CN" altLang="en-US" sz="800">
            <a:latin typeface="+mn-ea"/>
            <a:ea typeface="+mn-ea"/>
          </a:endParaRPr>
        </a:p>
      </dgm:t>
    </dgm:pt>
    <dgm:pt modelId="{AC31F21C-7575-4D5E-A1EF-F6921ADC8FBF}" type="sibTrans" cxnId="{96F305EF-7D5B-4F92-A11C-1C39C1E4CA1D}">
      <dgm:prSet/>
      <dgm:spPr/>
      <dgm:t>
        <a:bodyPr/>
        <a:lstStyle/>
        <a:p>
          <a:pPr algn="ctr"/>
          <a:endParaRPr lang="zh-CN" altLang="en-US" sz="800">
            <a:latin typeface="+mn-ea"/>
            <a:ea typeface="+mn-ea"/>
          </a:endParaRPr>
        </a:p>
      </dgm:t>
    </dgm:pt>
    <dgm:pt modelId="{76C0E707-AFE6-4819-9B2C-061D5C055DF5}">
      <dgm:prSet phldrT="[文本]" custT="1"/>
      <dgm:spPr/>
      <dgm:t>
        <a:bodyPr/>
        <a:lstStyle/>
        <a:p>
          <a:pPr algn="ctr"/>
          <a:r>
            <a:rPr lang="en-US" altLang="zh-CN" sz="900" b="1"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900" b="1"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7523A442-116D-4AFA-9563-E752317EF4B8}" type="parTrans" cxnId="{692F332E-0DB2-4B82-B5DF-BD6A44124155}">
      <dgm:prSet/>
      <dgm:spPr/>
      <dgm:t>
        <a:bodyPr/>
        <a:lstStyle/>
        <a:p>
          <a:pPr algn="ctr"/>
          <a:endParaRPr lang="zh-CN" altLang="en-US" sz="800">
            <a:latin typeface="+mn-ea"/>
            <a:ea typeface="+mn-ea"/>
          </a:endParaRPr>
        </a:p>
      </dgm:t>
    </dgm:pt>
    <dgm:pt modelId="{0BF0E6D8-1844-4415-A3C8-78864FE3F885}" type="sibTrans" cxnId="{692F332E-0DB2-4B82-B5DF-BD6A44124155}">
      <dgm:prSet/>
      <dgm:spPr/>
      <dgm:t>
        <a:bodyPr/>
        <a:lstStyle/>
        <a:p>
          <a:pPr algn="ctr"/>
          <a:endParaRPr lang="zh-CN" altLang="en-US" sz="800">
            <a:latin typeface="+mn-ea"/>
            <a:ea typeface="+mn-ea"/>
          </a:endParaRPr>
        </a:p>
      </dgm:t>
    </dgm:pt>
    <dgm:pt modelId="{FF4A42D4-A036-4966-85A6-3D2388BFFF63}">
      <dgm:prSet phldrT="[文本]" custT="1"/>
      <dgm:spPr/>
      <dgm:t>
        <a:bodyPr/>
        <a:lstStyle/>
        <a:p>
          <a:pPr algn="ctr"/>
          <a:r>
            <a:rPr lang="en-US" altLang="zh-CN" sz="800">
              <a:latin typeface="微软雅黑 Light" panose="020B0502040204020203" pitchFamily="34" charset="-122"/>
              <a:ea typeface="微软雅黑" panose="020B0503020204020204" pitchFamily="34" charset="-122"/>
              <a:sym typeface="微软雅黑 Light" panose="020B0502040204020203" pitchFamily="34" charset="-122"/>
            </a:rPr>
            <a:t>33</a:t>
          </a:r>
          <a:r>
            <a:rPr lang="zh-CN" altLang="en-US" sz="800">
              <a:latin typeface="微软雅黑 Light" panose="020B0502040204020203" pitchFamily="34" charset="-122"/>
              <a:ea typeface="微软雅黑" panose="020B0503020204020204" pitchFamily="34" charset="-122"/>
              <a:sym typeface="微软雅黑 Light" panose="020B0502040204020203" pitchFamily="34" charset="-122"/>
            </a:rPr>
            <a:t>个分公司</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A7CC3F0D-5D2E-4576-A097-4FC56C8C5D18}" type="parTrans" cxnId="{E680BE39-5C42-450F-B841-9D9601D2BA87}">
      <dgm:prSet/>
      <dgm:spPr/>
      <dgm:t>
        <a:bodyPr/>
        <a:lstStyle/>
        <a:p>
          <a:pPr algn="ctr"/>
          <a:endParaRPr lang="zh-CN" altLang="en-US" sz="800">
            <a:latin typeface="+mn-ea"/>
            <a:ea typeface="+mn-ea"/>
          </a:endParaRPr>
        </a:p>
      </dgm:t>
    </dgm:pt>
    <dgm:pt modelId="{88F585F5-F524-4DD9-BDC4-F8A427FC82DE}" type="sibTrans" cxnId="{E680BE39-5C42-450F-B841-9D9601D2BA87}">
      <dgm:prSet/>
      <dgm:spPr/>
      <dgm:t>
        <a:bodyPr/>
        <a:lstStyle/>
        <a:p>
          <a:pPr algn="ctr"/>
          <a:endParaRPr lang="zh-CN" altLang="en-US" sz="800">
            <a:latin typeface="+mn-ea"/>
            <a:ea typeface="+mn-ea"/>
          </a:endParaRPr>
        </a:p>
      </dgm:t>
    </dgm:pt>
    <dgm:pt modelId="{186515D2-1E7E-45AA-B03D-985F22F3BFDA}">
      <dgm:prSet phldrT="[文本]" custT="1"/>
      <dgm:spPr/>
      <dgm:t>
        <a:bodyPr/>
        <a:lstStyle/>
        <a:p>
          <a:pPr algn="ctr"/>
          <a:r>
            <a:rPr lang="en-US" altLang="zh-CN" sz="900" b="1"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900" b="1" dirty="0">
              <a:latin typeface="微软雅黑 Light" panose="020B0502040204020203" pitchFamily="34" charset="-122"/>
              <a:ea typeface="微软雅黑" panose="020B0503020204020204" pitchFamily="34" charset="-122"/>
              <a:sym typeface="微软雅黑 Light" panose="020B0502040204020203" pitchFamily="34" charset="-122"/>
            </a:rPr>
            <a:t>集团</a:t>
          </a:r>
        </a:p>
      </dgm:t>
    </dgm:pt>
    <dgm:pt modelId="{306AF0FF-C354-48E1-8F81-2CA9D0C2B4D4}" type="parTrans" cxnId="{3F83088A-8C3E-4AB2-87A5-D3543DEC1321}">
      <dgm:prSet/>
      <dgm:spPr/>
      <dgm:t>
        <a:bodyPr/>
        <a:lstStyle/>
        <a:p>
          <a:pPr algn="ctr"/>
          <a:endParaRPr lang="zh-CN" altLang="en-US" sz="800">
            <a:latin typeface="+mn-ea"/>
            <a:ea typeface="+mn-ea"/>
          </a:endParaRPr>
        </a:p>
      </dgm:t>
    </dgm:pt>
    <dgm:pt modelId="{6FFEABC1-4109-40FB-9860-4AFB4C4A3BC1}" type="sibTrans" cxnId="{3F83088A-8C3E-4AB2-87A5-D3543DEC1321}">
      <dgm:prSet/>
      <dgm:spPr/>
      <dgm:t>
        <a:bodyPr/>
        <a:lstStyle/>
        <a:p>
          <a:pPr algn="ctr"/>
          <a:endParaRPr lang="zh-CN" altLang="en-US" sz="800">
            <a:latin typeface="+mn-ea"/>
            <a:ea typeface="+mn-ea"/>
          </a:endParaRPr>
        </a:p>
      </dgm:t>
    </dgm:pt>
    <dgm:pt modelId="{291C03C7-1510-4803-81C7-04DA44F95245}">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科技</a:t>
          </a:r>
        </a:p>
      </dgm:t>
    </dgm:pt>
    <dgm:pt modelId="{B653B8DC-F767-4FB8-87B6-88BCA8801E00}" type="parTrans" cxnId="{ED52DC18-1B56-46AE-A8C2-6786431156A9}">
      <dgm:prSet/>
      <dgm:spPr/>
      <dgm:t>
        <a:bodyPr/>
        <a:lstStyle/>
        <a:p>
          <a:pPr algn="ctr"/>
          <a:endParaRPr lang="zh-CN" altLang="en-US" sz="800">
            <a:latin typeface="+mn-ea"/>
            <a:ea typeface="+mn-ea"/>
          </a:endParaRPr>
        </a:p>
      </dgm:t>
    </dgm:pt>
    <dgm:pt modelId="{1325F908-C2F9-4CB6-B5E3-A3AEB628583A}" type="sibTrans" cxnId="{ED52DC18-1B56-46AE-A8C2-6786431156A9}">
      <dgm:prSet/>
      <dgm:spPr/>
      <dgm:t>
        <a:bodyPr/>
        <a:lstStyle/>
        <a:p>
          <a:pPr algn="ctr"/>
          <a:endParaRPr lang="zh-CN" altLang="en-US" sz="800">
            <a:latin typeface="+mn-ea"/>
            <a:ea typeface="+mn-ea"/>
          </a:endParaRPr>
        </a:p>
      </dgm:t>
    </dgm:pt>
    <dgm:pt modelId="{4D9A8F9B-DF2E-498F-8F7C-A3F9F50C8DA7}">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C6CAF126-197D-4C2E-9D91-0E920EBA4824}" type="parTrans" cxnId="{9C85FAFE-7D80-46F6-B7F3-578D80663019}">
      <dgm:prSet/>
      <dgm:spPr/>
      <dgm:t>
        <a:bodyPr/>
        <a:lstStyle/>
        <a:p>
          <a:pPr algn="ctr"/>
          <a:endParaRPr lang="zh-CN" altLang="en-US" sz="800">
            <a:latin typeface="+mn-ea"/>
            <a:ea typeface="+mn-ea"/>
          </a:endParaRPr>
        </a:p>
      </dgm:t>
    </dgm:pt>
    <dgm:pt modelId="{F2497BDE-FC5D-4415-8CD2-15AA047F6792}" type="sibTrans" cxnId="{9C85FAFE-7D80-46F6-B7F3-578D80663019}">
      <dgm:prSet/>
      <dgm:spPr/>
      <dgm:t>
        <a:bodyPr/>
        <a:lstStyle/>
        <a:p>
          <a:pPr algn="ctr"/>
          <a:endParaRPr lang="zh-CN" altLang="en-US" sz="800">
            <a:latin typeface="+mn-ea"/>
            <a:ea typeface="+mn-ea"/>
          </a:endParaRPr>
        </a:p>
      </dgm:t>
    </dgm:pt>
    <dgm:pt modelId="{BB8F93E3-3205-4146-AC63-8504A19D15F5}">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09F00F0A-31F0-4519-9121-ADF63BE117CA}" type="parTrans" cxnId="{6305B8F9-B7DD-47ED-9568-0D5437CF5230}">
      <dgm:prSet/>
      <dgm:spPr/>
      <dgm:t>
        <a:bodyPr/>
        <a:lstStyle/>
        <a:p>
          <a:pPr algn="ctr"/>
          <a:endParaRPr lang="zh-CN" altLang="en-US" sz="800">
            <a:latin typeface="+mn-ea"/>
            <a:ea typeface="+mn-ea"/>
          </a:endParaRPr>
        </a:p>
      </dgm:t>
    </dgm:pt>
    <dgm:pt modelId="{B7DF3A18-6782-4230-90AA-E052ED62E279}" type="sibTrans" cxnId="{6305B8F9-B7DD-47ED-9568-0D5437CF5230}">
      <dgm:prSet/>
      <dgm:spPr/>
      <dgm:t>
        <a:bodyPr/>
        <a:lstStyle/>
        <a:p>
          <a:pPr algn="ctr"/>
          <a:endParaRPr lang="zh-CN" altLang="en-US" sz="800">
            <a:latin typeface="+mn-ea"/>
            <a:ea typeface="+mn-ea"/>
          </a:endParaRPr>
        </a:p>
      </dgm:t>
    </dgm:pt>
    <dgm:pt modelId="{6767614A-F1F3-499F-A333-27E03B754265}">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957EFF01-932A-4615-B5C1-A2EB5D35E668}" type="parTrans" cxnId="{661BE358-5749-492A-BF75-F45257823384}">
      <dgm:prSet/>
      <dgm:spPr/>
      <dgm:t>
        <a:bodyPr/>
        <a:lstStyle/>
        <a:p>
          <a:pPr algn="ctr"/>
          <a:endParaRPr lang="zh-CN" altLang="en-US" sz="800">
            <a:latin typeface="+mn-ea"/>
            <a:ea typeface="+mn-ea"/>
          </a:endParaRPr>
        </a:p>
      </dgm:t>
    </dgm:pt>
    <dgm:pt modelId="{24E42DC1-3EC1-4267-A6EC-7CFA2B2838B0}" type="sibTrans" cxnId="{661BE358-5749-492A-BF75-F45257823384}">
      <dgm:prSet/>
      <dgm:spPr/>
      <dgm:t>
        <a:bodyPr/>
        <a:lstStyle/>
        <a:p>
          <a:pPr algn="ctr"/>
          <a:endParaRPr lang="zh-CN" altLang="en-US" sz="800">
            <a:latin typeface="+mn-ea"/>
            <a:ea typeface="+mn-ea"/>
          </a:endParaRPr>
        </a:p>
      </dgm:t>
    </dgm:pt>
    <dgm:pt modelId="{7F63C670-F981-49FA-9DE7-2ED04F076B06}">
      <dgm:prSet phldrT="[文本]" custT="1"/>
      <dgm:spPr/>
      <dgm:t>
        <a:bodyPr/>
        <a:lstStyle/>
        <a:p>
          <a:pPr algn="ctr"/>
          <a:r>
            <a:rPr lang="zh-CN" altLang="en-US" sz="900" b="1">
              <a:latin typeface="微软雅黑 Light" panose="020B0502040204020203" pitchFamily="34" charset="-122"/>
              <a:ea typeface="微软雅黑" panose="020B0503020204020204" pitchFamily="34" charset="-122"/>
              <a:sym typeface="微软雅黑 Light" panose="020B0502040204020203" pitchFamily="34" charset="-122"/>
            </a:rPr>
            <a:t>其他公司</a:t>
          </a:r>
          <a:endParaRPr lang="zh-CN" altLang="en-US" sz="900" b="1"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518BB10A-0CD7-4D43-B95F-9EF725AFC54A}" type="parTrans" cxnId="{146028D1-A009-4216-8D16-729555F75228}">
      <dgm:prSet/>
      <dgm:spPr/>
      <dgm:t>
        <a:bodyPr/>
        <a:lstStyle/>
        <a:p>
          <a:pPr algn="ctr"/>
          <a:endParaRPr lang="zh-CN" altLang="en-US" sz="800">
            <a:latin typeface="+mn-ea"/>
            <a:ea typeface="+mn-ea"/>
          </a:endParaRPr>
        </a:p>
      </dgm:t>
    </dgm:pt>
    <dgm:pt modelId="{BC60209A-273E-44F4-AAD8-0B90BD2E502B}" type="sibTrans" cxnId="{146028D1-A009-4216-8D16-729555F75228}">
      <dgm:prSet/>
      <dgm:spPr/>
      <dgm:t>
        <a:bodyPr/>
        <a:lstStyle/>
        <a:p>
          <a:pPr algn="ctr"/>
          <a:endParaRPr lang="zh-CN" altLang="en-US" sz="800">
            <a:latin typeface="+mn-ea"/>
            <a:ea typeface="+mn-ea"/>
          </a:endParaRPr>
        </a:p>
      </dgm:t>
    </dgm:pt>
    <dgm:pt modelId="{AB87B725-3CB8-48A9-B89E-8D4E8B210D44}">
      <dgm:prSet phldrT="[文本]" custT="1"/>
      <dgm:spPr/>
      <dgm:t>
        <a:bodyPr/>
        <a:lstStyle/>
        <a:p>
          <a:pPr algn="ct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集团公司</a:t>
          </a:r>
        </a:p>
      </dgm:t>
    </dgm:pt>
    <dgm:pt modelId="{EE1A67FF-E681-4228-A3B3-E2E9B304889E}" type="parTrans" cxnId="{D9E84BEC-0319-43BC-BF31-2397DECA57D4}">
      <dgm:prSet/>
      <dgm:spPr/>
      <dgm:t>
        <a:bodyPr/>
        <a:lstStyle/>
        <a:p>
          <a:pPr algn="ctr"/>
          <a:endParaRPr lang="zh-CN" altLang="en-US" sz="800">
            <a:latin typeface="+mn-ea"/>
            <a:ea typeface="+mn-ea"/>
          </a:endParaRPr>
        </a:p>
      </dgm:t>
    </dgm:pt>
    <dgm:pt modelId="{A69DF350-044D-49C9-B012-7F49D8F66D9C}" type="sibTrans" cxnId="{D9E84BEC-0319-43BC-BF31-2397DECA57D4}">
      <dgm:prSet/>
      <dgm:spPr/>
      <dgm:t>
        <a:bodyPr/>
        <a:lstStyle/>
        <a:p>
          <a:pPr algn="ctr"/>
          <a:endParaRPr lang="zh-CN" altLang="en-US" sz="800">
            <a:latin typeface="+mn-ea"/>
            <a:ea typeface="+mn-ea"/>
          </a:endParaRPr>
        </a:p>
      </dgm:t>
    </dgm:pt>
    <dgm:pt modelId="{DD8773F3-35D4-452B-ACFC-D125C7B10740}">
      <dgm:prSet phldrT="[文本]" custT="1"/>
      <dgm:spPr/>
      <dgm:t>
        <a:bodyPr/>
        <a:lstStyle/>
        <a:p>
          <a:pPr algn="ct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国际</a:t>
          </a: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ED2DAD8C-C802-4533-A902-7A8754C27BE7}" type="parTrans" cxnId="{06D754B3-84F6-433B-BCB0-E5445E25EF51}">
      <dgm:prSet/>
      <dgm:spPr/>
      <dgm:t>
        <a:bodyPr/>
        <a:lstStyle/>
        <a:p>
          <a:pPr algn="ctr"/>
          <a:endParaRPr lang="zh-CN" altLang="en-US" sz="800">
            <a:latin typeface="+mn-ea"/>
            <a:ea typeface="+mn-ea"/>
          </a:endParaRPr>
        </a:p>
      </dgm:t>
    </dgm:pt>
    <dgm:pt modelId="{6291A9CA-5F91-4525-9C43-FFC850D80818}" type="sibTrans" cxnId="{06D754B3-84F6-433B-BCB0-E5445E25EF51}">
      <dgm:prSet/>
      <dgm:spPr/>
      <dgm:t>
        <a:bodyPr/>
        <a:lstStyle/>
        <a:p>
          <a:pPr algn="ctr"/>
          <a:endParaRPr lang="zh-CN" altLang="en-US" sz="800">
            <a:latin typeface="+mn-ea"/>
            <a:ea typeface="+mn-ea"/>
          </a:endParaRPr>
        </a:p>
      </dgm:t>
    </dgm:pt>
    <dgm:pt modelId="{8CB17CD4-F5D0-4300-BAAD-C951B9A3E8D7}">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XXX </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47F69AFA-8435-4DB7-B84A-39743761FBCA}" type="parTrans" cxnId="{83BF3D3E-441C-4230-A30D-DE366279FDA1}">
      <dgm:prSet/>
      <dgm:spPr/>
      <dgm:t>
        <a:bodyPr/>
        <a:lstStyle/>
        <a:p>
          <a:pPr algn="ctr"/>
          <a:endParaRPr lang="zh-CN" altLang="en-US" sz="800">
            <a:latin typeface="+mn-ea"/>
            <a:ea typeface="+mn-ea"/>
          </a:endParaRPr>
        </a:p>
      </dgm:t>
    </dgm:pt>
    <dgm:pt modelId="{614FBD0F-B809-4121-842B-5D74519BDBDF}" type="sibTrans" cxnId="{83BF3D3E-441C-4230-A30D-DE366279FDA1}">
      <dgm:prSet/>
      <dgm:spPr/>
      <dgm:t>
        <a:bodyPr/>
        <a:lstStyle/>
        <a:p>
          <a:pPr algn="ctr"/>
          <a:endParaRPr lang="zh-CN" altLang="en-US" sz="800">
            <a:latin typeface="+mn-ea"/>
            <a:ea typeface="+mn-ea"/>
          </a:endParaRPr>
        </a:p>
      </dgm:t>
    </dgm:pt>
    <dgm:pt modelId="{A5800193-A42C-4073-B745-ABDEECB5D966}">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 </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00AC58E8-E7A4-42CB-86E5-4108E2BA9C35}" type="parTrans" cxnId="{DAEB4C7F-4508-4DE7-B0B2-3009FBFD50C8}">
      <dgm:prSet/>
      <dgm:spPr/>
      <dgm:t>
        <a:bodyPr/>
        <a:lstStyle/>
        <a:p>
          <a:pPr algn="ctr"/>
          <a:endParaRPr lang="zh-CN" altLang="en-US" sz="800">
            <a:latin typeface="+mn-ea"/>
            <a:ea typeface="+mn-ea"/>
          </a:endParaRPr>
        </a:p>
      </dgm:t>
    </dgm:pt>
    <dgm:pt modelId="{160B69E3-044A-456B-A587-AD1F8E42FA11}" type="sibTrans" cxnId="{DAEB4C7F-4508-4DE7-B0B2-3009FBFD50C8}">
      <dgm:prSet/>
      <dgm:spPr/>
      <dgm:t>
        <a:bodyPr/>
        <a:lstStyle/>
        <a:p>
          <a:pPr algn="ctr"/>
          <a:endParaRPr lang="zh-CN" altLang="en-US" sz="800">
            <a:latin typeface="+mn-ea"/>
            <a:ea typeface="+mn-ea"/>
          </a:endParaRPr>
        </a:p>
      </dgm:t>
    </dgm:pt>
    <dgm:pt modelId="{CF14697B-9D1E-4F68-BCC1-96D6B2342AB1}">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gm:t>
    </dgm:pt>
    <dgm:pt modelId="{ACB25263-05C0-4B25-B15B-5A2A6712ADC3}" type="parTrans" cxnId="{0101A73B-8971-4CFA-8489-B2D0F114A23E}">
      <dgm:prSet/>
      <dgm:spPr/>
      <dgm:t>
        <a:bodyPr/>
        <a:lstStyle/>
        <a:p>
          <a:pPr algn="ctr"/>
          <a:endParaRPr lang="zh-CN" altLang="en-US" sz="800">
            <a:latin typeface="+mn-ea"/>
            <a:ea typeface="+mn-ea"/>
          </a:endParaRPr>
        </a:p>
      </dgm:t>
    </dgm:pt>
    <dgm:pt modelId="{6844AEAA-A1E8-4C4E-A5D0-30471626D7EB}" type="sibTrans" cxnId="{0101A73B-8971-4CFA-8489-B2D0F114A23E}">
      <dgm:prSet/>
      <dgm:spPr/>
      <dgm:t>
        <a:bodyPr/>
        <a:lstStyle/>
        <a:p>
          <a:pPr algn="ctr"/>
          <a:endParaRPr lang="zh-CN" altLang="en-US" sz="800">
            <a:latin typeface="+mn-ea"/>
            <a:ea typeface="+mn-ea"/>
          </a:endParaRPr>
        </a:p>
      </dgm:t>
    </dgm:pt>
    <dgm:pt modelId="{4420A537-918E-4FAA-A9C6-61A49BCF1F54}">
      <dgm:prSet phldrT="[文本]" custT="1"/>
      <dgm:spPr/>
      <dgm:t>
        <a:bodyPr/>
        <a:lstStyle/>
        <a:p>
          <a:pPr algn="ctr"/>
          <a:r>
            <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rPr>
            <a:t>电子</a:t>
          </a: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BFD192CC-79F8-4387-B5A7-CE92E7B32837}" type="parTrans" cxnId="{509EA3E9-2FB2-4189-99E2-28FC9DA402EC}">
      <dgm:prSet/>
      <dgm:spPr/>
      <dgm:t>
        <a:bodyPr/>
        <a:lstStyle/>
        <a:p>
          <a:pPr algn="ctr"/>
          <a:endParaRPr lang="zh-CN" altLang="en-US" sz="800">
            <a:latin typeface="+mn-ea"/>
            <a:ea typeface="+mn-ea"/>
          </a:endParaRPr>
        </a:p>
      </dgm:t>
    </dgm:pt>
    <dgm:pt modelId="{64856581-16BA-463A-9EE5-E3A0066B42F0}" type="sibTrans" cxnId="{509EA3E9-2FB2-4189-99E2-28FC9DA402EC}">
      <dgm:prSet/>
      <dgm:spPr/>
      <dgm:t>
        <a:bodyPr/>
        <a:lstStyle/>
        <a:p>
          <a:pPr algn="ctr"/>
          <a:endParaRPr lang="zh-CN" altLang="en-US" sz="800">
            <a:latin typeface="+mn-ea"/>
            <a:ea typeface="+mn-ea"/>
          </a:endParaRPr>
        </a:p>
      </dgm:t>
    </dgm:pt>
    <dgm:pt modelId="{CFA8B535-8BCE-4A01-9812-18561772BBFC}">
      <dgm:prSet phldrT="[文本]" phldr="0" custT="1"/>
      <dgm:spPr/>
      <dgm:t>
        <a:bodyPr vert="horz" wrap="square"/>
        <a:lstStyle/>
        <a:p>
          <a:pPr algn="ctr">
            <a:lnSpc>
              <a:spcPct val="100000"/>
            </a:lnSpc>
            <a:spcBef>
              <a:spcPct val="0"/>
            </a:spcBef>
            <a:spcAft>
              <a:spcPct val="35000"/>
            </a:spcAft>
          </a:pPr>
          <a:r>
            <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67575AC0-FCB9-49A6-A7C0-D4AB32C9F130}" type="parTrans" cxnId="{AE0AECC8-CD39-4E68-9AB5-6207859CCB3F}">
      <dgm:prSet/>
      <dgm:spPr/>
      <dgm:t>
        <a:bodyPr/>
        <a:lstStyle/>
        <a:p>
          <a:pPr algn="ctr"/>
          <a:endParaRPr lang="zh-CN" altLang="en-US" sz="800">
            <a:latin typeface="+mn-ea"/>
            <a:ea typeface="+mn-ea"/>
          </a:endParaRPr>
        </a:p>
      </dgm:t>
    </dgm:pt>
    <dgm:pt modelId="{EBC5FC3F-DAF8-496B-B722-84556111DA87}" type="sibTrans" cxnId="{AE0AECC8-CD39-4E68-9AB5-6207859CCB3F}">
      <dgm:prSet/>
      <dgm:spPr/>
      <dgm:t>
        <a:bodyPr/>
        <a:lstStyle/>
        <a:p>
          <a:pPr algn="ctr"/>
          <a:endParaRPr lang="zh-CN" altLang="en-US" sz="800">
            <a:latin typeface="+mn-ea"/>
            <a:ea typeface="+mn-ea"/>
          </a:endParaRPr>
        </a:p>
      </dgm:t>
    </dgm:pt>
    <dgm:pt modelId="{C00C9AED-D526-4F62-8153-5CC39D8F6ABC}">
      <dgm:prSet phldrT="[文本]" custT="1"/>
      <dgm:spPr/>
      <dgm:t>
        <a:bodyPr/>
        <a:lstStyle/>
        <a:p>
          <a:pPr algn="ctr"/>
          <a:r>
            <a:rPr lang="en-US" altLang="zh-CN" sz="8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55C4DBE2-0044-49B5-BA90-92F8B43E6B73}" type="parTrans" cxnId="{E52FA151-A9B4-4784-8F21-D634976355DD}">
      <dgm:prSet/>
      <dgm:spPr/>
      <dgm:t>
        <a:bodyPr/>
        <a:lstStyle/>
        <a:p>
          <a:pPr algn="ctr"/>
          <a:endParaRPr lang="zh-CN" altLang="en-US" sz="800">
            <a:latin typeface="+mn-ea"/>
            <a:ea typeface="+mn-ea"/>
          </a:endParaRPr>
        </a:p>
      </dgm:t>
    </dgm:pt>
    <dgm:pt modelId="{AD989734-ED95-4392-94C6-586C3C60FEAC}" type="sibTrans" cxnId="{E52FA151-A9B4-4784-8F21-D634976355DD}">
      <dgm:prSet/>
      <dgm:spPr/>
      <dgm:t>
        <a:bodyPr/>
        <a:lstStyle/>
        <a:p>
          <a:pPr algn="ctr"/>
          <a:endParaRPr lang="zh-CN" altLang="en-US" sz="800">
            <a:latin typeface="+mn-ea"/>
            <a:ea typeface="+mn-ea"/>
          </a:endParaRPr>
        </a:p>
      </dgm:t>
    </dgm:pt>
    <dgm:pt modelId="{35F721EB-493E-4F09-B128-0F85C69F6B9A}">
      <dgm:prSet phldrT="[文本]" custT="1"/>
      <dgm:spPr/>
      <dgm:t>
        <a:bodyPr/>
        <a:lstStyle/>
        <a:p>
          <a:pPr algn="ctr"/>
          <a:r>
            <a:rPr lang="en-US" altLang="zh-CN" sz="800">
              <a:latin typeface="微软雅黑 Light" panose="020B0502040204020203" pitchFamily="34" charset="-122"/>
              <a:ea typeface="微软雅黑" panose="020B0503020204020204" pitchFamily="34" charset="-122"/>
              <a:sym typeface="微软雅黑 Light" panose="020B0502040204020203" pitchFamily="34" charset="-122"/>
            </a:rPr>
            <a:t>……</a:t>
          </a:r>
          <a:endParaRPr lang="zh-CN" altLang="en-US" sz="800"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3F402936-A577-4BD5-AE26-4F3D437E306A}" type="parTrans" cxnId="{766F04AD-FB43-4C0F-86FF-5552232D8126}">
      <dgm:prSet/>
      <dgm:spPr/>
      <dgm:t>
        <a:bodyPr/>
        <a:lstStyle/>
        <a:p>
          <a:pPr algn="ctr"/>
          <a:endParaRPr lang="zh-CN" altLang="en-US" sz="800">
            <a:latin typeface="+mn-ea"/>
            <a:ea typeface="+mn-ea"/>
          </a:endParaRPr>
        </a:p>
      </dgm:t>
    </dgm:pt>
    <dgm:pt modelId="{162FAF86-F105-4669-B076-CD3A153FE5FC}" type="sibTrans" cxnId="{766F04AD-FB43-4C0F-86FF-5552232D8126}">
      <dgm:prSet/>
      <dgm:spPr/>
      <dgm:t>
        <a:bodyPr/>
        <a:lstStyle/>
        <a:p>
          <a:pPr algn="ctr"/>
          <a:endParaRPr lang="zh-CN" altLang="en-US" sz="800">
            <a:latin typeface="+mn-ea"/>
            <a:ea typeface="+mn-ea"/>
          </a:endParaRPr>
        </a:p>
      </dgm:t>
    </dgm:pt>
    <dgm:pt modelId="{B622E4DD-F1DB-4893-B3BC-CEC7D28CD533}" type="pres">
      <dgm:prSet presAssocID="{0E5414D8-2873-4993-9612-CF232F3BFBAB}" presName="hierChild1" presStyleCnt="0">
        <dgm:presLayoutVars>
          <dgm:orgChart val="1"/>
          <dgm:chPref val="1"/>
          <dgm:dir/>
          <dgm:animOne val="branch"/>
          <dgm:animLvl val="lvl"/>
          <dgm:resizeHandles/>
        </dgm:presLayoutVars>
      </dgm:prSet>
      <dgm:spPr/>
    </dgm:pt>
    <dgm:pt modelId="{7C0C1E23-D0CB-43A5-B65E-BBCE290D0B24}" type="pres">
      <dgm:prSet presAssocID="{B3C5709F-1A62-4418-86E3-49254940DBAB}" presName="hierRoot1" presStyleCnt="0">
        <dgm:presLayoutVars>
          <dgm:hierBranch val="init"/>
        </dgm:presLayoutVars>
      </dgm:prSet>
      <dgm:spPr/>
    </dgm:pt>
    <dgm:pt modelId="{BEE0D058-4C14-40ED-BAA2-026A3C1DFEE3}" type="pres">
      <dgm:prSet presAssocID="{B3C5709F-1A62-4418-86E3-49254940DBAB}" presName="rootComposite1" presStyleCnt="0"/>
      <dgm:spPr/>
    </dgm:pt>
    <dgm:pt modelId="{92F5A508-7D50-43B1-A475-E16FCFA5138E}" type="pres">
      <dgm:prSet presAssocID="{B3C5709F-1A62-4418-86E3-49254940DBAB}" presName="rootText1" presStyleLbl="node0" presStyleIdx="0" presStyleCnt="1" custScaleX="234605">
        <dgm:presLayoutVars>
          <dgm:chPref val="3"/>
        </dgm:presLayoutVars>
      </dgm:prSet>
      <dgm:spPr/>
    </dgm:pt>
    <dgm:pt modelId="{C0862CD8-FD01-4F71-B82F-B072EC222734}" type="pres">
      <dgm:prSet presAssocID="{B3C5709F-1A62-4418-86E3-49254940DBAB}" presName="rootConnector1" presStyleLbl="node1" presStyleIdx="0" presStyleCnt="0"/>
      <dgm:spPr/>
    </dgm:pt>
    <dgm:pt modelId="{BFFBDB66-87C7-4169-83FB-72E7B7E2DFA1}" type="pres">
      <dgm:prSet presAssocID="{B3C5709F-1A62-4418-86E3-49254940DBAB}" presName="hierChild2" presStyleCnt="0"/>
      <dgm:spPr/>
    </dgm:pt>
    <dgm:pt modelId="{82B20E74-4F1D-4290-80A1-D0C85F303E5A}" type="pres">
      <dgm:prSet presAssocID="{E49A0BFB-53C4-4711-8422-EE78327D5162}" presName="Name37" presStyleLbl="parChTrans1D2" presStyleIdx="0" presStyleCnt="6"/>
      <dgm:spPr/>
    </dgm:pt>
    <dgm:pt modelId="{1946D9AA-749D-458F-B2A0-446E30130436}" type="pres">
      <dgm:prSet presAssocID="{9FE8030D-F3D4-4A5A-9576-A08D276BEFBA}" presName="hierRoot2" presStyleCnt="0">
        <dgm:presLayoutVars>
          <dgm:hierBranch val="init"/>
        </dgm:presLayoutVars>
      </dgm:prSet>
      <dgm:spPr/>
    </dgm:pt>
    <dgm:pt modelId="{B6F92030-7F22-4A1D-95B6-E1F1AD06FA73}" type="pres">
      <dgm:prSet presAssocID="{9FE8030D-F3D4-4A5A-9576-A08D276BEFBA}" presName="rootComposite" presStyleCnt="0"/>
      <dgm:spPr/>
    </dgm:pt>
    <dgm:pt modelId="{E32963E7-1070-41B0-A9D0-567F799B213C}" type="pres">
      <dgm:prSet presAssocID="{9FE8030D-F3D4-4A5A-9576-A08D276BEFBA}" presName="rootText" presStyleLbl="node2" presStyleIdx="0" presStyleCnt="6" custScaleX="151016">
        <dgm:presLayoutVars>
          <dgm:chPref val="3"/>
        </dgm:presLayoutVars>
      </dgm:prSet>
      <dgm:spPr/>
    </dgm:pt>
    <dgm:pt modelId="{A4D81369-EBF4-4938-8243-FD68C79C1EE8}" type="pres">
      <dgm:prSet presAssocID="{9FE8030D-F3D4-4A5A-9576-A08D276BEFBA}" presName="rootConnector" presStyleLbl="node2" presStyleIdx="0" presStyleCnt="6"/>
      <dgm:spPr/>
    </dgm:pt>
    <dgm:pt modelId="{0784817B-16EC-4A0D-BA7F-039C45D3B1F9}" type="pres">
      <dgm:prSet presAssocID="{9FE8030D-F3D4-4A5A-9576-A08D276BEFBA}" presName="hierChild4" presStyleCnt="0"/>
      <dgm:spPr/>
    </dgm:pt>
    <dgm:pt modelId="{925727D0-E127-4895-94F6-024FDE16E36C}" type="pres">
      <dgm:prSet presAssocID="{1873D761-CF7F-4D9B-ACDE-E1C3A456ED7C}" presName="Name37" presStyleLbl="parChTrans1D3" presStyleIdx="0" presStyleCnt="23"/>
      <dgm:spPr/>
    </dgm:pt>
    <dgm:pt modelId="{8AFA2586-6131-44D0-BDD2-AFCB877FE603}" type="pres">
      <dgm:prSet presAssocID="{1B996AF8-98E9-4C9B-9DC7-614511C36128}" presName="hierRoot2" presStyleCnt="0">
        <dgm:presLayoutVars>
          <dgm:hierBranch val="init"/>
        </dgm:presLayoutVars>
      </dgm:prSet>
      <dgm:spPr/>
    </dgm:pt>
    <dgm:pt modelId="{A41C3706-0F06-46A9-8A74-5F3BF6353B6E}" type="pres">
      <dgm:prSet presAssocID="{1B996AF8-98E9-4C9B-9DC7-614511C36128}" presName="rootComposite" presStyleCnt="0"/>
      <dgm:spPr/>
    </dgm:pt>
    <dgm:pt modelId="{44045D78-1E3E-469B-81AD-9E63F76AB7A6}" type="pres">
      <dgm:prSet presAssocID="{1B996AF8-98E9-4C9B-9DC7-614511C36128}" presName="rootText" presStyleLbl="node3" presStyleIdx="0" presStyleCnt="23">
        <dgm:presLayoutVars>
          <dgm:chPref val="3"/>
        </dgm:presLayoutVars>
      </dgm:prSet>
      <dgm:spPr/>
    </dgm:pt>
    <dgm:pt modelId="{CFE1443F-6984-4C6C-9B91-4844FBA7EEEB}" type="pres">
      <dgm:prSet presAssocID="{1B996AF8-98E9-4C9B-9DC7-614511C36128}" presName="rootConnector" presStyleLbl="node3" presStyleIdx="0" presStyleCnt="23"/>
      <dgm:spPr/>
    </dgm:pt>
    <dgm:pt modelId="{DE791B68-3D0E-421B-B76C-F4E73D8CD5B9}" type="pres">
      <dgm:prSet presAssocID="{1B996AF8-98E9-4C9B-9DC7-614511C36128}" presName="hierChild4" presStyleCnt="0"/>
      <dgm:spPr/>
    </dgm:pt>
    <dgm:pt modelId="{50B38439-3C10-453A-9F77-B629EF1C4D7A}" type="pres">
      <dgm:prSet presAssocID="{F443A7F8-B712-4B9F-8EB2-76FFD3A4F286}" presName="Name37" presStyleLbl="parChTrans1D4" presStyleIdx="0" presStyleCnt="31"/>
      <dgm:spPr/>
    </dgm:pt>
    <dgm:pt modelId="{BFF588CA-41A5-4C49-B1B4-EFA66E54AC8C}" type="pres">
      <dgm:prSet presAssocID="{094A2D67-B94F-41DF-B860-603FBF6485D2}" presName="hierRoot2" presStyleCnt="0">
        <dgm:presLayoutVars>
          <dgm:hierBranch val="init"/>
        </dgm:presLayoutVars>
      </dgm:prSet>
      <dgm:spPr/>
    </dgm:pt>
    <dgm:pt modelId="{F065C2B2-2AE6-4C94-B2A4-3D95D2318712}" type="pres">
      <dgm:prSet presAssocID="{094A2D67-B94F-41DF-B860-603FBF6485D2}" presName="rootComposite" presStyleCnt="0"/>
      <dgm:spPr/>
    </dgm:pt>
    <dgm:pt modelId="{75BD3AC7-A3A3-4E6B-8B14-FE1E0865C20B}" type="pres">
      <dgm:prSet presAssocID="{094A2D67-B94F-41DF-B860-603FBF6485D2}" presName="rootText" presStyleLbl="node4" presStyleIdx="0" presStyleCnt="31">
        <dgm:presLayoutVars>
          <dgm:chPref val="3"/>
        </dgm:presLayoutVars>
      </dgm:prSet>
      <dgm:spPr/>
    </dgm:pt>
    <dgm:pt modelId="{6C94484E-0D6E-4A56-AFB9-1623C4B8A898}" type="pres">
      <dgm:prSet presAssocID="{094A2D67-B94F-41DF-B860-603FBF6485D2}" presName="rootConnector" presStyleLbl="node4" presStyleIdx="0" presStyleCnt="31"/>
      <dgm:spPr/>
    </dgm:pt>
    <dgm:pt modelId="{9321202A-4333-4598-8233-1B2B53A92171}" type="pres">
      <dgm:prSet presAssocID="{094A2D67-B94F-41DF-B860-603FBF6485D2}" presName="hierChild4" presStyleCnt="0"/>
      <dgm:spPr/>
    </dgm:pt>
    <dgm:pt modelId="{681DD295-31D4-4F58-8E54-973078397B12}" type="pres">
      <dgm:prSet presAssocID="{CA63A225-E3AF-4162-B353-72A6B05AC73D}" presName="Name37" presStyleLbl="parChTrans1D4" presStyleIdx="1" presStyleCnt="31"/>
      <dgm:spPr/>
    </dgm:pt>
    <dgm:pt modelId="{7B40E11F-18A8-4FE6-9901-86940384F6BD}" type="pres">
      <dgm:prSet presAssocID="{993F1B78-C143-41BB-A1BF-1724E509F0EE}" presName="hierRoot2" presStyleCnt="0">
        <dgm:presLayoutVars>
          <dgm:hierBranch val="init"/>
        </dgm:presLayoutVars>
      </dgm:prSet>
      <dgm:spPr/>
    </dgm:pt>
    <dgm:pt modelId="{20C0DF4D-24C3-41DC-ABB0-A78D6D3AE0F9}" type="pres">
      <dgm:prSet presAssocID="{993F1B78-C143-41BB-A1BF-1724E509F0EE}" presName="rootComposite" presStyleCnt="0"/>
      <dgm:spPr/>
    </dgm:pt>
    <dgm:pt modelId="{FB73A9C3-30AF-4BB7-8426-392E707C046D}" type="pres">
      <dgm:prSet presAssocID="{993F1B78-C143-41BB-A1BF-1724E509F0EE}" presName="rootText" presStyleLbl="node4" presStyleIdx="1" presStyleCnt="31">
        <dgm:presLayoutVars>
          <dgm:chPref val="3"/>
        </dgm:presLayoutVars>
      </dgm:prSet>
      <dgm:spPr/>
    </dgm:pt>
    <dgm:pt modelId="{C92B8D79-99AF-409D-B3A4-23F14DBF5252}" type="pres">
      <dgm:prSet presAssocID="{993F1B78-C143-41BB-A1BF-1724E509F0EE}" presName="rootConnector" presStyleLbl="node4" presStyleIdx="1" presStyleCnt="31"/>
      <dgm:spPr/>
    </dgm:pt>
    <dgm:pt modelId="{C33A7626-F891-4BC6-A15D-76BEA79E7A3F}" type="pres">
      <dgm:prSet presAssocID="{993F1B78-C143-41BB-A1BF-1724E509F0EE}" presName="hierChild4" presStyleCnt="0"/>
      <dgm:spPr/>
    </dgm:pt>
    <dgm:pt modelId="{F58FEB7D-FECD-4E73-AFA2-03DF2459584F}" type="pres">
      <dgm:prSet presAssocID="{993F1B78-C143-41BB-A1BF-1724E509F0EE}" presName="hierChild5" presStyleCnt="0"/>
      <dgm:spPr/>
    </dgm:pt>
    <dgm:pt modelId="{5DE49EC7-2DD0-41EF-9F8E-C275735B3B16}" type="pres">
      <dgm:prSet presAssocID="{EF991A91-9D8B-4BEA-8247-C97C648060B4}" presName="Name37" presStyleLbl="parChTrans1D4" presStyleIdx="2" presStyleCnt="31"/>
      <dgm:spPr/>
    </dgm:pt>
    <dgm:pt modelId="{B31D1A2A-492F-4A49-989C-51A9002A847A}" type="pres">
      <dgm:prSet presAssocID="{48C275A5-5D82-4868-867B-DF0987748A4D}" presName="hierRoot2" presStyleCnt="0">
        <dgm:presLayoutVars>
          <dgm:hierBranch val="init"/>
        </dgm:presLayoutVars>
      </dgm:prSet>
      <dgm:spPr/>
    </dgm:pt>
    <dgm:pt modelId="{015D610F-1D3D-41F8-9F1B-4D867A4A14F1}" type="pres">
      <dgm:prSet presAssocID="{48C275A5-5D82-4868-867B-DF0987748A4D}" presName="rootComposite" presStyleCnt="0"/>
      <dgm:spPr/>
    </dgm:pt>
    <dgm:pt modelId="{680E67F0-7C38-482D-A6A5-083C3DB3C9B8}" type="pres">
      <dgm:prSet presAssocID="{48C275A5-5D82-4868-867B-DF0987748A4D}" presName="rootText" presStyleLbl="node4" presStyleIdx="2" presStyleCnt="31">
        <dgm:presLayoutVars>
          <dgm:chPref val="3"/>
        </dgm:presLayoutVars>
      </dgm:prSet>
      <dgm:spPr/>
    </dgm:pt>
    <dgm:pt modelId="{B6C32991-D03F-4347-9801-A83608CFE116}" type="pres">
      <dgm:prSet presAssocID="{48C275A5-5D82-4868-867B-DF0987748A4D}" presName="rootConnector" presStyleLbl="node4" presStyleIdx="2" presStyleCnt="31"/>
      <dgm:spPr/>
    </dgm:pt>
    <dgm:pt modelId="{4FC69118-D1E6-40EF-BBDC-62C61DBA2BF7}" type="pres">
      <dgm:prSet presAssocID="{48C275A5-5D82-4868-867B-DF0987748A4D}" presName="hierChild4" presStyleCnt="0"/>
      <dgm:spPr/>
    </dgm:pt>
    <dgm:pt modelId="{29598BD5-6595-4664-8CAF-FCE9CBD6FB08}" type="pres">
      <dgm:prSet presAssocID="{48C275A5-5D82-4868-867B-DF0987748A4D}" presName="hierChild5" presStyleCnt="0"/>
      <dgm:spPr/>
    </dgm:pt>
    <dgm:pt modelId="{0A5758BE-0539-4ED4-ACE9-B86356F8B2E1}" type="pres">
      <dgm:prSet presAssocID="{59355A54-06CE-46A0-B532-3C242D12F650}" presName="Name37" presStyleLbl="parChTrans1D4" presStyleIdx="3" presStyleCnt="31"/>
      <dgm:spPr/>
    </dgm:pt>
    <dgm:pt modelId="{13196887-D409-4006-A99F-19433B53DDFF}" type="pres">
      <dgm:prSet presAssocID="{E7236554-ACA3-4A1E-8C6D-FF9E35815AAE}" presName="hierRoot2" presStyleCnt="0">
        <dgm:presLayoutVars>
          <dgm:hierBranch val="init"/>
        </dgm:presLayoutVars>
      </dgm:prSet>
      <dgm:spPr/>
    </dgm:pt>
    <dgm:pt modelId="{A715D94C-FAFA-4CAD-87A9-E107DCB208F1}" type="pres">
      <dgm:prSet presAssocID="{E7236554-ACA3-4A1E-8C6D-FF9E35815AAE}" presName="rootComposite" presStyleCnt="0"/>
      <dgm:spPr/>
    </dgm:pt>
    <dgm:pt modelId="{D4942B56-3A5E-4586-AAE4-F1CE3C40E0BE}" type="pres">
      <dgm:prSet presAssocID="{E7236554-ACA3-4A1E-8C6D-FF9E35815AAE}" presName="rootText" presStyleLbl="node4" presStyleIdx="3" presStyleCnt="31">
        <dgm:presLayoutVars>
          <dgm:chPref val="3"/>
        </dgm:presLayoutVars>
      </dgm:prSet>
      <dgm:spPr/>
    </dgm:pt>
    <dgm:pt modelId="{609F1176-108D-4AA0-B015-D9AD020A8865}" type="pres">
      <dgm:prSet presAssocID="{E7236554-ACA3-4A1E-8C6D-FF9E35815AAE}" presName="rootConnector" presStyleLbl="node4" presStyleIdx="3" presStyleCnt="31"/>
      <dgm:spPr/>
    </dgm:pt>
    <dgm:pt modelId="{8C85A5C6-A544-4862-BDCB-5929B49DEB8D}" type="pres">
      <dgm:prSet presAssocID="{E7236554-ACA3-4A1E-8C6D-FF9E35815AAE}" presName="hierChild4" presStyleCnt="0"/>
      <dgm:spPr/>
    </dgm:pt>
    <dgm:pt modelId="{7089D160-1C2A-4D5B-8B0A-89617B35D9FB}" type="pres">
      <dgm:prSet presAssocID="{E7236554-ACA3-4A1E-8C6D-FF9E35815AAE}" presName="hierChild5" presStyleCnt="0"/>
      <dgm:spPr/>
    </dgm:pt>
    <dgm:pt modelId="{ADA68EA5-A6F5-4425-B82A-AAD52BFB16C1}" type="pres">
      <dgm:prSet presAssocID="{094A2D67-B94F-41DF-B860-603FBF6485D2}" presName="hierChild5" presStyleCnt="0"/>
      <dgm:spPr/>
    </dgm:pt>
    <dgm:pt modelId="{4106C07D-F405-48BD-93BB-7874E6EDF1C9}" type="pres">
      <dgm:prSet presAssocID="{60DDD964-AC5C-4640-BA82-178D4A0FE855}" presName="Name37" presStyleLbl="parChTrans1D4" presStyleIdx="4" presStyleCnt="31"/>
      <dgm:spPr/>
    </dgm:pt>
    <dgm:pt modelId="{56D41C48-8115-4BEB-AC15-F5E807D6F234}" type="pres">
      <dgm:prSet presAssocID="{72F7AF9E-2524-4844-82FF-4E1F50E58B55}" presName="hierRoot2" presStyleCnt="0">
        <dgm:presLayoutVars>
          <dgm:hierBranch val="init"/>
        </dgm:presLayoutVars>
      </dgm:prSet>
      <dgm:spPr/>
    </dgm:pt>
    <dgm:pt modelId="{3102F155-B768-45D6-A6DA-9D6EBBBBB3AC}" type="pres">
      <dgm:prSet presAssocID="{72F7AF9E-2524-4844-82FF-4E1F50E58B55}" presName="rootComposite" presStyleCnt="0"/>
      <dgm:spPr/>
    </dgm:pt>
    <dgm:pt modelId="{55E75226-96EC-427D-AED0-640E43A976CB}" type="pres">
      <dgm:prSet presAssocID="{72F7AF9E-2524-4844-82FF-4E1F50E58B55}" presName="rootText" presStyleLbl="node4" presStyleIdx="4" presStyleCnt="31">
        <dgm:presLayoutVars>
          <dgm:chPref val="3"/>
        </dgm:presLayoutVars>
      </dgm:prSet>
      <dgm:spPr/>
    </dgm:pt>
    <dgm:pt modelId="{6C40B26C-5790-4AF3-AA25-70F93555124D}" type="pres">
      <dgm:prSet presAssocID="{72F7AF9E-2524-4844-82FF-4E1F50E58B55}" presName="rootConnector" presStyleLbl="node4" presStyleIdx="4" presStyleCnt="31"/>
      <dgm:spPr/>
    </dgm:pt>
    <dgm:pt modelId="{30CE7083-1578-4E5C-B3CA-F6BC1C0604A8}" type="pres">
      <dgm:prSet presAssocID="{72F7AF9E-2524-4844-82FF-4E1F50E58B55}" presName="hierChild4" presStyleCnt="0"/>
      <dgm:spPr/>
    </dgm:pt>
    <dgm:pt modelId="{5E47AF86-826B-43FC-866F-1F9499F00CEB}" type="pres">
      <dgm:prSet presAssocID="{3414342C-FBF5-44FC-9C8F-C9E82E82F4FF}" presName="Name37" presStyleLbl="parChTrans1D4" presStyleIdx="5" presStyleCnt="31"/>
      <dgm:spPr/>
    </dgm:pt>
    <dgm:pt modelId="{B433FCF6-FFBA-4F6D-8C8F-AA3782C773F3}" type="pres">
      <dgm:prSet presAssocID="{1BB21451-6273-4EA7-8466-72E82A51CF3C}" presName="hierRoot2" presStyleCnt="0">
        <dgm:presLayoutVars>
          <dgm:hierBranch val="init"/>
        </dgm:presLayoutVars>
      </dgm:prSet>
      <dgm:spPr/>
    </dgm:pt>
    <dgm:pt modelId="{301E9663-62ED-4DC9-A6C5-62E82B785492}" type="pres">
      <dgm:prSet presAssocID="{1BB21451-6273-4EA7-8466-72E82A51CF3C}" presName="rootComposite" presStyleCnt="0"/>
      <dgm:spPr/>
    </dgm:pt>
    <dgm:pt modelId="{5D7B54D6-AA19-4673-9EDB-53D54A4D8437}" type="pres">
      <dgm:prSet presAssocID="{1BB21451-6273-4EA7-8466-72E82A51CF3C}" presName="rootText" presStyleLbl="node4" presStyleIdx="5" presStyleCnt="31">
        <dgm:presLayoutVars>
          <dgm:chPref val="3"/>
        </dgm:presLayoutVars>
      </dgm:prSet>
      <dgm:spPr/>
    </dgm:pt>
    <dgm:pt modelId="{B1398CA7-2E8A-418C-B2F7-E93440FE77AE}" type="pres">
      <dgm:prSet presAssocID="{1BB21451-6273-4EA7-8466-72E82A51CF3C}" presName="rootConnector" presStyleLbl="node4" presStyleIdx="5" presStyleCnt="31"/>
      <dgm:spPr/>
    </dgm:pt>
    <dgm:pt modelId="{402DCD60-51BD-4A85-BAC9-5801D66279ED}" type="pres">
      <dgm:prSet presAssocID="{1BB21451-6273-4EA7-8466-72E82A51CF3C}" presName="hierChild4" presStyleCnt="0"/>
      <dgm:spPr/>
    </dgm:pt>
    <dgm:pt modelId="{79F80ADB-F7BE-4D58-9C07-FF5D663FEB54}" type="pres">
      <dgm:prSet presAssocID="{B324EDD0-AEF0-4209-8244-353464B668BC}" presName="Name37" presStyleLbl="parChTrans1D4" presStyleIdx="6" presStyleCnt="31"/>
      <dgm:spPr/>
    </dgm:pt>
    <dgm:pt modelId="{B356E732-1B3D-4E08-A3A6-428D13F0A4E0}" type="pres">
      <dgm:prSet presAssocID="{CC1CD5A1-EB9F-41E0-8B90-A1F6EFE94E68}" presName="hierRoot2" presStyleCnt="0">
        <dgm:presLayoutVars>
          <dgm:hierBranch val="init"/>
        </dgm:presLayoutVars>
      </dgm:prSet>
      <dgm:spPr/>
    </dgm:pt>
    <dgm:pt modelId="{F671C620-37B4-4C59-935D-AA03CE01D46F}" type="pres">
      <dgm:prSet presAssocID="{CC1CD5A1-EB9F-41E0-8B90-A1F6EFE94E68}" presName="rootComposite" presStyleCnt="0"/>
      <dgm:spPr/>
    </dgm:pt>
    <dgm:pt modelId="{84246F70-5D5E-4F69-8690-0B96D2C77333}" type="pres">
      <dgm:prSet presAssocID="{CC1CD5A1-EB9F-41E0-8B90-A1F6EFE94E68}" presName="rootText" presStyleLbl="node4" presStyleIdx="6" presStyleCnt="31" custScaleX="127899">
        <dgm:presLayoutVars>
          <dgm:chPref val="3"/>
        </dgm:presLayoutVars>
      </dgm:prSet>
      <dgm:spPr/>
    </dgm:pt>
    <dgm:pt modelId="{684D9F69-22E9-4E7F-B4B1-FB20E00FCF9C}" type="pres">
      <dgm:prSet presAssocID="{CC1CD5A1-EB9F-41E0-8B90-A1F6EFE94E68}" presName="rootConnector" presStyleLbl="node4" presStyleIdx="6" presStyleCnt="31"/>
      <dgm:spPr/>
    </dgm:pt>
    <dgm:pt modelId="{B08F3DFD-FBAD-48B6-8DD4-948B1FF55209}" type="pres">
      <dgm:prSet presAssocID="{CC1CD5A1-EB9F-41E0-8B90-A1F6EFE94E68}" presName="hierChild4" presStyleCnt="0"/>
      <dgm:spPr/>
    </dgm:pt>
    <dgm:pt modelId="{BCD1C739-CA2B-433B-9DF6-7F8F4B0267FD}" type="pres">
      <dgm:prSet presAssocID="{CC1CD5A1-EB9F-41E0-8B90-A1F6EFE94E68}" presName="hierChild5" presStyleCnt="0"/>
      <dgm:spPr/>
    </dgm:pt>
    <dgm:pt modelId="{33595412-291B-4F3E-B020-43846406A616}" type="pres">
      <dgm:prSet presAssocID="{1BB21451-6273-4EA7-8466-72E82A51CF3C}" presName="hierChild5" presStyleCnt="0"/>
      <dgm:spPr/>
    </dgm:pt>
    <dgm:pt modelId="{BCAA95E6-36E5-4F3B-9BDB-72DEE813A905}" type="pres">
      <dgm:prSet presAssocID="{72F7AF9E-2524-4844-82FF-4E1F50E58B55}" presName="hierChild5" presStyleCnt="0"/>
      <dgm:spPr/>
    </dgm:pt>
    <dgm:pt modelId="{750561EA-980D-4D33-91E7-3A8B66653100}" type="pres">
      <dgm:prSet presAssocID="{1B996AF8-98E9-4C9B-9DC7-614511C36128}" presName="hierChild5" presStyleCnt="0"/>
      <dgm:spPr/>
    </dgm:pt>
    <dgm:pt modelId="{08553A0A-9BBE-4371-9F58-2990B90CD68B}" type="pres">
      <dgm:prSet presAssocID="{9960EA2A-B397-4444-A207-AA4F849C52E5}" presName="Name37" presStyleLbl="parChTrans1D3" presStyleIdx="1" presStyleCnt="23"/>
      <dgm:spPr/>
    </dgm:pt>
    <dgm:pt modelId="{B24F1098-124D-4DA9-B127-C676848461F2}" type="pres">
      <dgm:prSet presAssocID="{7D05733F-4022-46D1-9F18-63A4EACBEE28}" presName="hierRoot2" presStyleCnt="0">
        <dgm:presLayoutVars>
          <dgm:hierBranch val="init"/>
        </dgm:presLayoutVars>
      </dgm:prSet>
      <dgm:spPr/>
    </dgm:pt>
    <dgm:pt modelId="{FB8F0669-8B32-4B10-AEB9-E07E72C2415D}" type="pres">
      <dgm:prSet presAssocID="{7D05733F-4022-46D1-9F18-63A4EACBEE28}" presName="rootComposite" presStyleCnt="0"/>
      <dgm:spPr/>
    </dgm:pt>
    <dgm:pt modelId="{8CB3BECD-8936-4792-BA28-7A3CEBC0CB42}" type="pres">
      <dgm:prSet presAssocID="{7D05733F-4022-46D1-9F18-63A4EACBEE28}" presName="rootText" presStyleLbl="node3" presStyleIdx="1" presStyleCnt="23">
        <dgm:presLayoutVars>
          <dgm:chPref val="3"/>
        </dgm:presLayoutVars>
      </dgm:prSet>
      <dgm:spPr/>
    </dgm:pt>
    <dgm:pt modelId="{9402D918-44DF-4965-9C3D-7F3C0861DD8F}" type="pres">
      <dgm:prSet presAssocID="{7D05733F-4022-46D1-9F18-63A4EACBEE28}" presName="rootConnector" presStyleLbl="node3" presStyleIdx="1" presStyleCnt="23"/>
      <dgm:spPr/>
    </dgm:pt>
    <dgm:pt modelId="{16C44D26-10F8-430F-BE05-0BF40E05AD45}" type="pres">
      <dgm:prSet presAssocID="{7D05733F-4022-46D1-9F18-63A4EACBEE28}" presName="hierChild4" presStyleCnt="0"/>
      <dgm:spPr/>
    </dgm:pt>
    <dgm:pt modelId="{219AA705-18F3-4342-BBF4-3DBDF346BD99}" type="pres">
      <dgm:prSet presAssocID="{7D05733F-4022-46D1-9F18-63A4EACBEE28}" presName="hierChild5" presStyleCnt="0"/>
      <dgm:spPr/>
    </dgm:pt>
    <dgm:pt modelId="{72AC2A7A-8963-41D1-9A6D-C2CEE6E32216}" type="pres">
      <dgm:prSet presAssocID="{E4819418-0107-458B-AC35-45F9A95754AF}" presName="Name37" presStyleLbl="parChTrans1D3" presStyleIdx="2" presStyleCnt="23"/>
      <dgm:spPr/>
    </dgm:pt>
    <dgm:pt modelId="{607F78B9-E77B-4CD2-AADB-5E5364C03A9B}" type="pres">
      <dgm:prSet presAssocID="{E32F66DC-0B69-4BCD-BCDC-F7292B1D225F}" presName="hierRoot2" presStyleCnt="0">
        <dgm:presLayoutVars>
          <dgm:hierBranch val="init"/>
        </dgm:presLayoutVars>
      </dgm:prSet>
      <dgm:spPr/>
    </dgm:pt>
    <dgm:pt modelId="{5FCE0609-1C96-44BF-B754-1D6DD7605843}" type="pres">
      <dgm:prSet presAssocID="{E32F66DC-0B69-4BCD-BCDC-F7292B1D225F}" presName="rootComposite" presStyleCnt="0"/>
      <dgm:spPr/>
    </dgm:pt>
    <dgm:pt modelId="{21254379-4FB3-4470-90C3-4BE75722C436}" type="pres">
      <dgm:prSet presAssocID="{E32F66DC-0B69-4BCD-BCDC-F7292B1D225F}" presName="rootText" presStyleLbl="node3" presStyleIdx="2" presStyleCnt="23">
        <dgm:presLayoutVars>
          <dgm:chPref val="3"/>
        </dgm:presLayoutVars>
      </dgm:prSet>
      <dgm:spPr/>
    </dgm:pt>
    <dgm:pt modelId="{E5259049-D51D-436B-9137-5B4496ABF2BF}" type="pres">
      <dgm:prSet presAssocID="{E32F66DC-0B69-4BCD-BCDC-F7292B1D225F}" presName="rootConnector" presStyleLbl="node3" presStyleIdx="2" presStyleCnt="23"/>
      <dgm:spPr/>
    </dgm:pt>
    <dgm:pt modelId="{F8C7E705-CA88-4608-A6F2-C44BD960FB8F}" type="pres">
      <dgm:prSet presAssocID="{E32F66DC-0B69-4BCD-BCDC-F7292B1D225F}" presName="hierChild4" presStyleCnt="0"/>
      <dgm:spPr/>
    </dgm:pt>
    <dgm:pt modelId="{8A5381DD-A4C7-4170-9F9B-AE3BC5D50919}" type="pres">
      <dgm:prSet presAssocID="{E32F66DC-0B69-4BCD-BCDC-F7292B1D225F}" presName="hierChild5" presStyleCnt="0"/>
      <dgm:spPr/>
    </dgm:pt>
    <dgm:pt modelId="{211944BF-9C64-4ECF-A445-9BF1F66816C1}" type="pres">
      <dgm:prSet presAssocID="{25B9FA68-8EEF-435D-8BC5-DC5866BD43E9}" presName="Name37" presStyleLbl="parChTrans1D3" presStyleIdx="3" presStyleCnt="23"/>
      <dgm:spPr/>
    </dgm:pt>
    <dgm:pt modelId="{E97F6ADF-5145-4E2D-8D3C-E76D1CE9A803}" type="pres">
      <dgm:prSet presAssocID="{05243160-5E33-4E4A-B8C6-52C9D31C2DCE}" presName="hierRoot2" presStyleCnt="0">
        <dgm:presLayoutVars>
          <dgm:hierBranch val="init"/>
        </dgm:presLayoutVars>
      </dgm:prSet>
      <dgm:spPr/>
    </dgm:pt>
    <dgm:pt modelId="{12C1BBF9-36D0-4359-BFE0-A46FE56C3528}" type="pres">
      <dgm:prSet presAssocID="{05243160-5E33-4E4A-B8C6-52C9D31C2DCE}" presName="rootComposite" presStyleCnt="0"/>
      <dgm:spPr/>
    </dgm:pt>
    <dgm:pt modelId="{46B580D2-9344-4F0F-844E-5B255D47A27D}" type="pres">
      <dgm:prSet presAssocID="{05243160-5E33-4E4A-B8C6-52C9D31C2DCE}" presName="rootText" presStyleLbl="node3" presStyleIdx="3" presStyleCnt="23">
        <dgm:presLayoutVars>
          <dgm:chPref val="3"/>
        </dgm:presLayoutVars>
      </dgm:prSet>
      <dgm:spPr/>
    </dgm:pt>
    <dgm:pt modelId="{4CDA3A79-5EF4-4032-97D2-0DA80B02B3D7}" type="pres">
      <dgm:prSet presAssocID="{05243160-5E33-4E4A-B8C6-52C9D31C2DCE}" presName="rootConnector" presStyleLbl="node3" presStyleIdx="3" presStyleCnt="23"/>
      <dgm:spPr/>
    </dgm:pt>
    <dgm:pt modelId="{7A7849A3-0086-4C81-9DD5-67EA4AE95AAA}" type="pres">
      <dgm:prSet presAssocID="{05243160-5E33-4E4A-B8C6-52C9D31C2DCE}" presName="hierChild4" presStyleCnt="0"/>
      <dgm:spPr/>
    </dgm:pt>
    <dgm:pt modelId="{069C2BEB-DD45-478C-8DC6-5BEC9AE7F5B2}" type="pres">
      <dgm:prSet presAssocID="{E325D051-0388-4B91-85F0-0EBF4012D4A9}" presName="Name37" presStyleLbl="parChTrans1D4" presStyleIdx="7" presStyleCnt="31"/>
      <dgm:spPr/>
    </dgm:pt>
    <dgm:pt modelId="{657F86DE-C37B-48AB-877D-105488DD6B16}" type="pres">
      <dgm:prSet presAssocID="{71EB1422-F901-4059-B839-7D7ACC342942}" presName="hierRoot2" presStyleCnt="0">
        <dgm:presLayoutVars>
          <dgm:hierBranch val="init"/>
        </dgm:presLayoutVars>
      </dgm:prSet>
      <dgm:spPr/>
    </dgm:pt>
    <dgm:pt modelId="{712AF345-29EE-4F68-97A1-74E0991A5455}" type="pres">
      <dgm:prSet presAssocID="{71EB1422-F901-4059-B839-7D7ACC342942}" presName="rootComposite" presStyleCnt="0"/>
      <dgm:spPr/>
    </dgm:pt>
    <dgm:pt modelId="{75EE77FC-64EE-4528-B6E3-91824E4447A6}" type="pres">
      <dgm:prSet presAssocID="{71EB1422-F901-4059-B839-7D7ACC342942}" presName="rootText" presStyleLbl="node4" presStyleIdx="7" presStyleCnt="31" custLinFactNeighborY="-1">
        <dgm:presLayoutVars>
          <dgm:chPref val="3"/>
        </dgm:presLayoutVars>
      </dgm:prSet>
      <dgm:spPr/>
    </dgm:pt>
    <dgm:pt modelId="{596DBD30-73F1-42BB-97F5-7851DEBA2D60}" type="pres">
      <dgm:prSet presAssocID="{71EB1422-F901-4059-B839-7D7ACC342942}" presName="rootConnector" presStyleLbl="node4" presStyleIdx="7" presStyleCnt="31"/>
      <dgm:spPr/>
    </dgm:pt>
    <dgm:pt modelId="{BFFEC8AC-FDCF-4FE7-8EB2-60E701E9385B}" type="pres">
      <dgm:prSet presAssocID="{71EB1422-F901-4059-B839-7D7ACC342942}" presName="hierChild4" presStyleCnt="0"/>
      <dgm:spPr/>
    </dgm:pt>
    <dgm:pt modelId="{98EC37F7-6BD0-421A-82E3-40D9C7254D75}" type="pres">
      <dgm:prSet presAssocID="{71EB1422-F901-4059-B839-7D7ACC342942}" presName="hierChild5" presStyleCnt="0"/>
      <dgm:spPr/>
    </dgm:pt>
    <dgm:pt modelId="{22A5A96D-D360-465A-B571-84BD2E4FBED2}" type="pres">
      <dgm:prSet presAssocID="{2C640271-CC14-4278-9CDE-8DD9477E9D6D}" presName="Name37" presStyleLbl="parChTrans1D4" presStyleIdx="8" presStyleCnt="31"/>
      <dgm:spPr/>
    </dgm:pt>
    <dgm:pt modelId="{7C8F933B-1F99-4D39-8D56-6529721D5664}" type="pres">
      <dgm:prSet presAssocID="{E5460B48-993D-4F71-BCC9-BC113FAF4D4F}" presName="hierRoot2" presStyleCnt="0">
        <dgm:presLayoutVars>
          <dgm:hierBranch val="init"/>
        </dgm:presLayoutVars>
      </dgm:prSet>
      <dgm:spPr/>
    </dgm:pt>
    <dgm:pt modelId="{97947D89-8953-4831-87B6-F67E36BDCDA6}" type="pres">
      <dgm:prSet presAssocID="{E5460B48-993D-4F71-BCC9-BC113FAF4D4F}" presName="rootComposite" presStyleCnt="0"/>
      <dgm:spPr/>
    </dgm:pt>
    <dgm:pt modelId="{9C941496-FD47-408D-9CFE-29A220651A19}" type="pres">
      <dgm:prSet presAssocID="{E5460B48-993D-4F71-BCC9-BC113FAF4D4F}" presName="rootText" presStyleLbl="node4" presStyleIdx="8" presStyleCnt="31">
        <dgm:presLayoutVars>
          <dgm:chPref val="3"/>
        </dgm:presLayoutVars>
      </dgm:prSet>
      <dgm:spPr/>
    </dgm:pt>
    <dgm:pt modelId="{F1F8E18B-C422-4782-80FE-3C78A5922312}" type="pres">
      <dgm:prSet presAssocID="{E5460B48-993D-4F71-BCC9-BC113FAF4D4F}" presName="rootConnector" presStyleLbl="node4" presStyleIdx="8" presStyleCnt="31"/>
      <dgm:spPr/>
    </dgm:pt>
    <dgm:pt modelId="{96A21386-0CC7-4BD3-8A43-3D4271D5D1BD}" type="pres">
      <dgm:prSet presAssocID="{E5460B48-993D-4F71-BCC9-BC113FAF4D4F}" presName="hierChild4" presStyleCnt="0"/>
      <dgm:spPr/>
    </dgm:pt>
    <dgm:pt modelId="{DE2D14ED-5F1C-452D-9E99-78F0B529D835}" type="pres">
      <dgm:prSet presAssocID="{E5460B48-993D-4F71-BCC9-BC113FAF4D4F}" presName="hierChild5" presStyleCnt="0"/>
      <dgm:spPr/>
    </dgm:pt>
    <dgm:pt modelId="{CDAAC9B9-7845-495C-A902-4DFE365B063F}" type="pres">
      <dgm:prSet presAssocID="{E16FF0BC-C9B3-4E05-94F4-2C9B23174B10}" presName="Name37" presStyleLbl="parChTrans1D4" presStyleIdx="9" presStyleCnt="31"/>
      <dgm:spPr/>
    </dgm:pt>
    <dgm:pt modelId="{5D49C1B1-C2FB-4D94-A1E9-8642738CA1F1}" type="pres">
      <dgm:prSet presAssocID="{BDB6984C-C69D-4C4B-83B8-9415FD061429}" presName="hierRoot2" presStyleCnt="0">
        <dgm:presLayoutVars>
          <dgm:hierBranch val="init"/>
        </dgm:presLayoutVars>
      </dgm:prSet>
      <dgm:spPr/>
    </dgm:pt>
    <dgm:pt modelId="{A0FA5AF0-C8BF-4C4D-8678-CB4196BC73DA}" type="pres">
      <dgm:prSet presAssocID="{BDB6984C-C69D-4C4B-83B8-9415FD061429}" presName="rootComposite" presStyleCnt="0"/>
      <dgm:spPr/>
    </dgm:pt>
    <dgm:pt modelId="{E8F255F0-693E-417A-BF34-D98CDFF70E0C}" type="pres">
      <dgm:prSet presAssocID="{BDB6984C-C69D-4C4B-83B8-9415FD061429}" presName="rootText" presStyleLbl="node4" presStyleIdx="9" presStyleCnt="31">
        <dgm:presLayoutVars>
          <dgm:chPref val="3"/>
        </dgm:presLayoutVars>
      </dgm:prSet>
      <dgm:spPr/>
    </dgm:pt>
    <dgm:pt modelId="{A5193B58-CA6C-44EF-B803-D3AE7873A8B2}" type="pres">
      <dgm:prSet presAssocID="{BDB6984C-C69D-4C4B-83B8-9415FD061429}" presName="rootConnector" presStyleLbl="node4" presStyleIdx="9" presStyleCnt="31"/>
      <dgm:spPr/>
    </dgm:pt>
    <dgm:pt modelId="{2F2BF983-7E54-4F10-AF74-89A0F8221F59}" type="pres">
      <dgm:prSet presAssocID="{BDB6984C-C69D-4C4B-83B8-9415FD061429}" presName="hierChild4" presStyleCnt="0"/>
      <dgm:spPr/>
    </dgm:pt>
    <dgm:pt modelId="{D95170EC-8F79-4009-B9BA-021C04EF1A26}" type="pres">
      <dgm:prSet presAssocID="{BDB6984C-C69D-4C4B-83B8-9415FD061429}" presName="hierChild5" presStyleCnt="0"/>
      <dgm:spPr/>
    </dgm:pt>
    <dgm:pt modelId="{8AC3EF7B-55F0-43F4-8B39-CA23FCA9D68F}" type="pres">
      <dgm:prSet presAssocID="{4D13842F-A81B-408D-8A38-499BF055ECE4}" presName="Name37" presStyleLbl="parChTrans1D4" presStyleIdx="10" presStyleCnt="31"/>
      <dgm:spPr/>
    </dgm:pt>
    <dgm:pt modelId="{9919ECD0-2A56-44B6-9FB4-2D2D08472691}" type="pres">
      <dgm:prSet presAssocID="{D31A01FC-4006-4416-BF03-B1A33167E9B6}" presName="hierRoot2" presStyleCnt="0">
        <dgm:presLayoutVars>
          <dgm:hierBranch val="init"/>
        </dgm:presLayoutVars>
      </dgm:prSet>
      <dgm:spPr/>
    </dgm:pt>
    <dgm:pt modelId="{69C39217-F8E5-49C3-8586-DEBE6C1A3296}" type="pres">
      <dgm:prSet presAssocID="{D31A01FC-4006-4416-BF03-B1A33167E9B6}" presName="rootComposite" presStyleCnt="0"/>
      <dgm:spPr/>
    </dgm:pt>
    <dgm:pt modelId="{9B5D8D8F-DCFB-423B-A93E-2F5C03662CEC}" type="pres">
      <dgm:prSet presAssocID="{D31A01FC-4006-4416-BF03-B1A33167E9B6}" presName="rootText" presStyleLbl="node4" presStyleIdx="10" presStyleCnt="31">
        <dgm:presLayoutVars>
          <dgm:chPref val="3"/>
        </dgm:presLayoutVars>
      </dgm:prSet>
      <dgm:spPr/>
    </dgm:pt>
    <dgm:pt modelId="{ABF1F139-6920-4B96-9817-BB00A71D7403}" type="pres">
      <dgm:prSet presAssocID="{D31A01FC-4006-4416-BF03-B1A33167E9B6}" presName="rootConnector" presStyleLbl="node4" presStyleIdx="10" presStyleCnt="31"/>
      <dgm:spPr/>
    </dgm:pt>
    <dgm:pt modelId="{FF8083EF-C0E4-4971-A429-7D59B5B6CB9E}" type="pres">
      <dgm:prSet presAssocID="{D31A01FC-4006-4416-BF03-B1A33167E9B6}" presName="hierChild4" presStyleCnt="0"/>
      <dgm:spPr/>
    </dgm:pt>
    <dgm:pt modelId="{ED7EA997-3EB1-45AA-9999-788F46C3CD8E}" type="pres">
      <dgm:prSet presAssocID="{D31A01FC-4006-4416-BF03-B1A33167E9B6}" presName="hierChild5" presStyleCnt="0"/>
      <dgm:spPr/>
    </dgm:pt>
    <dgm:pt modelId="{8EC155E0-6A41-4D5A-8DA2-8D9DA931E9A5}" type="pres">
      <dgm:prSet presAssocID="{05243160-5E33-4E4A-B8C6-52C9D31C2DCE}" presName="hierChild5" presStyleCnt="0"/>
      <dgm:spPr/>
    </dgm:pt>
    <dgm:pt modelId="{603D5A4C-9E6F-4B26-AA5D-B11D2CD6217A}" type="pres">
      <dgm:prSet presAssocID="{9FE8030D-F3D4-4A5A-9576-A08D276BEFBA}" presName="hierChild5" presStyleCnt="0"/>
      <dgm:spPr/>
    </dgm:pt>
    <dgm:pt modelId="{611C96AF-F469-4569-B554-4D74EE01696E}" type="pres">
      <dgm:prSet presAssocID="{0E91ED1C-CEA7-44B5-84A5-DB1B8E002452}" presName="Name37" presStyleLbl="parChTrans1D2" presStyleIdx="1" presStyleCnt="6"/>
      <dgm:spPr/>
    </dgm:pt>
    <dgm:pt modelId="{370F5F56-A2ED-4DDD-9394-A10B56466D07}" type="pres">
      <dgm:prSet presAssocID="{6A51F52D-62CB-4908-B926-0FD1AF5DEB67}" presName="hierRoot2" presStyleCnt="0">
        <dgm:presLayoutVars>
          <dgm:hierBranch val="init"/>
        </dgm:presLayoutVars>
      </dgm:prSet>
      <dgm:spPr/>
    </dgm:pt>
    <dgm:pt modelId="{6A9A440D-486B-4165-A2D7-18B94AB142F2}" type="pres">
      <dgm:prSet presAssocID="{6A51F52D-62CB-4908-B926-0FD1AF5DEB67}" presName="rootComposite" presStyleCnt="0"/>
      <dgm:spPr/>
    </dgm:pt>
    <dgm:pt modelId="{DEA2FD8D-1946-4C64-9506-E907A46802A2}" type="pres">
      <dgm:prSet presAssocID="{6A51F52D-62CB-4908-B926-0FD1AF5DEB67}" presName="rootText" presStyleLbl="node2" presStyleIdx="1" presStyleCnt="6" custScaleX="192022">
        <dgm:presLayoutVars>
          <dgm:chPref val="3"/>
        </dgm:presLayoutVars>
      </dgm:prSet>
      <dgm:spPr/>
    </dgm:pt>
    <dgm:pt modelId="{BD4B376B-DBAA-49B9-8462-91B1FEC30324}" type="pres">
      <dgm:prSet presAssocID="{6A51F52D-62CB-4908-B926-0FD1AF5DEB67}" presName="rootConnector" presStyleLbl="node2" presStyleIdx="1" presStyleCnt="6"/>
      <dgm:spPr/>
    </dgm:pt>
    <dgm:pt modelId="{5D6F681D-5FAF-4AFD-9EED-06461F7B9841}" type="pres">
      <dgm:prSet presAssocID="{6A51F52D-62CB-4908-B926-0FD1AF5DEB67}" presName="hierChild4" presStyleCnt="0"/>
      <dgm:spPr/>
    </dgm:pt>
    <dgm:pt modelId="{656EDBD6-A83F-467A-B370-7BAC7C3641D1}" type="pres">
      <dgm:prSet presAssocID="{AB64F750-C8BC-4227-974F-25CF4F7ED9C5}" presName="Name37" presStyleLbl="parChTrans1D3" presStyleIdx="4" presStyleCnt="23"/>
      <dgm:spPr/>
    </dgm:pt>
    <dgm:pt modelId="{B177F24B-C5A7-492A-BD3F-B87560B83500}" type="pres">
      <dgm:prSet presAssocID="{8A1CC2F6-E34B-4226-A8F5-0B4EAA4AC2F8}" presName="hierRoot2" presStyleCnt="0">
        <dgm:presLayoutVars>
          <dgm:hierBranch val="init"/>
        </dgm:presLayoutVars>
      </dgm:prSet>
      <dgm:spPr/>
    </dgm:pt>
    <dgm:pt modelId="{89ED8C98-3CEC-4DCA-814F-4628AD0A8961}" type="pres">
      <dgm:prSet presAssocID="{8A1CC2F6-E34B-4226-A8F5-0B4EAA4AC2F8}" presName="rootComposite" presStyleCnt="0"/>
      <dgm:spPr/>
    </dgm:pt>
    <dgm:pt modelId="{888EA135-A956-41C3-BF6E-5906FEBE7027}" type="pres">
      <dgm:prSet presAssocID="{8A1CC2F6-E34B-4226-A8F5-0B4EAA4AC2F8}" presName="rootText" presStyleLbl="node3" presStyleIdx="4" presStyleCnt="23" custScaleX="160002">
        <dgm:presLayoutVars>
          <dgm:chPref val="3"/>
        </dgm:presLayoutVars>
      </dgm:prSet>
      <dgm:spPr/>
    </dgm:pt>
    <dgm:pt modelId="{D6540CEE-EA1F-4B3F-B231-09BDA87C05BD}" type="pres">
      <dgm:prSet presAssocID="{8A1CC2F6-E34B-4226-A8F5-0B4EAA4AC2F8}" presName="rootConnector" presStyleLbl="node3" presStyleIdx="4" presStyleCnt="23"/>
      <dgm:spPr/>
    </dgm:pt>
    <dgm:pt modelId="{2CC3F508-91C9-42B2-A287-F8F1BD7C550E}" type="pres">
      <dgm:prSet presAssocID="{8A1CC2F6-E34B-4226-A8F5-0B4EAA4AC2F8}" presName="hierChild4" presStyleCnt="0"/>
      <dgm:spPr/>
    </dgm:pt>
    <dgm:pt modelId="{468BED11-7D84-47A6-9164-F74540288804}" type="pres">
      <dgm:prSet presAssocID="{8A1CC2F6-E34B-4226-A8F5-0B4EAA4AC2F8}" presName="hierChild5" presStyleCnt="0"/>
      <dgm:spPr/>
    </dgm:pt>
    <dgm:pt modelId="{E5567B77-0CC6-462A-9A4E-9D7CBB005A20}" type="pres">
      <dgm:prSet presAssocID="{6A51F52D-62CB-4908-B926-0FD1AF5DEB67}" presName="hierChild5" presStyleCnt="0"/>
      <dgm:spPr/>
    </dgm:pt>
    <dgm:pt modelId="{BF131FED-1ACC-4735-9E4D-A42805C7E664}" type="pres">
      <dgm:prSet presAssocID="{376F3385-9DF0-4A7D-B81F-B2A36BB88408}" presName="Name37" presStyleLbl="parChTrans1D2" presStyleIdx="2" presStyleCnt="6"/>
      <dgm:spPr/>
    </dgm:pt>
    <dgm:pt modelId="{2D7F808E-7B25-4D54-854F-E3F405CFE767}" type="pres">
      <dgm:prSet presAssocID="{46B193DA-0AF5-4679-8978-2B848195B44A}" presName="hierRoot2" presStyleCnt="0">
        <dgm:presLayoutVars>
          <dgm:hierBranch val="init"/>
        </dgm:presLayoutVars>
      </dgm:prSet>
      <dgm:spPr/>
    </dgm:pt>
    <dgm:pt modelId="{6C981864-7314-46D5-A280-6C0FA307AE7A}" type="pres">
      <dgm:prSet presAssocID="{46B193DA-0AF5-4679-8978-2B848195B44A}" presName="rootComposite" presStyleCnt="0"/>
      <dgm:spPr/>
    </dgm:pt>
    <dgm:pt modelId="{DE487BAB-FCDB-429C-8046-5F372332A0F0}" type="pres">
      <dgm:prSet presAssocID="{46B193DA-0AF5-4679-8978-2B848195B44A}" presName="rootText" presStyleLbl="node2" presStyleIdx="2" presStyleCnt="6" custScaleX="184669" custLinFactNeighborX="-3678">
        <dgm:presLayoutVars>
          <dgm:chPref val="3"/>
        </dgm:presLayoutVars>
      </dgm:prSet>
      <dgm:spPr/>
    </dgm:pt>
    <dgm:pt modelId="{371896A5-60A9-47B7-98A8-4B22CABE9CFC}" type="pres">
      <dgm:prSet presAssocID="{46B193DA-0AF5-4679-8978-2B848195B44A}" presName="rootConnector" presStyleLbl="node2" presStyleIdx="2" presStyleCnt="6"/>
      <dgm:spPr/>
    </dgm:pt>
    <dgm:pt modelId="{DAEA0905-16D5-4B36-80C2-444C319BF4CE}" type="pres">
      <dgm:prSet presAssocID="{46B193DA-0AF5-4679-8978-2B848195B44A}" presName="hierChild4" presStyleCnt="0"/>
      <dgm:spPr/>
    </dgm:pt>
    <dgm:pt modelId="{2912D27A-0237-46B5-A13C-9CA63BB90903}" type="pres">
      <dgm:prSet presAssocID="{AAC2F90A-D280-4EC7-A2C2-A4ADF9832D0D}" presName="Name37" presStyleLbl="parChTrans1D3" presStyleIdx="5" presStyleCnt="23"/>
      <dgm:spPr/>
    </dgm:pt>
    <dgm:pt modelId="{A061680E-D4C9-4AAC-A2CB-D9932BC24B1E}" type="pres">
      <dgm:prSet presAssocID="{DECECB0C-38D1-44BC-9879-1FA51B703864}" presName="hierRoot2" presStyleCnt="0">
        <dgm:presLayoutVars>
          <dgm:hierBranch val="init"/>
        </dgm:presLayoutVars>
      </dgm:prSet>
      <dgm:spPr/>
    </dgm:pt>
    <dgm:pt modelId="{27FAFC48-A110-4AEC-8D9B-6A05AA0DC99F}" type="pres">
      <dgm:prSet presAssocID="{DECECB0C-38D1-44BC-9879-1FA51B703864}" presName="rootComposite" presStyleCnt="0"/>
      <dgm:spPr/>
    </dgm:pt>
    <dgm:pt modelId="{52CE73B7-0211-4F40-9FBE-2A98B3B820A0}" type="pres">
      <dgm:prSet presAssocID="{DECECB0C-38D1-44BC-9879-1FA51B703864}" presName="rootText" presStyleLbl="node3" presStyleIdx="5" presStyleCnt="23">
        <dgm:presLayoutVars>
          <dgm:chPref val="3"/>
        </dgm:presLayoutVars>
      </dgm:prSet>
      <dgm:spPr/>
    </dgm:pt>
    <dgm:pt modelId="{7949C857-F4AD-4417-9BDA-4D13746F66A7}" type="pres">
      <dgm:prSet presAssocID="{DECECB0C-38D1-44BC-9879-1FA51B703864}" presName="rootConnector" presStyleLbl="node3" presStyleIdx="5" presStyleCnt="23"/>
      <dgm:spPr/>
    </dgm:pt>
    <dgm:pt modelId="{0B32C5BE-50A2-4AF7-A92F-3E2C088A8A7D}" type="pres">
      <dgm:prSet presAssocID="{DECECB0C-38D1-44BC-9879-1FA51B703864}" presName="hierChild4" presStyleCnt="0"/>
      <dgm:spPr/>
    </dgm:pt>
    <dgm:pt modelId="{C34023E3-7367-451F-A8CB-0C679BEF50AE}" type="pres">
      <dgm:prSet presAssocID="{075474F4-FFAF-4920-A89A-CEAB9B134EEC}" presName="Name37" presStyleLbl="parChTrans1D4" presStyleIdx="11" presStyleCnt="31"/>
      <dgm:spPr/>
    </dgm:pt>
    <dgm:pt modelId="{E72DDFBD-3E85-4049-93EF-CFC04DCF9C0A}" type="pres">
      <dgm:prSet presAssocID="{A3E10573-CE4F-4BCC-9879-2FE67BEE0CA0}" presName="hierRoot2" presStyleCnt="0">
        <dgm:presLayoutVars>
          <dgm:hierBranch val="init"/>
        </dgm:presLayoutVars>
      </dgm:prSet>
      <dgm:spPr/>
    </dgm:pt>
    <dgm:pt modelId="{1B2B694F-C8DD-4C90-9F40-8284D08D6B68}" type="pres">
      <dgm:prSet presAssocID="{A3E10573-CE4F-4BCC-9879-2FE67BEE0CA0}" presName="rootComposite" presStyleCnt="0"/>
      <dgm:spPr/>
    </dgm:pt>
    <dgm:pt modelId="{8B0C657F-DE93-4CBC-9D42-62DF9BAFA4D7}" type="pres">
      <dgm:prSet presAssocID="{A3E10573-CE4F-4BCC-9879-2FE67BEE0CA0}" presName="rootText" presStyleLbl="node4" presStyleIdx="11" presStyleCnt="31">
        <dgm:presLayoutVars>
          <dgm:chPref val="3"/>
        </dgm:presLayoutVars>
      </dgm:prSet>
      <dgm:spPr/>
    </dgm:pt>
    <dgm:pt modelId="{5A11DC9E-1F7F-49AC-AB09-4F855C728A83}" type="pres">
      <dgm:prSet presAssocID="{A3E10573-CE4F-4BCC-9879-2FE67BEE0CA0}" presName="rootConnector" presStyleLbl="node4" presStyleIdx="11" presStyleCnt="31"/>
      <dgm:spPr/>
    </dgm:pt>
    <dgm:pt modelId="{26F9142F-92AE-4CF4-B4A4-18151BDC10B0}" type="pres">
      <dgm:prSet presAssocID="{A3E10573-CE4F-4BCC-9879-2FE67BEE0CA0}" presName="hierChild4" presStyleCnt="0"/>
      <dgm:spPr/>
    </dgm:pt>
    <dgm:pt modelId="{0CE3810A-BBEE-4226-B93E-A8B0CE1CCC04}" type="pres">
      <dgm:prSet presAssocID="{4124ACF7-B6AD-4CEE-9E1F-167F1F5CC0FE}" presName="Name37" presStyleLbl="parChTrans1D4" presStyleIdx="12" presStyleCnt="31"/>
      <dgm:spPr/>
    </dgm:pt>
    <dgm:pt modelId="{DDAB2C27-1C57-4963-A453-38129242A511}" type="pres">
      <dgm:prSet presAssocID="{E0D76D38-7DEE-41C1-A426-98194775A887}" presName="hierRoot2" presStyleCnt="0">
        <dgm:presLayoutVars>
          <dgm:hierBranch val="init"/>
        </dgm:presLayoutVars>
      </dgm:prSet>
      <dgm:spPr/>
    </dgm:pt>
    <dgm:pt modelId="{F1568816-AAE8-417D-96AB-26D36270B212}" type="pres">
      <dgm:prSet presAssocID="{E0D76D38-7DEE-41C1-A426-98194775A887}" presName="rootComposite" presStyleCnt="0"/>
      <dgm:spPr/>
    </dgm:pt>
    <dgm:pt modelId="{CDC58C45-248D-4CF3-B1D1-C072FC0CDD32}" type="pres">
      <dgm:prSet presAssocID="{E0D76D38-7DEE-41C1-A426-98194775A887}" presName="rootText" presStyleLbl="node4" presStyleIdx="12" presStyleCnt="31">
        <dgm:presLayoutVars>
          <dgm:chPref val="3"/>
        </dgm:presLayoutVars>
      </dgm:prSet>
      <dgm:spPr/>
    </dgm:pt>
    <dgm:pt modelId="{F39C47F7-D3F5-40AC-9D88-647AECD99D5C}" type="pres">
      <dgm:prSet presAssocID="{E0D76D38-7DEE-41C1-A426-98194775A887}" presName="rootConnector" presStyleLbl="node4" presStyleIdx="12" presStyleCnt="31"/>
      <dgm:spPr/>
    </dgm:pt>
    <dgm:pt modelId="{DD9F84B8-B65F-4EEC-9F0F-FDC1A5FFFE8B}" type="pres">
      <dgm:prSet presAssocID="{E0D76D38-7DEE-41C1-A426-98194775A887}" presName="hierChild4" presStyleCnt="0"/>
      <dgm:spPr/>
    </dgm:pt>
    <dgm:pt modelId="{FFD4C003-AB44-40C0-B3E4-D69207AD0A62}" type="pres">
      <dgm:prSet presAssocID="{E0D76D38-7DEE-41C1-A426-98194775A887}" presName="hierChild5" presStyleCnt="0"/>
      <dgm:spPr/>
    </dgm:pt>
    <dgm:pt modelId="{1572E551-5456-4E8F-8FB8-2E9DD6B15206}" type="pres">
      <dgm:prSet presAssocID="{846BE5C8-9ABB-4D9D-8E6A-140B225D51E0}" presName="Name37" presStyleLbl="parChTrans1D4" presStyleIdx="13" presStyleCnt="31"/>
      <dgm:spPr/>
    </dgm:pt>
    <dgm:pt modelId="{7391FEF8-C360-4F61-96AE-75D14A29BE7C}" type="pres">
      <dgm:prSet presAssocID="{11225554-4A7A-455E-A718-36B72A7F9036}" presName="hierRoot2" presStyleCnt="0">
        <dgm:presLayoutVars>
          <dgm:hierBranch val="init"/>
        </dgm:presLayoutVars>
      </dgm:prSet>
      <dgm:spPr/>
    </dgm:pt>
    <dgm:pt modelId="{F19BB291-D4C6-4764-BDC0-3C98DE114805}" type="pres">
      <dgm:prSet presAssocID="{11225554-4A7A-455E-A718-36B72A7F9036}" presName="rootComposite" presStyleCnt="0"/>
      <dgm:spPr/>
    </dgm:pt>
    <dgm:pt modelId="{F8F23397-20D9-4F70-9C88-4304161BDA15}" type="pres">
      <dgm:prSet presAssocID="{11225554-4A7A-455E-A718-36B72A7F9036}" presName="rootText" presStyleLbl="node4" presStyleIdx="13" presStyleCnt="31">
        <dgm:presLayoutVars>
          <dgm:chPref val="3"/>
        </dgm:presLayoutVars>
      </dgm:prSet>
      <dgm:spPr/>
    </dgm:pt>
    <dgm:pt modelId="{53E9CBAB-F312-4F26-9254-6472041EF1FC}" type="pres">
      <dgm:prSet presAssocID="{11225554-4A7A-455E-A718-36B72A7F9036}" presName="rootConnector" presStyleLbl="node4" presStyleIdx="13" presStyleCnt="31"/>
      <dgm:spPr/>
    </dgm:pt>
    <dgm:pt modelId="{85DCDB8E-7577-4B6B-90B9-5ED0195510EB}" type="pres">
      <dgm:prSet presAssocID="{11225554-4A7A-455E-A718-36B72A7F9036}" presName="hierChild4" presStyleCnt="0"/>
      <dgm:spPr/>
    </dgm:pt>
    <dgm:pt modelId="{22C58968-12B5-4063-B2BE-C1FF884C0B37}" type="pres">
      <dgm:prSet presAssocID="{11225554-4A7A-455E-A718-36B72A7F9036}" presName="hierChild5" presStyleCnt="0"/>
      <dgm:spPr/>
    </dgm:pt>
    <dgm:pt modelId="{C12C4F16-C245-4099-9F3B-ADD36A3A4221}" type="pres">
      <dgm:prSet presAssocID="{DBC19947-1D29-4A34-8FFA-8B2EF4FC0AE6}" presName="Name37" presStyleLbl="parChTrans1D4" presStyleIdx="14" presStyleCnt="31"/>
      <dgm:spPr/>
    </dgm:pt>
    <dgm:pt modelId="{C86601B9-4EB8-4A0C-B7EF-59C62EB0F143}" type="pres">
      <dgm:prSet presAssocID="{0630059D-70B0-4949-94C0-1A72A770CB63}" presName="hierRoot2" presStyleCnt="0">
        <dgm:presLayoutVars>
          <dgm:hierBranch val="init"/>
        </dgm:presLayoutVars>
      </dgm:prSet>
      <dgm:spPr/>
    </dgm:pt>
    <dgm:pt modelId="{8FA724C9-362A-4C1A-83E6-E8D12925FE48}" type="pres">
      <dgm:prSet presAssocID="{0630059D-70B0-4949-94C0-1A72A770CB63}" presName="rootComposite" presStyleCnt="0"/>
      <dgm:spPr/>
    </dgm:pt>
    <dgm:pt modelId="{00A1E9E1-9BA4-4A92-8603-5130E1CC15E6}" type="pres">
      <dgm:prSet presAssocID="{0630059D-70B0-4949-94C0-1A72A770CB63}" presName="rootText" presStyleLbl="node4" presStyleIdx="14" presStyleCnt="31">
        <dgm:presLayoutVars>
          <dgm:chPref val="3"/>
        </dgm:presLayoutVars>
      </dgm:prSet>
      <dgm:spPr/>
    </dgm:pt>
    <dgm:pt modelId="{7A38730A-7E54-4AFB-9254-67BF206B140F}" type="pres">
      <dgm:prSet presAssocID="{0630059D-70B0-4949-94C0-1A72A770CB63}" presName="rootConnector" presStyleLbl="node4" presStyleIdx="14" presStyleCnt="31"/>
      <dgm:spPr/>
    </dgm:pt>
    <dgm:pt modelId="{018E81C0-46EB-443E-8642-E7009ECC1826}" type="pres">
      <dgm:prSet presAssocID="{0630059D-70B0-4949-94C0-1A72A770CB63}" presName="hierChild4" presStyleCnt="0"/>
      <dgm:spPr/>
    </dgm:pt>
    <dgm:pt modelId="{A6B2E143-D0DE-4CF7-8F6B-E8C3CC276E88}" type="pres">
      <dgm:prSet presAssocID="{0630059D-70B0-4949-94C0-1A72A770CB63}" presName="hierChild5" presStyleCnt="0"/>
      <dgm:spPr/>
    </dgm:pt>
    <dgm:pt modelId="{EC7674C3-F9F4-408E-82DA-14CAFCB53AB3}" type="pres">
      <dgm:prSet presAssocID="{0FEB41D4-105B-481F-B5CC-669B4783CA66}" presName="Name37" presStyleLbl="parChTrans1D4" presStyleIdx="15" presStyleCnt="31"/>
      <dgm:spPr/>
    </dgm:pt>
    <dgm:pt modelId="{ECF21920-1FF5-4252-96DC-F3F3E0932D75}" type="pres">
      <dgm:prSet presAssocID="{C72A5C43-C97B-4701-8644-E91FA94BB9BD}" presName="hierRoot2" presStyleCnt="0">
        <dgm:presLayoutVars>
          <dgm:hierBranch val="init"/>
        </dgm:presLayoutVars>
      </dgm:prSet>
      <dgm:spPr/>
    </dgm:pt>
    <dgm:pt modelId="{3E0FDD9E-F97E-4A25-A6FD-AE67CE001868}" type="pres">
      <dgm:prSet presAssocID="{C72A5C43-C97B-4701-8644-E91FA94BB9BD}" presName="rootComposite" presStyleCnt="0"/>
      <dgm:spPr/>
    </dgm:pt>
    <dgm:pt modelId="{BA7A29E6-A56C-4695-9771-F05A28DDB135}" type="pres">
      <dgm:prSet presAssocID="{C72A5C43-C97B-4701-8644-E91FA94BB9BD}" presName="rootText" presStyleLbl="node4" presStyleIdx="15" presStyleCnt="31">
        <dgm:presLayoutVars>
          <dgm:chPref val="3"/>
        </dgm:presLayoutVars>
      </dgm:prSet>
      <dgm:spPr/>
    </dgm:pt>
    <dgm:pt modelId="{C4414477-FDE0-44B6-8B19-2E824925C171}" type="pres">
      <dgm:prSet presAssocID="{C72A5C43-C97B-4701-8644-E91FA94BB9BD}" presName="rootConnector" presStyleLbl="node4" presStyleIdx="15" presStyleCnt="31"/>
      <dgm:spPr/>
    </dgm:pt>
    <dgm:pt modelId="{515116A8-5302-4FD2-B0DB-57AF34096C60}" type="pres">
      <dgm:prSet presAssocID="{C72A5C43-C97B-4701-8644-E91FA94BB9BD}" presName="hierChild4" presStyleCnt="0"/>
      <dgm:spPr/>
    </dgm:pt>
    <dgm:pt modelId="{64207EAE-DC4F-4CC6-805F-B765554EA881}" type="pres">
      <dgm:prSet presAssocID="{C72A5C43-C97B-4701-8644-E91FA94BB9BD}" presName="hierChild5" presStyleCnt="0"/>
      <dgm:spPr/>
    </dgm:pt>
    <dgm:pt modelId="{828A4485-50D5-42F2-8E8C-74C17A1994D6}" type="pres">
      <dgm:prSet presAssocID="{E503992E-7F22-451D-9D3E-A053AA6A6D80}" presName="Name37" presStyleLbl="parChTrans1D4" presStyleIdx="16" presStyleCnt="31"/>
      <dgm:spPr/>
    </dgm:pt>
    <dgm:pt modelId="{CDADBF85-5B31-48FC-B301-7E940CB98200}" type="pres">
      <dgm:prSet presAssocID="{E62C696D-1C19-4A47-AA82-F3C01C7609D7}" presName="hierRoot2" presStyleCnt="0">
        <dgm:presLayoutVars>
          <dgm:hierBranch val="init"/>
        </dgm:presLayoutVars>
      </dgm:prSet>
      <dgm:spPr/>
    </dgm:pt>
    <dgm:pt modelId="{1C21C4F6-D302-4401-A471-4A42482F0348}" type="pres">
      <dgm:prSet presAssocID="{E62C696D-1C19-4A47-AA82-F3C01C7609D7}" presName="rootComposite" presStyleCnt="0"/>
      <dgm:spPr/>
    </dgm:pt>
    <dgm:pt modelId="{02DACEFD-FDB1-439C-B447-28620B4EFC24}" type="pres">
      <dgm:prSet presAssocID="{E62C696D-1C19-4A47-AA82-F3C01C7609D7}" presName="rootText" presStyleLbl="node4" presStyleIdx="16" presStyleCnt="31">
        <dgm:presLayoutVars>
          <dgm:chPref val="3"/>
        </dgm:presLayoutVars>
      </dgm:prSet>
      <dgm:spPr/>
    </dgm:pt>
    <dgm:pt modelId="{B74ABDE1-9060-46D0-8C43-836CE34C9561}" type="pres">
      <dgm:prSet presAssocID="{E62C696D-1C19-4A47-AA82-F3C01C7609D7}" presName="rootConnector" presStyleLbl="node4" presStyleIdx="16" presStyleCnt="31"/>
      <dgm:spPr/>
    </dgm:pt>
    <dgm:pt modelId="{2466D04D-DB4B-4575-B560-DDB8501F3630}" type="pres">
      <dgm:prSet presAssocID="{E62C696D-1C19-4A47-AA82-F3C01C7609D7}" presName="hierChild4" presStyleCnt="0"/>
      <dgm:spPr/>
    </dgm:pt>
    <dgm:pt modelId="{5BF5CBB9-4E67-4D9C-8DCC-137BE60F878D}" type="pres">
      <dgm:prSet presAssocID="{E62C696D-1C19-4A47-AA82-F3C01C7609D7}" presName="hierChild5" presStyleCnt="0"/>
      <dgm:spPr/>
    </dgm:pt>
    <dgm:pt modelId="{95893772-2E88-4B50-8BA1-DAD0360F9714}" type="pres">
      <dgm:prSet presAssocID="{A3E10573-CE4F-4BCC-9879-2FE67BEE0CA0}" presName="hierChild5" presStyleCnt="0"/>
      <dgm:spPr/>
    </dgm:pt>
    <dgm:pt modelId="{07547702-9610-449B-AD58-C0539E99C36C}" type="pres">
      <dgm:prSet presAssocID="{77D0F2CF-1F3C-4B21-B4BC-9D89503E0CFB}" presName="Name37" presStyleLbl="parChTrans1D4" presStyleIdx="17" presStyleCnt="31"/>
      <dgm:spPr/>
    </dgm:pt>
    <dgm:pt modelId="{5AA138D8-B769-49A9-9E55-12B1CFBA3F07}" type="pres">
      <dgm:prSet presAssocID="{19121195-4C8C-4461-A135-65212C7F3E84}" presName="hierRoot2" presStyleCnt="0">
        <dgm:presLayoutVars>
          <dgm:hierBranch val="init"/>
        </dgm:presLayoutVars>
      </dgm:prSet>
      <dgm:spPr/>
    </dgm:pt>
    <dgm:pt modelId="{89A4E782-37DD-47C0-82EE-9796C777D885}" type="pres">
      <dgm:prSet presAssocID="{19121195-4C8C-4461-A135-65212C7F3E84}" presName="rootComposite" presStyleCnt="0"/>
      <dgm:spPr/>
    </dgm:pt>
    <dgm:pt modelId="{C8395663-2B46-4E5C-BE3B-6307120E52EB}" type="pres">
      <dgm:prSet presAssocID="{19121195-4C8C-4461-A135-65212C7F3E84}" presName="rootText" presStyleLbl="node4" presStyleIdx="17" presStyleCnt="31">
        <dgm:presLayoutVars>
          <dgm:chPref val="3"/>
        </dgm:presLayoutVars>
      </dgm:prSet>
      <dgm:spPr/>
    </dgm:pt>
    <dgm:pt modelId="{36D3B52E-4C58-4D95-9DF6-F86A6E06CFF9}" type="pres">
      <dgm:prSet presAssocID="{19121195-4C8C-4461-A135-65212C7F3E84}" presName="rootConnector" presStyleLbl="node4" presStyleIdx="17" presStyleCnt="31"/>
      <dgm:spPr/>
    </dgm:pt>
    <dgm:pt modelId="{FA43DB19-2A14-4CE9-BCD9-11EFCD57F589}" type="pres">
      <dgm:prSet presAssocID="{19121195-4C8C-4461-A135-65212C7F3E84}" presName="hierChild4" presStyleCnt="0"/>
      <dgm:spPr/>
    </dgm:pt>
    <dgm:pt modelId="{B4025602-7831-4399-AC16-698255FB8971}" type="pres">
      <dgm:prSet presAssocID="{6636C20D-44D5-4B68-8C2D-B3910FEA2E14}" presName="Name37" presStyleLbl="parChTrans1D4" presStyleIdx="18" presStyleCnt="31"/>
      <dgm:spPr/>
    </dgm:pt>
    <dgm:pt modelId="{89E93802-E710-4797-B809-85D178C9D548}" type="pres">
      <dgm:prSet presAssocID="{819E771F-524D-4AE8-BF95-0A593D4350EC}" presName="hierRoot2" presStyleCnt="0">
        <dgm:presLayoutVars>
          <dgm:hierBranch val="init"/>
        </dgm:presLayoutVars>
      </dgm:prSet>
      <dgm:spPr/>
    </dgm:pt>
    <dgm:pt modelId="{C5D9E3F7-07C7-4917-AC6E-691667615601}" type="pres">
      <dgm:prSet presAssocID="{819E771F-524D-4AE8-BF95-0A593D4350EC}" presName="rootComposite" presStyleCnt="0"/>
      <dgm:spPr/>
    </dgm:pt>
    <dgm:pt modelId="{60874623-E076-47A6-A373-FC8CD4875463}" type="pres">
      <dgm:prSet presAssocID="{819E771F-524D-4AE8-BF95-0A593D4350EC}" presName="rootText" presStyleLbl="node4" presStyleIdx="18" presStyleCnt="31">
        <dgm:presLayoutVars>
          <dgm:chPref val="3"/>
        </dgm:presLayoutVars>
      </dgm:prSet>
      <dgm:spPr/>
    </dgm:pt>
    <dgm:pt modelId="{967A7CB3-0F10-4970-8B73-701FA3CD5E79}" type="pres">
      <dgm:prSet presAssocID="{819E771F-524D-4AE8-BF95-0A593D4350EC}" presName="rootConnector" presStyleLbl="node4" presStyleIdx="18" presStyleCnt="31"/>
      <dgm:spPr/>
    </dgm:pt>
    <dgm:pt modelId="{BE6E3F94-4CE0-45B8-A717-322D4B30BEEB}" type="pres">
      <dgm:prSet presAssocID="{819E771F-524D-4AE8-BF95-0A593D4350EC}" presName="hierChild4" presStyleCnt="0"/>
      <dgm:spPr/>
    </dgm:pt>
    <dgm:pt modelId="{D33973EF-6A96-411B-B109-DCAD7332F06A}" type="pres">
      <dgm:prSet presAssocID="{A2CA7F40-801B-4863-AACB-C0C3423448D6}" presName="Name37" presStyleLbl="parChTrans1D4" presStyleIdx="19" presStyleCnt="31"/>
      <dgm:spPr/>
    </dgm:pt>
    <dgm:pt modelId="{7DA13EF4-F4F0-4071-B5C7-455F20D97B5E}" type="pres">
      <dgm:prSet presAssocID="{1CC1C473-285B-472C-B22F-85F337B79E17}" presName="hierRoot2" presStyleCnt="0">
        <dgm:presLayoutVars>
          <dgm:hierBranch val="init"/>
        </dgm:presLayoutVars>
      </dgm:prSet>
      <dgm:spPr/>
    </dgm:pt>
    <dgm:pt modelId="{31F178D6-BB94-4F96-B67D-B2FAF7FB68AE}" type="pres">
      <dgm:prSet presAssocID="{1CC1C473-285B-472C-B22F-85F337B79E17}" presName="rootComposite" presStyleCnt="0"/>
      <dgm:spPr/>
    </dgm:pt>
    <dgm:pt modelId="{A4000CE0-EAC5-40F2-97B8-5A3109E99B77}" type="pres">
      <dgm:prSet presAssocID="{1CC1C473-285B-472C-B22F-85F337B79E17}" presName="rootText" presStyleLbl="node4" presStyleIdx="19" presStyleCnt="31" custScaleX="133804">
        <dgm:presLayoutVars>
          <dgm:chPref val="3"/>
        </dgm:presLayoutVars>
      </dgm:prSet>
      <dgm:spPr/>
    </dgm:pt>
    <dgm:pt modelId="{F3F47B07-14F5-48BD-846A-2704D1998B09}" type="pres">
      <dgm:prSet presAssocID="{1CC1C473-285B-472C-B22F-85F337B79E17}" presName="rootConnector" presStyleLbl="node4" presStyleIdx="19" presStyleCnt="31"/>
      <dgm:spPr/>
    </dgm:pt>
    <dgm:pt modelId="{D5C96B9D-935F-4293-AE6B-A70A3A1F9DED}" type="pres">
      <dgm:prSet presAssocID="{1CC1C473-285B-472C-B22F-85F337B79E17}" presName="hierChild4" presStyleCnt="0"/>
      <dgm:spPr/>
    </dgm:pt>
    <dgm:pt modelId="{D56C1001-8185-4E76-B56F-76E699395FE9}" type="pres">
      <dgm:prSet presAssocID="{1CC1C473-285B-472C-B22F-85F337B79E17}" presName="hierChild5" presStyleCnt="0"/>
      <dgm:spPr/>
    </dgm:pt>
    <dgm:pt modelId="{C6C79A24-6D19-49D3-9973-42FE1BB9B17F}" type="pres">
      <dgm:prSet presAssocID="{819E771F-524D-4AE8-BF95-0A593D4350EC}" presName="hierChild5" presStyleCnt="0"/>
      <dgm:spPr/>
    </dgm:pt>
    <dgm:pt modelId="{0800C136-A149-452D-AA7D-4640BA60C6D5}" type="pres">
      <dgm:prSet presAssocID="{19121195-4C8C-4461-A135-65212C7F3E84}" presName="hierChild5" presStyleCnt="0"/>
      <dgm:spPr/>
    </dgm:pt>
    <dgm:pt modelId="{A69EC96B-3487-402E-9B45-1431BF63079E}" type="pres">
      <dgm:prSet presAssocID="{DECECB0C-38D1-44BC-9879-1FA51B703864}" presName="hierChild5" presStyleCnt="0"/>
      <dgm:spPr/>
    </dgm:pt>
    <dgm:pt modelId="{350C072C-3C53-4A64-8050-4BD886180353}" type="pres">
      <dgm:prSet presAssocID="{9E35108A-38D7-4619-B7B1-C0872BED3D98}" presName="Name37" presStyleLbl="parChTrans1D3" presStyleIdx="6" presStyleCnt="23"/>
      <dgm:spPr/>
    </dgm:pt>
    <dgm:pt modelId="{89944464-5691-4523-87B4-2798B511B9A5}" type="pres">
      <dgm:prSet presAssocID="{C0A69B5A-D1E4-44CC-83A6-4539FD70EC63}" presName="hierRoot2" presStyleCnt="0">
        <dgm:presLayoutVars>
          <dgm:hierBranch val="init"/>
        </dgm:presLayoutVars>
      </dgm:prSet>
      <dgm:spPr/>
    </dgm:pt>
    <dgm:pt modelId="{31E280FB-23B4-4DF9-B04E-892E8CDC521E}" type="pres">
      <dgm:prSet presAssocID="{C0A69B5A-D1E4-44CC-83A6-4539FD70EC63}" presName="rootComposite" presStyleCnt="0"/>
      <dgm:spPr/>
    </dgm:pt>
    <dgm:pt modelId="{DBB6864D-ED3C-449C-97A6-B1504CF98517}" type="pres">
      <dgm:prSet presAssocID="{C0A69B5A-D1E4-44CC-83A6-4539FD70EC63}" presName="rootText" presStyleLbl="node3" presStyleIdx="6" presStyleCnt="23">
        <dgm:presLayoutVars>
          <dgm:chPref val="3"/>
        </dgm:presLayoutVars>
      </dgm:prSet>
      <dgm:spPr/>
    </dgm:pt>
    <dgm:pt modelId="{BC52B4E0-95FB-43AC-9211-74DB89C0600E}" type="pres">
      <dgm:prSet presAssocID="{C0A69B5A-D1E4-44CC-83A6-4539FD70EC63}" presName="rootConnector" presStyleLbl="node3" presStyleIdx="6" presStyleCnt="23"/>
      <dgm:spPr/>
    </dgm:pt>
    <dgm:pt modelId="{AB92C12C-5467-43A8-949A-B15FF1D71C29}" type="pres">
      <dgm:prSet presAssocID="{C0A69B5A-D1E4-44CC-83A6-4539FD70EC63}" presName="hierChild4" presStyleCnt="0"/>
      <dgm:spPr/>
    </dgm:pt>
    <dgm:pt modelId="{C5253AFB-51B8-4680-AB72-6FAA8A773046}" type="pres">
      <dgm:prSet presAssocID="{C0A69B5A-D1E4-44CC-83A6-4539FD70EC63}" presName="hierChild5" presStyleCnt="0"/>
      <dgm:spPr/>
    </dgm:pt>
    <dgm:pt modelId="{BFB5499D-15FC-45B9-BFDC-DD8C35FE3E81}" type="pres">
      <dgm:prSet presAssocID="{5D14258C-7DA6-4E16-8342-7DE9A9E2D661}" presName="Name37" presStyleLbl="parChTrans1D3" presStyleIdx="7" presStyleCnt="23"/>
      <dgm:spPr/>
    </dgm:pt>
    <dgm:pt modelId="{41E150E3-1646-4B8A-BD5E-663743DEC38D}" type="pres">
      <dgm:prSet presAssocID="{F8C47FE8-AB27-4E45-95A9-2ADF945BFEE5}" presName="hierRoot2" presStyleCnt="0">
        <dgm:presLayoutVars>
          <dgm:hierBranch val="init"/>
        </dgm:presLayoutVars>
      </dgm:prSet>
      <dgm:spPr/>
    </dgm:pt>
    <dgm:pt modelId="{ED4D1A87-8F57-4680-88F7-156955BF2998}" type="pres">
      <dgm:prSet presAssocID="{F8C47FE8-AB27-4E45-95A9-2ADF945BFEE5}" presName="rootComposite" presStyleCnt="0"/>
      <dgm:spPr/>
    </dgm:pt>
    <dgm:pt modelId="{813503CD-6646-4B1A-8B3C-08E0C40D7C79}" type="pres">
      <dgm:prSet presAssocID="{F8C47FE8-AB27-4E45-95A9-2ADF945BFEE5}" presName="rootText" presStyleLbl="node3" presStyleIdx="7" presStyleCnt="23">
        <dgm:presLayoutVars>
          <dgm:chPref val="3"/>
        </dgm:presLayoutVars>
      </dgm:prSet>
      <dgm:spPr/>
    </dgm:pt>
    <dgm:pt modelId="{0EBBE1FF-45DA-4B5A-A6F0-169758112362}" type="pres">
      <dgm:prSet presAssocID="{F8C47FE8-AB27-4E45-95A9-2ADF945BFEE5}" presName="rootConnector" presStyleLbl="node3" presStyleIdx="7" presStyleCnt="23"/>
      <dgm:spPr/>
    </dgm:pt>
    <dgm:pt modelId="{DAFAF460-06B0-4958-A348-F6FCC4D103E2}" type="pres">
      <dgm:prSet presAssocID="{F8C47FE8-AB27-4E45-95A9-2ADF945BFEE5}" presName="hierChild4" presStyleCnt="0"/>
      <dgm:spPr/>
    </dgm:pt>
    <dgm:pt modelId="{5CB0D6DA-FBC1-4BED-A61C-74DF7094E956}" type="pres">
      <dgm:prSet presAssocID="{6373A545-4345-4D05-8DE8-EE628E248EED}" presName="Name37" presStyleLbl="parChTrans1D4" presStyleIdx="20" presStyleCnt="31"/>
      <dgm:spPr/>
    </dgm:pt>
    <dgm:pt modelId="{F42A5109-BD7C-4894-893D-91784690A932}" type="pres">
      <dgm:prSet presAssocID="{D9F71FEB-2939-444E-A2AC-A1DA98E53083}" presName="hierRoot2" presStyleCnt="0">
        <dgm:presLayoutVars>
          <dgm:hierBranch val="init"/>
        </dgm:presLayoutVars>
      </dgm:prSet>
      <dgm:spPr/>
    </dgm:pt>
    <dgm:pt modelId="{81252D38-104A-49AF-B230-E54898BF2118}" type="pres">
      <dgm:prSet presAssocID="{D9F71FEB-2939-444E-A2AC-A1DA98E53083}" presName="rootComposite" presStyleCnt="0"/>
      <dgm:spPr/>
    </dgm:pt>
    <dgm:pt modelId="{9E1B3C09-FC57-4686-B430-44BAF37BD514}" type="pres">
      <dgm:prSet presAssocID="{D9F71FEB-2939-444E-A2AC-A1DA98E53083}" presName="rootText" presStyleLbl="node4" presStyleIdx="20" presStyleCnt="31">
        <dgm:presLayoutVars>
          <dgm:chPref val="3"/>
        </dgm:presLayoutVars>
      </dgm:prSet>
      <dgm:spPr/>
    </dgm:pt>
    <dgm:pt modelId="{62D14D71-B6FE-49DD-9B33-51FDAEB0EBF8}" type="pres">
      <dgm:prSet presAssocID="{D9F71FEB-2939-444E-A2AC-A1DA98E53083}" presName="rootConnector" presStyleLbl="node4" presStyleIdx="20" presStyleCnt="31"/>
      <dgm:spPr/>
    </dgm:pt>
    <dgm:pt modelId="{73800819-F93C-4E93-BF3C-EC962DE876A3}" type="pres">
      <dgm:prSet presAssocID="{D9F71FEB-2939-444E-A2AC-A1DA98E53083}" presName="hierChild4" presStyleCnt="0"/>
      <dgm:spPr/>
    </dgm:pt>
    <dgm:pt modelId="{BAB2BCB4-8449-429D-82BC-3E35EADB42AE}" type="pres">
      <dgm:prSet presAssocID="{E56C7740-F123-498D-AD44-70B96BEEE16F}" presName="Name37" presStyleLbl="parChTrans1D4" presStyleIdx="21" presStyleCnt="31"/>
      <dgm:spPr/>
    </dgm:pt>
    <dgm:pt modelId="{BD7FC6CB-0F5D-407B-B855-3103B4CC3B39}" type="pres">
      <dgm:prSet presAssocID="{A15F7FC9-3732-45E0-86DB-9E7A526FB36C}" presName="hierRoot2" presStyleCnt="0">
        <dgm:presLayoutVars>
          <dgm:hierBranch val="init"/>
        </dgm:presLayoutVars>
      </dgm:prSet>
      <dgm:spPr/>
    </dgm:pt>
    <dgm:pt modelId="{5C47946A-0CFF-4B7A-9B7F-1DE99F487342}" type="pres">
      <dgm:prSet presAssocID="{A15F7FC9-3732-45E0-86DB-9E7A526FB36C}" presName="rootComposite" presStyleCnt="0"/>
      <dgm:spPr/>
    </dgm:pt>
    <dgm:pt modelId="{CA87B0E9-C6D2-44EB-9A78-114912DCF01B}" type="pres">
      <dgm:prSet presAssocID="{A15F7FC9-3732-45E0-86DB-9E7A526FB36C}" presName="rootText" presStyleLbl="node4" presStyleIdx="21" presStyleCnt="31">
        <dgm:presLayoutVars>
          <dgm:chPref val="3"/>
        </dgm:presLayoutVars>
      </dgm:prSet>
      <dgm:spPr/>
    </dgm:pt>
    <dgm:pt modelId="{4E8EE952-CB8D-4A20-910B-F950A73322D3}" type="pres">
      <dgm:prSet presAssocID="{A15F7FC9-3732-45E0-86DB-9E7A526FB36C}" presName="rootConnector" presStyleLbl="node4" presStyleIdx="21" presStyleCnt="31"/>
      <dgm:spPr/>
    </dgm:pt>
    <dgm:pt modelId="{BE0305D7-46EE-42EA-BC43-BA0B411207F5}" type="pres">
      <dgm:prSet presAssocID="{A15F7FC9-3732-45E0-86DB-9E7A526FB36C}" presName="hierChild4" presStyleCnt="0"/>
      <dgm:spPr/>
    </dgm:pt>
    <dgm:pt modelId="{1479787A-CC94-4640-8679-1115ABD26FA4}" type="pres">
      <dgm:prSet presAssocID="{A15F7FC9-3732-45E0-86DB-9E7A526FB36C}" presName="hierChild5" presStyleCnt="0"/>
      <dgm:spPr/>
    </dgm:pt>
    <dgm:pt modelId="{BD7DB99E-C7F7-46EF-A8D3-9A023FE790C7}" type="pres">
      <dgm:prSet presAssocID="{45AC6405-1B79-4422-8B3B-5349DB39FDFF}" presName="Name37" presStyleLbl="parChTrans1D4" presStyleIdx="22" presStyleCnt="31"/>
      <dgm:spPr/>
    </dgm:pt>
    <dgm:pt modelId="{104EDC81-47E4-40D1-9469-A25F65143DC2}" type="pres">
      <dgm:prSet presAssocID="{349F3906-4FC8-4710-89BA-B87B308E9A38}" presName="hierRoot2" presStyleCnt="0">
        <dgm:presLayoutVars>
          <dgm:hierBranch val="init"/>
        </dgm:presLayoutVars>
      </dgm:prSet>
      <dgm:spPr/>
    </dgm:pt>
    <dgm:pt modelId="{D146B1DC-E605-495B-B2A6-0B8F28E0EEAB}" type="pres">
      <dgm:prSet presAssocID="{349F3906-4FC8-4710-89BA-B87B308E9A38}" presName="rootComposite" presStyleCnt="0"/>
      <dgm:spPr/>
    </dgm:pt>
    <dgm:pt modelId="{69E2C565-BF19-43EB-8CA5-A81007C913D7}" type="pres">
      <dgm:prSet presAssocID="{349F3906-4FC8-4710-89BA-B87B308E9A38}" presName="rootText" presStyleLbl="node4" presStyleIdx="22" presStyleCnt="31">
        <dgm:presLayoutVars>
          <dgm:chPref val="3"/>
        </dgm:presLayoutVars>
      </dgm:prSet>
      <dgm:spPr/>
    </dgm:pt>
    <dgm:pt modelId="{64705CC5-4A64-479B-B6FB-21EAA682522E}" type="pres">
      <dgm:prSet presAssocID="{349F3906-4FC8-4710-89BA-B87B308E9A38}" presName="rootConnector" presStyleLbl="node4" presStyleIdx="22" presStyleCnt="31"/>
      <dgm:spPr/>
    </dgm:pt>
    <dgm:pt modelId="{A540EC6C-FAAF-489D-85C6-30585C296551}" type="pres">
      <dgm:prSet presAssocID="{349F3906-4FC8-4710-89BA-B87B308E9A38}" presName="hierChild4" presStyleCnt="0"/>
      <dgm:spPr/>
    </dgm:pt>
    <dgm:pt modelId="{C4AC2E8F-522C-4905-B110-7E6AB8390BFA}" type="pres">
      <dgm:prSet presAssocID="{349F3906-4FC8-4710-89BA-B87B308E9A38}" presName="hierChild5" presStyleCnt="0"/>
      <dgm:spPr/>
    </dgm:pt>
    <dgm:pt modelId="{E9BA81D6-81CE-48CB-A1C4-F1BFD9761C8B}" type="pres">
      <dgm:prSet presAssocID="{D6DB44C9-F6B0-48C4-B024-24F5384D9719}" presName="Name37" presStyleLbl="parChTrans1D4" presStyleIdx="23" presStyleCnt="31"/>
      <dgm:spPr/>
    </dgm:pt>
    <dgm:pt modelId="{A1496D7A-3DD9-4D28-9F3E-098477C6045E}" type="pres">
      <dgm:prSet presAssocID="{72EFD20B-9FF2-432C-BAD5-4C34FDA8D5D0}" presName="hierRoot2" presStyleCnt="0">
        <dgm:presLayoutVars>
          <dgm:hierBranch val="init"/>
        </dgm:presLayoutVars>
      </dgm:prSet>
      <dgm:spPr/>
    </dgm:pt>
    <dgm:pt modelId="{F9D80121-EFD0-4BD9-9B5E-E20E3648E733}" type="pres">
      <dgm:prSet presAssocID="{72EFD20B-9FF2-432C-BAD5-4C34FDA8D5D0}" presName="rootComposite" presStyleCnt="0"/>
      <dgm:spPr/>
    </dgm:pt>
    <dgm:pt modelId="{095F0404-1F8F-4D27-884D-FF07A3244F80}" type="pres">
      <dgm:prSet presAssocID="{72EFD20B-9FF2-432C-BAD5-4C34FDA8D5D0}" presName="rootText" presStyleLbl="node4" presStyleIdx="23" presStyleCnt="31">
        <dgm:presLayoutVars>
          <dgm:chPref val="3"/>
        </dgm:presLayoutVars>
      </dgm:prSet>
      <dgm:spPr/>
    </dgm:pt>
    <dgm:pt modelId="{98C27385-0414-4802-875F-642E60D8EF94}" type="pres">
      <dgm:prSet presAssocID="{72EFD20B-9FF2-432C-BAD5-4C34FDA8D5D0}" presName="rootConnector" presStyleLbl="node4" presStyleIdx="23" presStyleCnt="31"/>
      <dgm:spPr/>
    </dgm:pt>
    <dgm:pt modelId="{BBADA63C-CBE6-4030-94DE-18E84ACD2A04}" type="pres">
      <dgm:prSet presAssocID="{72EFD20B-9FF2-432C-BAD5-4C34FDA8D5D0}" presName="hierChild4" presStyleCnt="0"/>
      <dgm:spPr/>
    </dgm:pt>
    <dgm:pt modelId="{459C01EE-0A64-434E-8B08-3510DD97A01F}" type="pres">
      <dgm:prSet presAssocID="{72EFD20B-9FF2-432C-BAD5-4C34FDA8D5D0}" presName="hierChild5" presStyleCnt="0"/>
      <dgm:spPr/>
    </dgm:pt>
    <dgm:pt modelId="{066CB6C5-96A6-4CA8-928B-9EA69FD13298}" type="pres">
      <dgm:prSet presAssocID="{D9F71FEB-2939-444E-A2AC-A1DA98E53083}" presName="hierChild5" presStyleCnt="0"/>
      <dgm:spPr/>
    </dgm:pt>
    <dgm:pt modelId="{88E99A06-312A-4874-8D89-ABEB43DACD6C}" type="pres">
      <dgm:prSet presAssocID="{2D2B3545-11F6-4DCA-AF14-6374D0964423}" presName="Name37" presStyleLbl="parChTrans1D4" presStyleIdx="24" presStyleCnt="31"/>
      <dgm:spPr/>
    </dgm:pt>
    <dgm:pt modelId="{0FD5FB9A-71A0-4647-B8C4-73DEC243110A}" type="pres">
      <dgm:prSet presAssocID="{FB688780-8978-4264-9F4B-B83843324E4B}" presName="hierRoot2" presStyleCnt="0">
        <dgm:presLayoutVars>
          <dgm:hierBranch val="init"/>
        </dgm:presLayoutVars>
      </dgm:prSet>
      <dgm:spPr/>
    </dgm:pt>
    <dgm:pt modelId="{4E41C0F9-7E21-4CDC-8DA7-888E84799613}" type="pres">
      <dgm:prSet presAssocID="{FB688780-8978-4264-9F4B-B83843324E4B}" presName="rootComposite" presStyleCnt="0"/>
      <dgm:spPr/>
    </dgm:pt>
    <dgm:pt modelId="{3349D738-9400-4C65-BA64-040472E3DCBC}" type="pres">
      <dgm:prSet presAssocID="{FB688780-8978-4264-9F4B-B83843324E4B}" presName="rootText" presStyleLbl="node4" presStyleIdx="24" presStyleCnt="31">
        <dgm:presLayoutVars>
          <dgm:chPref val="3"/>
        </dgm:presLayoutVars>
      </dgm:prSet>
      <dgm:spPr/>
    </dgm:pt>
    <dgm:pt modelId="{1313D08E-3B87-4037-9B95-CBBF2A42DA6F}" type="pres">
      <dgm:prSet presAssocID="{FB688780-8978-4264-9F4B-B83843324E4B}" presName="rootConnector" presStyleLbl="node4" presStyleIdx="24" presStyleCnt="31"/>
      <dgm:spPr/>
    </dgm:pt>
    <dgm:pt modelId="{AB6BD097-6B2D-4639-B1F0-BD2F6FBF7351}" type="pres">
      <dgm:prSet presAssocID="{FB688780-8978-4264-9F4B-B83843324E4B}" presName="hierChild4" presStyleCnt="0"/>
      <dgm:spPr/>
    </dgm:pt>
    <dgm:pt modelId="{A6161A0B-A44A-491A-91BF-F9F918850178}" type="pres">
      <dgm:prSet presAssocID="{554E229D-872D-43DF-A381-964A86BC3CE3}" presName="Name37" presStyleLbl="parChTrans1D4" presStyleIdx="25" presStyleCnt="31"/>
      <dgm:spPr/>
    </dgm:pt>
    <dgm:pt modelId="{717BA040-5AFE-49CF-A445-73EBA2DA7A88}" type="pres">
      <dgm:prSet presAssocID="{64BA2FC0-B5E8-4573-910F-B45D956E7B3F}" presName="hierRoot2" presStyleCnt="0">
        <dgm:presLayoutVars>
          <dgm:hierBranch val="init"/>
        </dgm:presLayoutVars>
      </dgm:prSet>
      <dgm:spPr/>
    </dgm:pt>
    <dgm:pt modelId="{6268E322-A7CC-44E8-B351-1791E40E3A54}" type="pres">
      <dgm:prSet presAssocID="{64BA2FC0-B5E8-4573-910F-B45D956E7B3F}" presName="rootComposite" presStyleCnt="0"/>
      <dgm:spPr/>
    </dgm:pt>
    <dgm:pt modelId="{11A3E2AB-4E4C-4620-AEF7-6931E120F390}" type="pres">
      <dgm:prSet presAssocID="{64BA2FC0-B5E8-4573-910F-B45D956E7B3F}" presName="rootText" presStyleLbl="node4" presStyleIdx="25" presStyleCnt="31">
        <dgm:presLayoutVars>
          <dgm:chPref val="3"/>
        </dgm:presLayoutVars>
      </dgm:prSet>
      <dgm:spPr/>
    </dgm:pt>
    <dgm:pt modelId="{9FCB5553-0070-4E64-B604-DD4FBBB23AB7}" type="pres">
      <dgm:prSet presAssocID="{64BA2FC0-B5E8-4573-910F-B45D956E7B3F}" presName="rootConnector" presStyleLbl="node4" presStyleIdx="25" presStyleCnt="31"/>
      <dgm:spPr/>
    </dgm:pt>
    <dgm:pt modelId="{C1839005-8B63-427E-BD0A-B2146C05F414}" type="pres">
      <dgm:prSet presAssocID="{64BA2FC0-B5E8-4573-910F-B45D956E7B3F}" presName="hierChild4" presStyleCnt="0"/>
      <dgm:spPr/>
    </dgm:pt>
    <dgm:pt modelId="{E718A867-07E6-4C1E-A80E-035DF06C38D7}" type="pres">
      <dgm:prSet presAssocID="{669FD077-5D92-4952-BD47-FE550636347D}" presName="Name37" presStyleLbl="parChTrans1D4" presStyleIdx="26" presStyleCnt="31"/>
      <dgm:spPr/>
    </dgm:pt>
    <dgm:pt modelId="{2717C32E-C368-4BE9-A245-B8302B030EF2}" type="pres">
      <dgm:prSet presAssocID="{84FEBAAF-6502-4007-8F5E-144700DDD041}" presName="hierRoot2" presStyleCnt="0">
        <dgm:presLayoutVars>
          <dgm:hierBranch val="init"/>
        </dgm:presLayoutVars>
      </dgm:prSet>
      <dgm:spPr/>
    </dgm:pt>
    <dgm:pt modelId="{CE193B9B-BC42-47AF-8A30-A59D610AA895}" type="pres">
      <dgm:prSet presAssocID="{84FEBAAF-6502-4007-8F5E-144700DDD041}" presName="rootComposite" presStyleCnt="0"/>
      <dgm:spPr/>
    </dgm:pt>
    <dgm:pt modelId="{7E9712DD-BED0-4A42-B373-6E9499981C99}" type="pres">
      <dgm:prSet presAssocID="{84FEBAAF-6502-4007-8F5E-144700DDD041}" presName="rootText" presStyleLbl="node4" presStyleIdx="26" presStyleCnt="31" custScaleX="127899">
        <dgm:presLayoutVars>
          <dgm:chPref val="3"/>
        </dgm:presLayoutVars>
      </dgm:prSet>
      <dgm:spPr/>
    </dgm:pt>
    <dgm:pt modelId="{FC2AA2A9-69D1-4615-B8CC-3F9F7A239C11}" type="pres">
      <dgm:prSet presAssocID="{84FEBAAF-6502-4007-8F5E-144700DDD041}" presName="rootConnector" presStyleLbl="node4" presStyleIdx="26" presStyleCnt="31"/>
      <dgm:spPr/>
    </dgm:pt>
    <dgm:pt modelId="{BBA89BD0-6705-4962-A180-22C2523B4DA4}" type="pres">
      <dgm:prSet presAssocID="{84FEBAAF-6502-4007-8F5E-144700DDD041}" presName="hierChild4" presStyleCnt="0"/>
      <dgm:spPr/>
    </dgm:pt>
    <dgm:pt modelId="{4674EDF0-F356-423A-9852-3472CE7C2ADA}" type="pres">
      <dgm:prSet presAssocID="{84FEBAAF-6502-4007-8F5E-144700DDD041}" presName="hierChild5" presStyleCnt="0"/>
      <dgm:spPr/>
    </dgm:pt>
    <dgm:pt modelId="{267DF4E2-3C31-406D-A4AD-C7CB6A6E7337}" type="pres">
      <dgm:prSet presAssocID="{64BA2FC0-B5E8-4573-910F-B45D956E7B3F}" presName="hierChild5" presStyleCnt="0"/>
      <dgm:spPr/>
    </dgm:pt>
    <dgm:pt modelId="{F2B2D407-3948-4A15-BFEC-A03047BDEB58}" type="pres">
      <dgm:prSet presAssocID="{FB688780-8978-4264-9F4B-B83843324E4B}" presName="hierChild5" presStyleCnt="0"/>
      <dgm:spPr/>
    </dgm:pt>
    <dgm:pt modelId="{7A90EE01-0C30-4DC4-A3ED-15D222DD6067}" type="pres">
      <dgm:prSet presAssocID="{F8C47FE8-AB27-4E45-95A9-2ADF945BFEE5}" presName="hierChild5" presStyleCnt="0"/>
      <dgm:spPr/>
    </dgm:pt>
    <dgm:pt modelId="{B0F4D583-32A8-49B6-AE98-B11F1F613F37}" type="pres">
      <dgm:prSet presAssocID="{F3967BB1-9BC0-4083-A6FC-0758531AFBE9}" presName="Name37" presStyleLbl="parChTrans1D3" presStyleIdx="8" presStyleCnt="23"/>
      <dgm:spPr/>
    </dgm:pt>
    <dgm:pt modelId="{4306F51F-35D4-4352-9975-E6D8ECD1B415}" type="pres">
      <dgm:prSet presAssocID="{777DEFF1-FE40-4489-B237-8AB77D16FC2E}" presName="hierRoot2" presStyleCnt="0">
        <dgm:presLayoutVars>
          <dgm:hierBranch val="init"/>
        </dgm:presLayoutVars>
      </dgm:prSet>
      <dgm:spPr/>
    </dgm:pt>
    <dgm:pt modelId="{3A12F5DE-CA17-4468-870E-F13740FF555D}" type="pres">
      <dgm:prSet presAssocID="{777DEFF1-FE40-4489-B237-8AB77D16FC2E}" presName="rootComposite" presStyleCnt="0"/>
      <dgm:spPr/>
    </dgm:pt>
    <dgm:pt modelId="{61F2AB79-478C-409D-9DFA-8CC5669B657D}" type="pres">
      <dgm:prSet presAssocID="{777DEFF1-FE40-4489-B237-8AB77D16FC2E}" presName="rootText" presStyleLbl="node3" presStyleIdx="8" presStyleCnt="23">
        <dgm:presLayoutVars>
          <dgm:chPref val="3"/>
        </dgm:presLayoutVars>
      </dgm:prSet>
      <dgm:spPr/>
    </dgm:pt>
    <dgm:pt modelId="{95AA39E9-D9B1-452A-B46D-B7BEDD270B56}" type="pres">
      <dgm:prSet presAssocID="{777DEFF1-FE40-4489-B237-8AB77D16FC2E}" presName="rootConnector" presStyleLbl="node3" presStyleIdx="8" presStyleCnt="23"/>
      <dgm:spPr/>
    </dgm:pt>
    <dgm:pt modelId="{06F5C274-C927-4AAA-BF7B-63C4EDA72582}" type="pres">
      <dgm:prSet presAssocID="{777DEFF1-FE40-4489-B237-8AB77D16FC2E}" presName="hierChild4" presStyleCnt="0"/>
      <dgm:spPr/>
    </dgm:pt>
    <dgm:pt modelId="{F0F131C2-FE80-4A1E-A223-4B6D50033373}" type="pres">
      <dgm:prSet presAssocID="{E0DB1DAE-9ADB-4314-8115-5509551F4C5A}" presName="Name37" presStyleLbl="parChTrans1D4" presStyleIdx="27" presStyleCnt="31"/>
      <dgm:spPr/>
    </dgm:pt>
    <dgm:pt modelId="{F8F3E6B5-EF52-4DE6-8247-044633A659C6}" type="pres">
      <dgm:prSet presAssocID="{74D20425-6A1B-46FA-8DAA-226E2C54CD4C}" presName="hierRoot2" presStyleCnt="0">
        <dgm:presLayoutVars>
          <dgm:hierBranch val="init"/>
        </dgm:presLayoutVars>
      </dgm:prSet>
      <dgm:spPr/>
    </dgm:pt>
    <dgm:pt modelId="{45A82AD3-1877-48BB-AF67-3427B3133E6C}" type="pres">
      <dgm:prSet presAssocID="{74D20425-6A1B-46FA-8DAA-226E2C54CD4C}" presName="rootComposite" presStyleCnt="0"/>
      <dgm:spPr/>
    </dgm:pt>
    <dgm:pt modelId="{28BCC8D4-D010-4CD3-AF5D-3CAED40ABB60}" type="pres">
      <dgm:prSet presAssocID="{74D20425-6A1B-46FA-8DAA-226E2C54CD4C}" presName="rootText" presStyleLbl="node4" presStyleIdx="27" presStyleCnt="31">
        <dgm:presLayoutVars>
          <dgm:chPref val="3"/>
        </dgm:presLayoutVars>
      </dgm:prSet>
      <dgm:spPr/>
    </dgm:pt>
    <dgm:pt modelId="{B795A745-875D-4E32-BE6B-96ECAE9CA602}" type="pres">
      <dgm:prSet presAssocID="{74D20425-6A1B-46FA-8DAA-226E2C54CD4C}" presName="rootConnector" presStyleLbl="node4" presStyleIdx="27" presStyleCnt="31"/>
      <dgm:spPr/>
    </dgm:pt>
    <dgm:pt modelId="{3977ACD0-A0CE-4183-9DB8-F10A84585791}" type="pres">
      <dgm:prSet presAssocID="{74D20425-6A1B-46FA-8DAA-226E2C54CD4C}" presName="hierChild4" presStyleCnt="0"/>
      <dgm:spPr/>
    </dgm:pt>
    <dgm:pt modelId="{4F809AFE-2C3B-4EE8-9CDE-38469A6EBB87}" type="pres">
      <dgm:prSet presAssocID="{74D20425-6A1B-46FA-8DAA-226E2C54CD4C}" presName="hierChild5" presStyleCnt="0"/>
      <dgm:spPr/>
    </dgm:pt>
    <dgm:pt modelId="{9F8C6ED6-6825-4EAD-A276-ADD96254C8B3}" type="pres">
      <dgm:prSet presAssocID="{80374FE1-F20F-497A-8D81-3D256D6580ED}" presName="Name37" presStyleLbl="parChTrans1D4" presStyleIdx="28" presStyleCnt="31"/>
      <dgm:spPr/>
    </dgm:pt>
    <dgm:pt modelId="{09955CC7-D36A-4AA4-908A-215BFD49D35D}" type="pres">
      <dgm:prSet presAssocID="{1FE83C89-735F-4B5C-819D-9DFC4F2100C1}" presName="hierRoot2" presStyleCnt="0">
        <dgm:presLayoutVars>
          <dgm:hierBranch val="init"/>
        </dgm:presLayoutVars>
      </dgm:prSet>
      <dgm:spPr/>
    </dgm:pt>
    <dgm:pt modelId="{7CA09BB1-5605-4983-BED1-6BA11BA56942}" type="pres">
      <dgm:prSet presAssocID="{1FE83C89-735F-4B5C-819D-9DFC4F2100C1}" presName="rootComposite" presStyleCnt="0"/>
      <dgm:spPr/>
    </dgm:pt>
    <dgm:pt modelId="{9C04EF03-8377-45E6-9AA2-C89D66FB4BA6}" type="pres">
      <dgm:prSet presAssocID="{1FE83C89-735F-4B5C-819D-9DFC4F2100C1}" presName="rootText" presStyleLbl="node4" presStyleIdx="28" presStyleCnt="31">
        <dgm:presLayoutVars>
          <dgm:chPref val="3"/>
        </dgm:presLayoutVars>
      </dgm:prSet>
      <dgm:spPr/>
    </dgm:pt>
    <dgm:pt modelId="{1601E3BF-E204-45F4-91C8-D599CC12BBE4}" type="pres">
      <dgm:prSet presAssocID="{1FE83C89-735F-4B5C-819D-9DFC4F2100C1}" presName="rootConnector" presStyleLbl="node4" presStyleIdx="28" presStyleCnt="31"/>
      <dgm:spPr/>
    </dgm:pt>
    <dgm:pt modelId="{470F14F5-0055-4801-A1C4-175D1B2F7A9D}" type="pres">
      <dgm:prSet presAssocID="{1FE83C89-735F-4B5C-819D-9DFC4F2100C1}" presName="hierChild4" presStyleCnt="0"/>
      <dgm:spPr/>
    </dgm:pt>
    <dgm:pt modelId="{C4E9FE4F-5CC4-4726-9EF9-35B1EC5C64EF}" type="pres">
      <dgm:prSet presAssocID="{1FE83C89-735F-4B5C-819D-9DFC4F2100C1}" presName="hierChild5" presStyleCnt="0"/>
      <dgm:spPr/>
    </dgm:pt>
    <dgm:pt modelId="{87D0A6C4-582E-4083-97F9-CE83537205D2}" type="pres">
      <dgm:prSet presAssocID="{2D62A338-3EED-4908-A2C7-E88861E4A495}" presName="Name37" presStyleLbl="parChTrans1D4" presStyleIdx="29" presStyleCnt="31"/>
      <dgm:spPr/>
    </dgm:pt>
    <dgm:pt modelId="{448F02F2-1228-4C5D-821F-8ECF4BD9BDEB}" type="pres">
      <dgm:prSet presAssocID="{8F711501-5C40-48FE-A75C-2AA3B519562C}" presName="hierRoot2" presStyleCnt="0">
        <dgm:presLayoutVars>
          <dgm:hierBranch val="init"/>
        </dgm:presLayoutVars>
      </dgm:prSet>
      <dgm:spPr/>
    </dgm:pt>
    <dgm:pt modelId="{EEF96260-442C-41E5-858E-1F1A1D518FD8}" type="pres">
      <dgm:prSet presAssocID="{8F711501-5C40-48FE-A75C-2AA3B519562C}" presName="rootComposite" presStyleCnt="0"/>
      <dgm:spPr/>
    </dgm:pt>
    <dgm:pt modelId="{789E0DE1-3313-4B96-860A-FDF5786FD69B}" type="pres">
      <dgm:prSet presAssocID="{8F711501-5C40-48FE-A75C-2AA3B519562C}" presName="rootText" presStyleLbl="node4" presStyleIdx="29" presStyleCnt="31">
        <dgm:presLayoutVars>
          <dgm:chPref val="3"/>
        </dgm:presLayoutVars>
      </dgm:prSet>
      <dgm:spPr/>
    </dgm:pt>
    <dgm:pt modelId="{6821F003-F686-4676-9B87-5C24857DBE4A}" type="pres">
      <dgm:prSet presAssocID="{8F711501-5C40-48FE-A75C-2AA3B519562C}" presName="rootConnector" presStyleLbl="node4" presStyleIdx="29" presStyleCnt="31"/>
      <dgm:spPr/>
    </dgm:pt>
    <dgm:pt modelId="{186EF7D7-415B-433E-ACB4-CCF08EEB5546}" type="pres">
      <dgm:prSet presAssocID="{8F711501-5C40-48FE-A75C-2AA3B519562C}" presName="hierChild4" presStyleCnt="0"/>
      <dgm:spPr/>
    </dgm:pt>
    <dgm:pt modelId="{476DE071-DDF9-43DD-B9B9-D5FECA6D8406}" type="pres">
      <dgm:prSet presAssocID="{8F711501-5C40-48FE-A75C-2AA3B519562C}" presName="hierChild5" presStyleCnt="0"/>
      <dgm:spPr/>
    </dgm:pt>
    <dgm:pt modelId="{499AB08F-257C-4DE9-80C8-365C901C8C43}" type="pres">
      <dgm:prSet presAssocID="{D1FB0EDC-5BFF-43CF-A361-DF564D81FFB0}" presName="Name37" presStyleLbl="parChTrans1D4" presStyleIdx="30" presStyleCnt="31"/>
      <dgm:spPr/>
    </dgm:pt>
    <dgm:pt modelId="{4FC0FA3D-3C3B-4434-BC28-13EEA2A60AE5}" type="pres">
      <dgm:prSet presAssocID="{B33E79D8-38C1-429A-8FA0-48C71AE6DDB2}" presName="hierRoot2" presStyleCnt="0">
        <dgm:presLayoutVars>
          <dgm:hierBranch val="init"/>
        </dgm:presLayoutVars>
      </dgm:prSet>
      <dgm:spPr/>
    </dgm:pt>
    <dgm:pt modelId="{3B5B5164-E17B-4BD2-A8FF-B730AE8FE349}" type="pres">
      <dgm:prSet presAssocID="{B33E79D8-38C1-429A-8FA0-48C71AE6DDB2}" presName="rootComposite" presStyleCnt="0"/>
      <dgm:spPr/>
    </dgm:pt>
    <dgm:pt modelId="{D299F08B-5B80-416A-ADE8-849578E92CBE}" type="pres">
      <dgm:prSet presAssocID="{B33E79D8-38C1-429A-8FA0-48C71AE6DDB2}" presName="rootText" presStyleLbl="node4" presStyleIdx="30" presStyleCnt="31">
        <dgm:presLayoutVars>
          <dgm:chPref val="3"/>
        </dgm:presLayoutVars>
      </dgm:prSet>
      <dgm:spPr/>
    </dgm:pt>
    <dgm:pt modelId="{886A2064-253A-4CB3-BCC9-0335CFC17EF8}" type="pres">
      <dgm:prSet presAssocID="{B33E79D8-38C1-429A-8FA0-48C71AE6DDB2}" presName="rootConnector" presStyleLbl="node4" presStyleIdx="30" presStyleCnt="31"/>
      <dgm:spPr/>
    </dgm:pt>
    <dgm:pt modelId="{48FD6063-BAED-4785-BEB9-10371771A273}" type="pres">
      <dgm:prSet presAssocID="{B33E79D8-38C1-429A-8FA0-48C71AE6DDB2}" presName="hierChild4" presStyleCnt="0"/>
      <dgm:spPr/>
    </dgm:pt>
    <dgm:pt modelId="{8FBC3EA2-0C65-4DDC-9316-584E65CD9346}" type="pres">
      <dgm:prSet presAssocID="{B33E79D8-38C1-429A-8FA0-48C71AE6DDB2}" presName="hierChild5" presStyleCnt="0"/>
      <dgm:spPr/>
    </dgm:pt>
    <dgm:pt modelId="{04AD7802-AFC2-4ACA-B13F-20FC08FB8EDA}" type="pres">
      <dgm:prSet presAssocID="{777DEFF1-FE40-4489-B237-8AB77D16FC2E}" presName="hierChild5" presStyleCnt="0"/>
      <dgm:spPr/>
    </dgm:pt>
    <dgm:pt modelId="{373461F2-53EC-4D5F-983B-1AB6BCECD424}" type="pres">
      <dgm:prSet presAssocID="{46B193DA-0AF5-4679-8978-2B848195B44A}" presName="hierChild5" presStyleCnt="0"/>
      <dgm:spPr/>
    </dgm:pt>
    <dgm:pt modelId="{E079A5ED-D261-4047-81BF-0099B47C78EA}" type="pres">
      <dgm:prSet presAssocID="{7523A442-116D-4AFA-9563-E752317EF4B8}" presName="Name37" presStyleLbl="parChTrans1D2" presStyleIdx="3" presStyleCnt="6"/>
      <dgm:spPr/>
    </dgm:pt>
    <dgm:pt modelId="{DC52F65C-CEE0-4D8F-937D-9DA01062BD87}" type="pres">
      <dgm:prSet presAssocID="{76C0E707-AFE6-4819-9B2C-061D5C055DF5}" presName="hierRoot2" presStyleCnt="0">
        <dgm:presLayoutVars>
          <dgm:hierBranch val="init"/>
        </dgm:presLayoutVars>
      </dgm:prSet>
      <dgm:spPr/>
    </dgm:pt>
    <dgm:pt modelId="{9C922EA1-6BC3-4031-AAF3-524D1E2A19D4}" type="pres">
      <dgm:prSet presAssocID="{76C0E707-AFE6-4819-9B2C-061D5C055DF5}" presName="rootComposite" presStyleCnt="0"/>
      <dgm:spPr/>
    </dgm:pt>
    <dgm:pt modelId="{B0D91288-7FBE-4A95-9F86-EB5945905A43}" type="pres">
      <dgm:prSet presAssocID="{76C0E707-AFE6-4819-9B2C-061D5C055DF5}" presName="rootText" presStyleLbl="node2" presStyleIdx="3" presStyleCnt="6" custScaleX="151016">
        <dgm:presLayoutVars>
          <dgm:chPref val="3"/>
        </dgm:presLayoutVars>
      </dgm:prSet>
      <dgm:spPr/>
    </dgm:pt>
    <dgm:pt modelId="{1906B760-C969-47D7-B38E-11B793B73B74}" type="pres">
      <dgm:prSet presAssocID="{76C0E707-AFE6-4819-9B2C-061D5C055DF5}" presName="rootConnector" presStyleLbl="node2" presStyleIdx="3" presStyleCnt="6"/>
      <dgm:spPr/>
    </dgm:pt>
    <dgm:pt modelId="{C82FF083-3CD4-4D0D-8F6B-5D03C1619D9F}" type="pres">
      <dgm:prSet presAssocID="{76C0E707-AFE6-4819-9B2C-061D5C055DF5}" presName="hierChild4" presStyleCnt="0"/>
      <dgm:spPr/>
    </dgm:pt>
    <dgm:pt modelId="{B8F4AE74-26EE-4BC8-87D5-295719A38E3F}" type="pres">
      <dgm:prSet presAssocID="{A7CC3F0D-5D2E-4576-A097-4FC56C8C5D18}" presName="Name37" presStyleLbl="parChTrans1D3" presStyleIdx="9" presStyleCnt="23"/>
      <dgm:spPr/>
    </dgm:pt>
    <dgm:pt modelId="{3748836B-94C1-4937-8C1D-DE05166CA13C}" type="pres">
      <dgm:prSet presAssocID="{FF4A42D4-A036-4966-85A6-3D2388BFFF63}" presName="hierRoot2" presStyleCnt="0">
        <dgm:presLayoutVars>
          <dgm:hierBranch val="init"/>
        </dgm:presLayoutVars>
      </dgm:prSet>
      <dgm:spPr/>
    </dgm:pt>
    <dgm:pt modelId="{79DC4518-7BCE-4E3A-BACD-186E63E77A68}" type="pres">
      <dgm:prSet presAssocID="{FF4A42D4-A036-4966-85A6-3D2388BFFF63}" presName="rootComposite" presStyleCnt="0"/>
      <dgm:spPr/>
    </dgm:pt>
    <dgm:pt modelId="{49638FA3-0D33-4CCF-BAB3-E58FA1458900}" type="pres">
      <dgm:prSet presAssocID="{FF4A42D4-A036-4966-85A6-3D2388BFFF63}" presName="rootText" presStyleLbl="node3" presStyleIdx="9" presStyleCnt="23" custScaleX="137387">
        <dgm:presLayoutVars>
          <dgm:chPref val="3"/>
        </dgm:presLayoutVars>
      </dgm:prSet>
      <dgm:spPr/>
    </dgm:pt>
    <dgm:pt modelId="{749EF8A4-B3D8-4820-A5D4-FFE4A4B2977A}" type="pres">
      <dgm:prSet presAssocID="{FF4A42D4-A036-4966-85A6-3D2388BFFF63}" presName="rootConnector" presStyleLbl="node3" presStyleIdx="9" presStyleCnt="23"/>
      <dgm:spPr/>
    </dgm:pt>
    <dgm:pt modelId="{D935BA36-E928-4821-914B-1726355DBB2A}" type="pres">
      <dgm:prSet presAssocID="{FF4A42D4-A036-4966-85A6-3D2388BFFF63}" presName="hierChild4" presStyleCnt="0"/>
      <dgm:spPr/>
    </dgm:pt>
    <dgm:pt modelId="{126DA9C1-E62A-4BC7-A625-83C84468741F}" type="pres">
      <dgm:prSet presAssocID="{FF4A42D4-A036-4966-85A6-3D2388BFFF63}" presName="hierChild5" presStyleCnt="0"/>
      <dgm:spPr/>
    </dgm:pt>
    <dgm:pt modelId="{62E98B8D-A7A4-4A01-B3C8-D13D4D3FB361}" type="pres">
      <dgm:prSet presAssocID="{76C0E707-AFE6-4819-9B2C-061D5C055DF5}" presName="hierChild5" presStyleCnt="0"/>
      <dgm:spPr/>
    </dgm:pt>
    <dgm:pt modelId="{CCE1D37A-53AC-4512-9BEC-341373987418}" type="pres">
      <dgm:prSet presAssocID="{306AF0FF-C354-48E1-8F81-2CA9D0C2B4D4}" presName="Name37" presStyleLbl="parChTrans1D2" presStyleIdx="4" presStyleCnt="6"/>
      <dgm:spPr/>
    </dgm:pt>
    <dgm:pt modelId="{5F31563B-43D8-4510-BA9D-137E06E74A56}" type="pres">
      <dgm:prSet presAssocID="{186515D2-1E7E-45AA-B03D-985F22F3BFDA}" presName="hierRoot2" presStyleCnt="0">
        <dgm:presLayoutVars>
          <dgm:hierBranch val="init"/>
        </dgm:presLayoutVars>
      </dgm:prSet>
      <dgm:spPr/>
    </dgm:pt>
    <dgm:pt modelId="{EF89ECF1-F384-4095-861F-D2422101CAB4}" type="pres">
      <dgm:prSet presAssocID="{186515D2-1E7E-45AA-B03D-985F22F3BFDA}" presName="rootComposite" presStyleCnt="0"/>
      <dgm:spPr/>
    </dgm:pt>
    <dgm:pt modelId="{FB612D29-8AF7-47F2-976C-83B69CF49F9E}" type="pres">
      <dgm:prSet presAssocID="{186515D2-1E7E-45AA-B03D-985F22F3BFDA}" presName="rootText" presStyleLbl="node2" presStyleIdx="4" presStyleCnt="6" custScaleX="169680">
        <dgm:presLayoutVars>
          <dgm:chPref val="3"/>
        </dgm:presLayoutVars>
      </dgm:prSet>
      <dgm:spPr/>
    </dgm:pt>
    <dgm:pt modelId="{E79B97B5-2982-4188-AC8A-4FEEF2D08251}" type="pres">
      <dgm:prSet presAssocID="{186515D2-1E7E-45AA-B03D-985F22F3BFDA}" presName="rootConnector" presStyleLbl="node2" presStyleIdx="4" presStyleCnt="6"/>
      <dgm:spPr/>
    </dgm:pt>
    <dgm:pt modelId="{FD2CB92C-E691-4D75-B47C-248B93474D32}" type="pres">
      <dgm:prSet presAssocID="{186515D2-1E7E-45AA-B03D-985F22F3BFDA}" presName="hierChild4" presStyleCnt="0"/>
      <dgm:spPr/>
    </dgm:pt>
    <dgm:pt modelId="{CA8E0262-AE5F-4444-840C-946176EE3E5E}" type="pres">
      <dgm:prSet presAssocID="{B653B8DC-F767-4FB8-87B6-88BCA8801E00}" presName="Name37" presStyleLbl="parChTrans1D3" presStyleIdx="10" presStyleCnt="23"/>
      <dgm:spPr/>
    </dgm:pt>
    <dgm:pt modelId="{78546DDB-B04C-4763-A058-7FC93D366E2B}" type="pres">
      <dgm:prSet presAssocID="{291C03C7-1510-4803-81C7-04DA44F95245}" presName="hierRoot2" presStyleCnt="0">
        <dgm:presLayoutVars>
          <dgm:hierBranch val="init"/>
        </dgm:presLayoutVars>
      </dgm:prSet>
      <dgm:spPr/>
    </dgm:pt>
    <dgm:pt modelId="{99C7F9D6-07E6-4CD0-AE77-4592B529ED6D}" type="pres">
      <dgm:prSet presAssocID="{291C03C7-1510-4803-81C7-04DA44F95245}" presName="rootComposite" presStyleCnt="0"/>
      <dgm:spPr/>
    </dgm:pt>
    <dgm:pt modelId="{CD44B630-B5DB-4684-B5AD-16BAAFE93255}" type="pres">
      <dgm:prSet presAssocID="{291C03C7-1510-4803-81C7-04DA44F95245}" presName="rootText" presStyleLbl="node3" presStyleIdx="10" presStyleCnt="23">
        <dgm:presLayoutVars>
          <dgm:chPref val="3"/>
        </dgm:presLayoutVars>
      </dgm:prSet>
      <dgm:spPr/>
    </dgm:pt>
    <dgm:pt modelId="{E1A5D000-ECE0-45A9-909F-8CD199265359}" type="pres">
      <dgm:prSet presAssocID="{291C03C7-1510-4803-81C7-04DA44F95245}" presName="rootConnector" presStyleLbl="node3" presStyleIdx="10" presStyleCnt="23"/>
      <dgm:spPr/>
    </dgm:pt>
    <dgm:pt modelId="{960CB115-3FAE-4552-84A9-F5513FB8DA13}" type="pres">
      <dgm:prSet presAssocID="{291C03C7-1510-4803-81C7-04DA44F95245}" presName="hierChild4" presStyleCnt="0"/>
      <dgm:spPr/>
    </dgm:pt>
    <dgm:pt modelId="{4DDA6DB3-835E-4DDA-9CC7-AB9B96BC34A7}" type="pres">
      <dgm:prSet presAssocID="{291C03C7-1510-4803-81C7-04DA44F95245}" presName="hierChild5" presStyleCnt="0"/>
      <dgm:spPr/>
    </dgm:pt>
    <dgm:pt modelId="{1097230F-5EE3-42B0-96B8-A343C347794F}" type="pres">
      <dgm:prSet presAssocID="{C6CAF126-197D-4C2E-9D91-0E920EBA4824}" presName="Name37" presStyleLbl="parChTrans1D3" presStyleIdx="11" presStyleCnt="23"/>
      <dgm:spPr/>
    </dgm:pt>
    <dgm:pt modelId="{F29806BC-01B5-4E05-808B-7DB24ADD5A49}" type="pres">
      <dgm:prSet presAssocID="{4D9A8F9B-DF2E-498F-8F7C-A3F9F50C8DA7}" presName="hierRoot2" presStyleCnt="0">
        <dgm:presLayoutVars>
          <dgm:hierBranch val="init"/>
        </dgm:presLayoutVars>
      </dgm:prSet>
      <dgm:spPr/>
    </dgm:pt>
    <dgm:pt modelId="{9E8B3867-8AD6-46E0-8A8A-BF61B5F75F33}" type="pres">
      <dgm:prSet presAssocID="{4D9A8F9B-DF2E-498F-8F7C-A3F9F50C8DA7}" presName="rootComposite" presStyleCnt="0"/>
      <dgm:spPr/>
    </dgm:pt>
    <dgm:pt modelId="{803B1017-45A5-40A2-8433-DC1327971637}" type="pres">
      <dgm:prSet presAssocID="{4D9A8F9B-DF2E-498F-8F7C-A3F9F50C8DA7}" presName="rootText" presStyleLbl="node3" presStyleIdx="11" presStyleCnt="23">
        <dgm:presLayoutVars>
          <dgm:chPref val="3"/>
        </dgm:presLayoutVars>
      </dgm:prSet>
      <dgm:spPr/>
    </dgm:pt>
    <dgm:pt modelId="{D6224722-9F61-4F52-95C2-D9C3256012C6}" type="pres">
      <dgm:prSet presAssocID="{4D9A8F9B-DF2E-498F-8F7C-A3F9F50C8DA7}" presName="rootConnector" presStyleLbl="node3" presStyleIdx="11" presStyleCnt="23"/>
      <dgm:spPr/>
    </dgm:pt>
    <dgm:pt modelId="{F6EE40F7-43D5-47C5-9D91-69C84E8BF0D8}" type="pres">
      <dgm:prSet presAssocID="{4D9A8F9B-DF2E-498F-8F7C-A3F9F50C8DA7}" presName="hierChild4" presStyleCnt="0"/>
      <dgm:spPr/>
    </dgm:pt>
    <dgm:pt modelId="{9345885F-0C46-4E19-AC37-FC64C394173A}" type="pres">
      <dgm:prSet presAssocID="{4D9A8F9B-DF2E-498F-8F7C-A3F9F50C8DA7}" presName="hierChild5" presStyleCnt="0"/>
      <dgm:spPr/>
    </dgm:pt>
    <dgm:pt modelId="{CE3D1FE7-BD2D-4A32-AB85-53FED4B837BA}" type="pres">
      <dgm:prSet presAssocID="{09F00F0A-31F0-4519-9121-ADF63BE117CA}" presName="Name37" presStyleLbl="parChTrans1D3" presStyleIdx="12" presStyleCnt="23"/>
      <dgm:spPr/>
    </dgm:pt>
    <dgm:pt modelId="{B3DBE0CC-3751-44FC-838B-278720FD2CB2}" type="pres">
      <dgm:prSet presAssocID="{BB8F93E3-3205-4146-AC63-8504A19D15F5}" presName="hierRoot2" presStyleCnt="0">
        <dgm:presLayoutVars>
          <dgm:hierBranch val="init"/>
        </dgm:presLayoutVars>
      </dgm:prSet>
      <dgm:spPr/>
    </dgm:pt>
    <dgm:pt modelId="{BA43EB4B-E861-4014-91E6-72DE5C5A3B3F}" type="pres">
      <dgm:prSet presAssocID="{BB8F93E3-3205-4146-AC63-8504A19D15F5}" presName="rootComposite" presStyleCnt="0"/>
      <dgm:spPr/>
    </dgm:pt>
    <dgm:pt modelId="{FB5D7096-B959-465F-A3C4-2DE33C219D1A}" type="pres">
      <dgm:prSet presAssocID="{BB8F93E3-3205-4146-AC63-8504A19D15F5}" presName="rootText" presStyleLbl="node3" presStyleIdx="12" presStyleCnt="23">
        <dgm:presLayoutVars>
          <dgm:chPref val="3"/>
        </dgm:presLayoutVars>
      </dgm:prSet>
      <dgm:spPr/>
    </dgm:pt>
    <dgm:pt modelId="{B7522F19-6C24-46FF-A220-72845FEE9705}" type="pres">
      <dgm:prSet presAssocID="{BB8F93E3-3205-4146-AC63-8504A19D15F5}" presName="rootConnector" presStyleLbl="node3" presStyleIdx="12" presStyleCnt="23"/>
      <dgm:spPr/>
    </dgm:pt>
    <dgm:pt modelId="{BCF12A15-169E-41B1-B14F-A1612584B211}" type="pres">
      <dgm:prSet presAssocID="{BB8F93E3-3205-4146-AC63-8504A19D15F5}" presName="hierChild4" presStyleCnt="0"/>
      <dgm:spPr/>
    </dgm:pt>
    <dgm:pt modelId="{714F6B56-EBED-4642-AEFF-5D2AC24025D1}" type="pres">
      <dgm:prSet presAssocID="{BB8F93E3-3205-4146-AC63-8504A19D15F5}" presName="hierChild5" presStyleCnt="0"/>
      <dgm:spPr/>
    </dgm:pt>
    <dgm:pt modelId="{F29F8536-54CC-4BF1-A961-1B4B9A7BD97F}" type="pres">
      <dgm:prSet presAssocID="{957EFF01-932A-4615-B5C1-A2EB5D35E668}" presName="Name37" presStyleLbl="parChTrans1D3" presStyleIdx="13" presStyleCnt="23"/>
      <dgm:spPr/>
    </dgm:pt>
    <dgm:pt modelId="{8874E9D1-3F38-4F06-BA6E-5D060C50930C}" type="pres">
      <dgm:prSet presAssocID="{6767614A-F1F3-499F-A333-27E03B754265}" presName="hierRoot2" presStyleCnt="0">
        <dgm:presLayoutVars>
          <dgm:hierBranch val="init"/>
        </dgm:presLayoutVars>
      </dgm:prSet>
      <dgm:spPr/>
    </dgm:pt>
    <dgm:pt modelId="{A13169E4-3EA9-4FB5-9E9D-56DABB37B914}" type="pres">
      <dgm:prSet presAssocID="{6767614A-F1F3-499F-A333-27E03B754265}" presName="rootComposite" presStyleCnt="0"/>
      <dgm:spPr/>
    </dgm:pt>
    <dgm:pt modelId="{DBE28070-A643-4B2A-A440-8E50C406AE24}" type="pres">
      <dgm:prSet presAssocID="{6767614A-F1F3-499F-A333-27E03B754265}" presName="rootText" presStyleLbl="node3" presStyleIdx="13" presStyleCnt="23">
        <dgm:presLayoutVars>
          <dgm:chPref val="3"/>
        </dgm:presLayoutVars>
      </dgm:prSet>
      <dgm:spPr/>
    </dgm:pt>
    <dgm:pt modelId="{27B4FAF4-92A3-4E8C-BC17-59D4B8A52EE4}" type="pres">
      <dgm:prSet presAssocID="{6767614A-F1F3-499F-A333-27E03B754265}" presName="rootConnector" presStyleLbl="node3" presStyleIdx="13" presStyleCnt="23"/>
      <dgm:spPr/>
    </dgm:pt>
    <dgm:pt modelId="{054D1327-403C-4BD1-839F-856D32269663}" type="pres">
      <dgm:prSet presAssocID="{6767614A-F1F3-499F-A333-27E03B754265}" presName="hierChild4" presStyleCnt="0"/>
      <dgm:spPr/>
    </dgm:pt>
    <dgm:pt modelId="{9D9C6302-0CAE-403A-BD7E-38E350A0992E}" type="pres">
      <dgm:prSet presAssocID="{6767614A-F1F3-499F-A333-27E03B754265}" presName="hierChild5" presStyleCnt="0"/>
      <dgm:spPr/>
    </dgm:pt>
    <dgm:pt modelId="{7B7A16AA-CFEB-4FB0-8F73-1E5BCFB61AA5}" type="pres">
      <dgm:prSet presAssocID="{186515D2-1E7E-45AA-B03D-985F22F3BFDA}" presName="hierChild5" presStyleCnt="0"/>
      <dgm:spPr/>
    </dgm:pt>
    <dgm:pt modelId="{401892C9-F688-42E6-9753-1A0C8490D40B}" type="pres">
      <dgm:prSet presAssocID="{518BB10A-0CD7-4D43-B95F-9EF725AFC54A}" presName="Name37" presStyleLbl="parChTrans1D2" presStyleIdx="5" presStyleCnt="6"/>
      <dgm:spPr/>
    </dgm:pt>
    <dgm:pt modelId="{5F96D074-95D8-4D17-AEC4-4E7102BE12FC}" type="pres">
      <dgm:prSet presAssocID="{7F63C670-F981-49FA-9DE7-2ED04F076B06}" presName="hierRoot2" presStyleCnt="0">
        <dgm:presLayoutVars>
          <dgm:hierBranch val="init"/>
        </dgm:presLayoutVars>
      </dgm:prSet>
      <dgm:spPr/>
    </dgm:pt>
    <dgm:pt modelId="{8AEE3BF3-319D-4E81-95C8-D50E01C85978}" type="pres">
      <dgm:prSet presAssocID="{7F63C670-F981-49FA-9DE7-2ED04F076B06}" presName="rootComposite" presStyleCnt="0"/>
      <dgm:spPr/>
    </dgm:pt>
    <dgm:pt modelId="{9D9BEE24-5AAC-468B-8C44-1A1183CE348A}" type="pres">
      <dgm:prSet presAssocID="{7F63C670-F981-49FA-9DE7-2ED04F076B06}" presName="rootText" presStyleLbl="node2" presStyleIdx="5" presStyleCnt="6" custScaleX="151016">
        <dgm:presLayoutVars>
          <dgm:chPref val="3"/>
        </dgm:presLayoutVars>
      </dgm:prSet>
      <dgm:spPr/>
    </dgm:pt>
    <dgm:pt modelId="{86EDDC90-56B9-4870-97E0-01B7D9BE8050}" type="pres">
      <dgm:prSet presAssocID="{7F63C670-F981-49FA-9DE7-2ED04F076B06}" presName="rootConnector" presStyleLbl="node2" presStyleIdx="5" presStyleCnt="6"/>
      <dgm:spPr/>
    </dgm:pt>
    <dgm:pt modelId="{A5F05E8F-F62B-4235-8D2D-E47E177636D7}" type="pres">
      <dgm:prSet presAssocID="{7F63C670-F981-49FA-9DE7-2ED04F076B06}" presName="hierChild4" presStyleCnt="0"/>
      <dgm:spPr/>
    </dgm:pt>
    <dgm:pt modelId="{0E4736D6-1144-4E86-9A7B-D5F0EA39D5ED}" type="pres">
      <dgm:prSet presAssocID="{EE1A67FF-E681-4228-A3B3-E2E9B304889E}" presName="Name37" presStyleLbl="parChTrans1D3" presStyleIdx="14" presStyleCnt="23"/>
      <dgm:spPr/>
    </dgm:pt>
    <dgm:pt modelId="{E21CC152-33EA-4843-A848-45182B6FCEF5}" type="pres">
      <dgm:prSet presAssocID="{AB87B725-3CB8-48A9-B89E-8D4E8B210D44}" presName="hierRoot2" presStyleCnt="0">
        <dgm:presLayoutVars>
          <dgm:hierBranch val="init"/>
        </dgm:presLayoutVars>
      </dgm:prSet>
      <dgm:spPr/>
    </dgm:pt>
    <dgm:pt modelId="{69D2C492-8747-48DE-93FC-4A1E1F3A344B}" type="pres">
      <dgm:prSet presAssocID="{AB87B725-3CB8-48A9-B89E-8D4E8B210D44}" presName="rootComposite" presStyleCnt="0"/>
      <dgm:spPr/>
    </dgm:pt>
    <dgm:pt modelId="{4E75FD99-E68B-4B09-B1AE-736658DDB6BD}" type="pres">
      <dgm:prSet presAssocID="{AB87B725-3CB8-48A9-B89E-8D4E8B210D44}" presName="rootText" presStyleLbl="node3" presStyleIdx="14" presStyleCnt="23">
        <dgm:presLayoutVars>
          <dgm:chPref val="3"/>
        </dgm:presLayoutVars>
      </dgm:prSet>
      <dgm:spPr/>
    </dgm:pt>
    <dgm:pt modelId="{B27D0901-F8E5-4BC2-9625-5B0E746E7813}" type="pres">
      <dgm:prSet presAssocID="{AB87B725-3CB8-48A9-B89E-8D4E8B210D44}" presName="rootConnector" presStyleLbl="node3" presStyleIdx="14" presStyleCnt="23"/>
      <dgm:spPr/>
    </dgm:pt>
    <dgm:pt modelId="{2047FF84-3331-4566-8E38-0A464F0D9A0A}" type="pres">
      <dgm:prSet presAssocID="{AB87B725-3CB8-48A9-B89E-8D4E8B210D44}" presName="hierChild4" presStyleCnt="0"/>
      <dgm:spPr/>
    </dgm:pt>
    <dgm:pt modelId="{B1D85B19-1F43-4C90-8300-3C72A352D406}" type="pres">
      <dgm:prSet presAssocID="{AB87B725-3CB8-48A9-B89E-8D4E8B210D44}" presName="hierChild5" presStyleCnt="0"/>
      <dgm:spPr/>
    </dgm:pt>
    <dgm:pt modelId="{E4F887CC-82E9-4016-8CF7-D761FDE73E68}" type="pres">
      <dgm:prSet presAssocID="{ED2DAD8C-C802-4533-A902-7A8754C27BE7}" presName="Name37" presStyleLbl="parChTrans1D3" presStyleIdx="15" presStyleCnt="23"/>
      <dgm:spPr/>
    </dgm:pt>
    <dgm:pt modelId="{FAC26F84-66C4-4EC7-A6EE-F9616CFAE30F}" type="pres">
      <dgm:prSet presAssocID="{DD8773F3-35D4-452B-ACFC-D125C7B10740}" presName="hierRoot2" presStyleCnt="0">
        <dgm:presLayoutVars>
          <dgm:hierBranch val="init"/>
        </dgm:presLayoutVars>
      </dgm:prSet>
      <dgm:spPr/>
    </dgm:pt>
    <dgm:pt modelId="{85243CBC-DF6A-48DA-B486-80DB20E86777}" type="pres">
      <dgm:prSet presAssocID="{DD8773F3-35D4-452B-ACFC-D125C7B10740}" presName="rootComposite" presStyleCnt="0"/>
      <dgm:spPr/>
    </dgm:pt>
    <dgm:pt modelId="{37432AAF-411D-45C8-BC26-4FF0CA22D798}" type="pres">
      <dgm:prSet presAssocID="{DD8773F3-35D4-452B-ACFC-D125C7B10740}" presName="rootText" presStyleLbl="node3" presStyleIdx="15" presStyleCnt="23" custLinFactNeighborX="2103">
        <dgm:presLayoutVars>
          <dgm:chPref val="3"/>
        </dgm:presLayoutVars>
      </dgm:prSet>
      <dgm:spPr/>
    </dgm:pt>
    <dgm:pt modelId="{5B0743BE-060F-4DF5-826A-39B72509668A}" type="pres">
      <dgm:prSet presAssocID="{DD8773F3-35D4-452B-ACFC-D125C7B10740}" presName="rootConnector" presStyleLbl="node3" presStyleIdx="15" presStyleCnt="23"/>
      <dgm:spPr/>
    </dgm:pt>
    <dgm:pt modelId="{727980E0-E1C4-44DD-B0C8-51CC7F39E190}" type="pres">
      <dgm:prSet presAssocID="{DD8773F3-35D4-452B-ACFC-D125C7B10740}" presName="hierChild4" presStyleCnt="0"/>
      <dgm:spPr/>
    </dgm:pt>
    <dgm:pt modelId="{E593FCB2-B9B4-414E-81BD-90A7F19919F7}" type="pres">
      <dgm:prSet presAssocID="{DD8773F3-35D4-452B-ACFC-D125C7B10740}" presName="hierChild5" presStyleCnt="0"/>
      <dgm:spPr/>
    </dgm:pt>
    <dgm:pt modelId="{DBA6FC85-3287-401C-A7CB-CB01C668A7FC}" type="pres">
      <dgm:prSet presAssocID="{47F69AFA-8435-4DB7-B84A-39743761FBCA}" presName="Name37" presStyleLbl="parChTrans1D3" presStyleIdx="16" presStyleCnt="23"/>
      <dgm:spPr/>
    </dgm:pt>
    <dgm:pt modelId="{3F07578B-E9D5-419F-B94C-17FBF9F29B9D}" type="pres">
      <dgm:prSet presAssocID="{8CB17CD4-F5D0-4300-BAAD-C951B9A3E8D7}" presName="hierRoot2" presStyleCnt="0">
        <dgm:presLayoutVars>
          <dgm:hierBranch val="init"/>
        </dgm:presLayoutVars>
      </dgm:prSet>
      <dgm:spPr/>
    </dgm:pt>
    <dgm:pt modelId="{9509A383-38AE-4EB9-9393-ACD095D8A12F}" type="pres">
      <dgm:prSet presAssocID="{8CB17CD4-F5D0-4300-BAAD-C951B9A3E8D7}" presName="rootComposite" presStyleCnt="0"/>
      <dgm:spPr/>
    </dgm:pt>
    <dgm:pt modelId="{B1DD5A57-2D8C-4B72-9E4B-5A21195BE244}" type="pres">
      <dgm:prSet presAssocID="{8CB17CD4-F5D0-4300-BAAD-C951B9A3E8D7}" presName="rootText" presStyleLbl="node3" presStyleIdx="16" presStyleCnt="23">
        <dgm:presLayoutVars>
          <dgm:chPref val="3"/>
        </dgm:presLayoutVars>
      </dgm:prSet>
      <dgm:spPr/>
    </dgm:pt>
    <dgm:pt modelId="{F9CADDB4-8735-4E5B-8F48-4EA7D4C123C9}" type="pres">
      <dgm:prSet presAssocID="{8CB17CD4-F5D0-4300-BAAD-C951B9A3E8D7}" presName="rootConnector" presStyleLbl="node3" presStyleIdx="16" presStyleCnt="23"/>
      <dgm:spPr/>
    </dgm:pt>
    <dgm:pt modelId="{336AD105-FAE0-47CA-81A7-E9DC9706BFAA}" type="pres">
      <dgm:prSet presAssocID="{8CB17CD4-F5D0-4300-BAAD-C951B9A3E8D7}" presName="hierChild4" presStyleCnt="0"/>
      <dgm:spPr/>
    </dgm:pt>
    <dgm:pt modelId="{1A28EEDB-15C0-404D-B814-4FF489B9E431}" type="pres">
      <dgm:prSet presAssocID="{8CB17CD4-F5D0-4300-BAAD-C951B9A3E8D7}" presName="hierChild5" presStyleCnt="0"/>
      <dgm:spPr/>
    </dgm:pt>
    <dgm:pt modelId="{2778D4DE-AFE5-4EFE-BF8F-679061CF0B06}" type="pres">
      <dgm:prSet presAssocID="{00AC58E8-E7A4-42CB-86E5-4108E2BA9C35}" presName="Name37" presStyleLbl="parChTrans1D3" presStyleIdx="17" presStyleCnt="23"/>
      <dgm:spPr/>
    </dgm:pt>
    <dgm:pt modelId="{72DC6670-BD36-436A-B1E6-1FF21A37784F}" type="pres">
      <dgm:prSet presAssocID="{A5800193-A42C-4073-B745-ABDEECB5D966}" presName="hierRoot2" presStyleCnt="0">
        <dgm:presLayoutVars>
          <dgm:hierBranch val="init"/>
        </dgm:presLayoutVars>
      </dgm:prSet>
      <dgm:spPr/>
    </dgm:pt>
    <dgm:pt modelId="{D1CF733A-6AE8-4CCB-AAC6-C70E4BABCAE4}" type="pres">
      <dgm:prSet presAssocID="{A5800193-A42C-4073-B745-ABDEECB5D966}" presName="rootComposite" presStyleCnt="0"/>
      <dgm:spPr/>
    </dgm:pt>
    <dgm:pt modelId="{8DF605CB-0DD3-472C-A480-45DA4C376966}" type="pres">
      <dgm:prSet presAssocID="{A5800193-A42C-4073-B745-ABDEECB5D966}" presName="rootText" presStyleLbl="node3" presStyleIdx="17" presStyleCnt="23">
        <dgm:presLayoutVars>
          <dgm:chPref val="3"/>
        </dgm:presLayoutVars>
      </dgm:prSet>
      <dgm:spPr/>
    </dgm:pt>
    <dgm:pt modelId="{91CFBAE3-384C-4A00-AB36-FB363B72D5FE}" type="pres">
      <dgm:prSet presAssocID="{A5800193-A42C-4073-B745-ABDEECB5D966}" presName="rootConnector" presStyleLbl="node3" presStyleIdx="17" presStyleCnt="23"/>
      <dgm:spPr/>
    </dgm:pt>
    <dgm:pt modelId="{0114C81B-CF54-4EDF-A91F-1B576E005FA2}" type="pres">
      <dgm:prSet presAssocID="{A5800193-A42C-4073-B745-ABDEECB5D966}" presName="hierChild4" presStyleCnt="0"/>
      <dgm:spPr/>
    </dgm:pt>
    <dgm:pt modelId="{F4C97AE3-F03B-4125-9602-10A35CCB5A58}" type="pres">
      <dgm:prSet presAssocID="{A5800193-A42C-4073-B745-ABDEECB5D966}" presName="hierChild5" presStyleCnt="0"/>
      <dgm:spPr/>
    </dgm:pt>
    <dgm:pt modelId="{473FFB2C-3A0E-420A-9BC2-4BDCC0893976}" type="pres">
      <dgm:prSet presAssocID="{ACB25263-05C0-4B25-B15B-5A2A6712ADC3}" presName="Name37" presStyleLbl="parChTrans1D3" presStyleIdx="18" presStyleCnt="23"/>
      <dgm:spPr/>
    </dgm:pt>
    <dgm:pt modelId="{2E666788-C084-4A4F-9A17-4860F0B6C0D0}" type="pres">
      <dgm:prSet presAssocID="{CF14697B-9D1E-4F68-BCC1-96D6B2342AB1}" presName="hierRoot2" presStyleCnt="0">
        <dgm:presLayoutVars>
          <dgm:hierBranch val="init"/>
        </dgm:presLayoutVars>
      </dgm:prSet>
      <dgm:spPr/>
    </dgm:pt>
    <dgm:pt modelId="{723BEDAD-F476-409A-A6BB-D32ECAF53CB7}" type="pres">
      <dgm:prSet presAssocID="{CF14697B-9D1E-4F68-BCC1-96D6B2342AB1}" presName="rootComposite" presStyleCnt="0"/>
      <dgm:spPr/>
    </dgm:pt>
    <dgm:pt modelId="{88345A5A-8AB8-4475-96BE-4934E8085A05}" type="pres">
      <dgm:prSet presAssocID="{CF14697B-9D1E-4F68-BCC1-96D6B2342AB1}" presName="rootText" presStyleLbl="node3" presStyleIdx="18" presStyleCnt="23">
        <dgm:presLayoutVars>
          <dgm:chPref val="3"/>
        </dgm:presLayoutVars>
      </dgm:prSet>
      <dgm:spPr/>
    </dgm:pt>
    <dgm:pt modelId="{CA3EC740-8DD9-4297-B645-CC0ECA89FA60}" type="pres">
      <dgm:prSet presAssocID="{CF14697B-9D1E-4F68-BCC1-96D6B2342AB1}" presName="rootConnector" presStyleLbl="node3" presStyleIdx="18" presStyleCnt="23"/>
      <dgm:spPr/>
    </dgm:pt>
    <dgm:pt modelId="{185E8156-DDDF-46AE-AE6F-9170C6419131}" type="pres">
      <dgm:prSet presAssocID="{CF14697B-9D1E-4F68-BCC1-96D6B2342AB1}" presName="hierChild4" presStyleCnt="0"/>
      <dgm:spPr/>
    </dgm:pt>
    <dgm:pt modelId="{71F9C9EE-D7A3-4F31-B756-6564DD0A2FD2}" type="pres">
      <dgm:prSet presAssocID="{CF14697B-9D1E-4F68-BCC1-96D6B2342AB1}" presName="hierChild5" presStyleCnt="0"/>
      <dgm:spPr/>
    </dgm:pt>
    <dgm:pt modelId="{FF72CF0F-5DE4-4F80-B2F6-5CAE6CE1DD38}" type="pres">
      <dgm:prSet presAssocID="{BFD192CC-79F8-4387-B5A7-CE92E7B32837}" presName="Name37" presStyleLbl="parChTrans1D3" presStyleIdx="19" presStyleCnt="23"/>
      <dgm:spPr/>
    </dgm:pt>
    <dgm:pt modelId="{20A53A32-C97F-4B2B-900D-5BF40760531A}" type="pres">
      <dgm:prSet presAssocID="{4420A537-918E-4FAA-A9C6-61A49BCF1F54}" presName="hierRoot2" presStyleCnt="0">
        <dgm:presLayoutVars>
          <dgm:hierBranch val="init"/>
        </dgm:presLayoutVars>
      </dgm:prSet>
      <dgm:spPr/>
    </dgm:pt>
    <dgm:pt modelId="{767521CD-107D-490D-9207-0629504E5E55}" type="pres">
      <dgm:prSet presAssocID="{4420A537-918E-4FAA-A9C6-61A49BCF1F54}" presName="rootComposite" presStyleCnt="0"/>
      <dgm:spPr/>
    </dgm:pt>
    <dgm:pt modelId="{5EC8F9A1-764A-41D4-B9FE-217EA205D525}" type="pres">
      <dgm:prSet presAssocID="{4420A537-918E-4FAA-A9C6-61A49BCF1F54}" presName="rootText" presStyleLbl="node3" presStyleIdx="19" presStyleCnt="23">
        <dgm:presLayoutVars>
          <dgm:chPref val="3"/>
        </dgm:presLayoutVars>
      </dgm:prSet>
      <dgm:spPr/>
    </dgm:pt>
    <dgm:pt modelId="{0DE3B2CE-3A3C-4021-B8FB-F98888B999EE}" type="pres">
      <dgm:prSet presAssocID="{4420A537-918E-4FAA-A9C6-61A49BCF1F54}" presName="rootConnector" presStyleLbl="node3" presStyleIdx="19" presStyleCnt="23"/>
      <dgm:spPr/>
    </dgm:pt>
    <dgm:pt modelId="{98A65E26-779B-482D-A8BE-2D476F3D7E1D}" type="pres">
      <dgm:prSet presAssocID="{4420A537-918E-4FAA-A9C6-61A49BCF1F54}" presName="hierChild4" presStyleCnt="0"/>
      <dgm:spPr/>
    </dgm:pt>
    <dgm:pt modelId="{C93DAB5F-7ED1-4B2D-B13C-5141D5EACD62}" type="pres">
      <dgm:prSet presAssocID="{4420A537-918E-4FAA-A9C6-61A49BCF1F54}" presName="hierChild5" presStyleCnt="0"/>
      <dgm:spPr/>
    </dgm:pt>
    <dgm:pt modelId="{2181857C-9469-497D-8551-52B06804ACF6}" type="pres">
      <dgm:prSet presAssocID="{67575AC0-FCB9-49A6-A7C0-D4AB32C9F130}" presName="Name37" presStyleLbl="parChTrans1D3" presStyleIdx="20" presStyleCnt="23"/>
      <dgm:spPr/>
    </dgm:pt>
    <dgm:pt modelId="{6E0DBF91-EB58-49AE-AB36-DCBA7F84E552}" type="pres">
      <dgm:prSet presAssocID="{CFA8B535-8BCE-4A01-9812-18561772BBFC}" presName="hierRoot2" presStyleCnt="0">
        <dgm:presLayoutVars>
          <dgm:hierBranch val="init"/>
        </dgm:presLayoutVars>
      </dgm:prSet>
      <dgm:spPr/>
    </dgm:pt>
    <dgm:pt modelId="{0F425A53-1D08-4349-B693-57AE65D555DD}" type="pres">
      <dgm:prSet presAssocID="{CFA8B535-8BCE-4A01-9812-18561772BBFC}" presName="rootComposite" presStyleCnt="0"/>
      <dgm:spPr/>
    </dgm:pt>
    <dgm:pt modelId="{431FE423-4F0A-45DB-84A9-56D4D6B5E67B}" type="pres">
      <dgm:prSet presAssocID="{CFA8B535-8BCE-4A01-9812-18561772BBFC}" presName="rootText" presStyleLbl="node3" presStyleIdx="20" presStyleCnt="23">
        <dgm:presLayoutVars>
          <dgm:chPref val="3"/>
        </dgm:presLayoutVars>
      </dgm:prSet>
      <dgm:spPr/>
    </dgm:pt>
    <dgm:pt modelId="{94E6C3E0-55FB-44AC-BB2C-4BBDEC716FAD}" type="pres">
      <dgm:prSet presAssocID="{CFA8B535-8BCE-4A01-9812-18561772BBFC}" presName="rootConnector" presStyleLbl="node3" presStyleIdx="20" presStyleCnt="23"/>
      <dgm:spPr/>
    </dgm:pt>
    <dgm:pt modelId="{E175A48C-27CB-49C0-BB7F-8B4F540B2F8A}" type="pres">
      <dgm:prSet presAssocID="{CFA8B535-8BCE-4A01-9812-18561772BBFC}" presName="hierChild4" presStyleCnt="0"/>
      <dgm:spPr/>
    </dgm:pt>
    <dgm:pt modelId="{A90D5471-C63A-4124-9BCF-D0AF6784B0C4}" type="pres">
      <dgm:prSet presAssocID="{CFA8B535-8BCE-4A01-9812-18561772BBFC}" presName="hierChild5" presStyleCnt="0"/>
      <dgm:spPr/>
    </dgm:pt>
    <dgm:pt modelId="{803B4EAF-5ACF-4A4C-90B1-58587FB39DDD}" type="pres">
      <dgm:prSet presAssocID="{55C4DBE2-0044-49B5-BA90-92F8B43E6B73}" presName="Name37" presStyleLbl="parChTrans1D3" presStyleIdx="21" presStyleCnt="23"/>
      <dgm:spPr/>
    </dgm:pt>
    <dgm:pt modelId="{D05D710B-00C6-4A36-B1E9-6AC30E573863}" type="pres">
      <dgm:prSet presAssocID="{C00C9AED-D526-4F62-8153-5CC39D8F6ABC}" presName="hierRoot2" presStyleCnt="0">
        <dgm:presLayoutVars>
          <dgm:hierBranch val="init"/>
        </dgm:presLayoutVars>
      </dgm:prSet>
      <dgm:spPr/>
    </dgm:pt>
    <dgm:pt modelId="{30BA17EC-4349-44C4-A77E-CC7A6722E3D4}" type="pres">
      <dgm:prSet presAssocID="{C00C9AED-D526-4F62-8153-5CC39D8F6ABC}" presName="rootComposite" presStyleCnt="0"/>
      <dgm:spPr/>
    </dgm:pt>
    <dgm:pt modelId="{47E9AD63-4FA8-48CF-A6B4-7FEBD5568FCC}" type="pres">
      <dgm:prSet presAssocID="{C00C9AED-D526-4F62-8153-5CC39D8F6ABC}" presName="rootText" presStyleLbl="node3" presStyleIdx="21" presStyleCnt="23">
        <dgm:presLayoutVars>
          <dgm:chPref val="3"/>
        </dgm:presLayoutVars>
      </dgm:prSet>
      <dgm:spPr/>
    </dgm:pt>
    <dgm:pt modelId="{949E1DA1-7EFA-42D5-B5E8-B9D47279948A}" type="pres">
      <dgm:prSet presAssocID="{C00C9AED-D526-4F62-8153-5CC39D8F6ABC}" presName="rootConnector" presStyleLbl="node3" presStyleIdx="21" presStyleCnt="23"/>
      <dgm:spPr/>
    </dgm:pt>
    <dgm:pt modelId="{B27C156D-9DC5-40B6-A3E3-8953EF1879BF}" type="pres">
      <dgm:prSet presAssocID="{C00C9AED-D526-4F62-8153-5CC39D8F6ABC}" presName="hierChild4" presStyleCnt="0"/>
      <dgm:spPr/>
    </dgm:pt>
    <dgm:pt modelId="{24C3A594-16F8-477E-9056-BB00568A0771}" type="pres">
      <dgm:prSet presAssocID="{C00C9AED-D526-4F62-8153-5CC39D8F6ABC}" presName="hierChild5" presStyleCnt="0"/>
      <dgm:spPr/>
    </dgm:pt>
    <dgm:pt modelId="{C050ADAB-D0D0-4549-894F-BF0DBCFBFE28}" type="pres">
      <dgm:prSet presAssocID="{3F402936-A577-4BD5-AE26-4F3D437E306A}" presName="Name37" presStyleLbl="parChTrans1D3" presStyleIdx="22" presStyleCnt="23"/>
      <dgm:spPr/>
    </dgm:pt>
    <dgm:pt modelId="{C9BC81CD-9ADD-4F63-9A42-5B0F11BB349E}" type="pres">
      <dgm:prSet presAssocID="{35F721EB-493E-4F09-B128-0F85C69F6B9A}" presName="hierRoot2" presStyleCnt="0">
        <dgm:presLayoutVars>
          <dgm:hierBranch val="init"/>
        </dgm:presLayoutVars>
      </dgm:prSet>
      <dgm:spPr/>
    </dgm:pt>
    <dgm:pt modelId="{940C14D5-BCD0-49A5-9C06-496FD79E4214}" type="pres">
      <dgm:prSet presAssocID="{35F721EB-493E-4F09-B128-0F85C69F6B9A}" presName="rootComposite" presStyleCnt="0"/>
      <dgm:spPr/>
    </dgm:pt>
    <dgm:pt modelId="{E301F119-A5AC-49AE-BA1E-24B783C4C75C}" type="pres">
      <dgm:prSet presAssocID="{35F721EB-493E-4F09-B128-0F85C69F6B9A}" presName="rootText" presStyleLbl="node3" presStyleIdx="22" presStyleCnt="23">
        <dgm:presLayoutVars>
          <dgm:chPref val="3"/>
        </dgm:presLayoutVars>
      </dgm:prSet>
      <dgm:spPr/>
    </dgm:pt>
    <dgm:pt modelId="{AE322E96-1608-407A-8500-8C7AC2BC903B}" type="pres">
      <dgm:prSet presAssocID="{35F721EB-493E-4F09-B128-0F85C69F6B9A}" presName="rootConnector" presStyleLbl="node3" presStyleIdx="22" presStyleCnt="23"/>
      <dgm:spPr/>
    </dgm:pt>
    <dgm:pt modelId="{F65B3B82-13F8-4CED-B38A-3075F1C328E0}" type="pres">
      <dgm:prSet presAssocID="{35F721EB-493E-4F09-B128-0F85C69F6B9A}" presName="hierChild4" presStyleCnt="0"/>
      <dgm:spPr/>
    </dgm:pt>
    <dgm:pt modelId="{E49A64DC-6E84-49C2-8564-1E2C3FABECBF}" type="pres">
      <dgm:prSet presAssocID="{35F721EB-493E-4F09-B128-0F85C69F6B9A}" presName="hierChild5" presStyleCnt="0"/>
      <dgm:spPr/>
    </dgm:pt>
    <dgm:pt modelId="{044C5A38-02E8-4636-99C7-138CD5EF68F7}" type="pres">
      <dgm:prSet presAssocID="{7F63C670-F981-49FA-9DE7-2ED04F076B06}" presName="hierChild5" presStyleCnt="0"/>
      <dgm:spPr/>
    </dgm:pt>
    <dgm:pt modelId="{3049C3DE-1E5A-41A9-8E60-71FF9F500FAD}" type="pres">
      <dgm:prSet presAssocID="{B3C5709F-1A62-4418-86E3-49254940DBAB}" presName="hierChild3" presStyleCnt="0"/>
      <dgm:spPr/>
    </dgm:pt>
  </dgm:ptLst>
  <dgm:cxnLst>
    <dgm:cxn modelId="{0D740303-0637-4011-8AD3-B529A420B1E5}" type="presOf" srcId="{72EFD20B-9FF2-432C-BAD5-4C34FDA8D5D0}" destId="{98C27385-0414-4802-875F-642E60D8EF94}" srcOrd="1" destOrd="0" presId="urn:microsoft.com/office/officeart/2005/8/layout/orgChart1#1"/>
    <dgm:cxn modelId="{3F338904-2029-43BE-8F0F-726B5107E46E}" type="presOf" srcId="{CF14697B-9D1E-4F68-BCC1-96D6B2342AB1}" destId="{88345A5A-8AB8-4475-96BE-4934E8085A05}" srcOrd="0" destOrd="0" presId="urn:microsoft.com/office/officeart/2005/8/layout/orgChart1#1"/>
    <dgm:cxn modelId="{08649604-4E67-4FEF-BCD7-AC3E1EEFB789}" type="presOf" srcId="{1CC1C473-285B-472C-B22F-85F337B79E17}" destId="{F3F47B07-14F5-48BD-846A-2704D1998B09}" srcOrd="1" destOrd="0" presId="urn:microsoft.com/office/officeart/2005/8/layout/orgChart1#1"/>
    <dgm:cxn modelId="{825A0B07-B8FA-4972-A691-ACB5375DBCE9}" type="presOf" srcId="{4420A537-918E-4FAA-A9C6-61A49BCF1F54}" destId="{5EC8F9A1-764A-41D4-B9FE-217EA205D525}" srcOrd="0" destOrd="0" presId="urn:microsoft.com/office/officeart/2005/8/layout/orgChart1#1"/>
    <dgm:cxn modelId="{5F132407-625E-4CC5-AFFA-E31312C758F6}" type="presOf" srcId="{9E35108A-38D7-4619-B7B1-C0872BED3D98}" destId="{350C072C-3C53-4A64-8050-4BD886180353}" srcOrd="0" destOrd="0" presId="urn:microsoft.com/office/officeart/2005/8/layout/orgChart1#1"/>
    <dgm:cxn modelId="{343DDD07-7BD1-4D7B-A63E-D2F347D41B51}" type="presOf" srcId="{FB688780-8978-4264-9F4B-B83843324E4B}" destId="{3349D738-9400-4C65-BA64-040472E3DCBC}" srcOrd="0" destOrd="0" presId="urn:microsoft.com/office/officeart/2005/8/layout/orgChart1#1"/>
    <dgm:cxn modelId="{F2CC1508-A3A3-4E69-BD10-682AB68FC28E}" type="presOf" srcId="{7F63C670-F981-49FA-9DE7-2ED04F076B06}" destId="{9D9BEE24-5AAC-468B-8C44-1A1183CE348A}" srcOrd="0" destOrd="0" presId="urn:microsoft.com/office/officeart/2005/8/layout/orgChart1#1"/>
    <dgm:cxn modelId="{D70C5809-578E-493E-94BA-8B8A734449C5}" type="presOf" srcId="{C00C9AED-D526-4F62-8153-5CC39D8F6ABC}" destId="{949E1DA1-7EFA-42D5-B5E8-B9D47279948A}" srcOrd="1" destOrd="0" presId="urn:microsoft.com/office/officeart/2005/8/layout/orgChart1#1"/>
    <dgm:cxn modelId="{D8AA930B-0A42-475D-A168-CA3FCFBFAF43}" type="presOf" srcId="{291C03C7-1510-4803-81C7-04DA44F95245}" destId="{E1A5D000-ECE0-45A9-909F-8CD199265359}" srcOrd="1" destOrd="0" presId="urn:microsoft.com/office/officeart/2005/8/layout/orgChart1#1"/>
    <dgm:cxn modelId="{1BBE760D-F283-46A4-A1D7-EF1C22C5A81B}" type="presOf" srcId="{669FD077-5D92-4952-BD47-FE550636347D}" destId="{E718A867-07E6-4C1E-A80E-035DF06C38D7}" srcOrd="0" destOrd="0" presId="urn:microsoft.com/office/officeart/2005/8/layout/orgChart1#1"/>
    <dgm:cxn modelId="{A550570E-7885-4723-94B1-BA26C761B07E}" srcId="{05243160-5E33-4E4A-B8C6-52C9D31C2DCE}" destId="{E5460B48-993D-4F71-BCC9-BC113FAF4D4F}" srcOrd="1" destOrd="0" parTransId="{2C640271-CC14-4278-9CDE-8DD9477E9D6D}" sibTransId="{B11BC743-EF74-485B-AF9E-4AC2B7403EED}"/>
    <dgm:cxn modelId="{C30BFC0F-AD3E-42B3-8D22-C51F25E1C415}" srcId="{A3E10573-CE4F-4BCC-9879-2FE67BEE0CA0}" destId="{0630059D-70B0-4949-94C0-1A72A770CB63}" srcOrd="2" destOrd="0" parTransId="{DBC19947-1D29-4A34-8FFA-8B2EF4FC0AE6}" sibTransId="{EF151822-985F-4EED-B3A3-F0EA1A9B1B00}"/>
    <dgm:cxn modelId="{2AD2A210-6988-410F-8FE1-65C0EEEAC256}" type="presOf" srcId="{0E91ED1C-CEA7-44B5-84A5-DB1B8E002452}" destId="{611C96AF-F469-4569-B554-4D74EE01696E}" srcOrd="0" destOrd="0" presId="urn:microsoft.com/office/officeart/2005/8/layout/orgChart1#1"/>
    <dgm:cxn modelId="{20E5DA10-6332-4CE1-A517-8FC8F7E26AE0}" type="presOf" srcId="{AB64F750-C8BC-4227-974F-25CF4F7ED9C5}" destId="{656EDBD6-A83F-467A-B370-7BAC7C3641D1}" srcOrd="0" destOrd="0" presId="urn:microsoft.com/office/officeart/2005/8/layout/orgChart1#1"/>
    <dgm:cxn modelId="{0F068413-8959-4FE9-AF20-CAB7ACA1DF33}" srcId="{64BA2FC0-B5E8-4573-910F-B45D956E7B3F}" destId="{84FEBAAF-6502-4007-8F5E-144700DDD041}" srcOrd="0" destOrd="0" parTransId="{669FD077-5D92-4952-BD47-FE550636347D}" sibTransId="{8A4799A5-BFEC-4EE7-8AE2-871B3B476B26}"/>
    <dgm:cxn modelId="{F4872615-8D3C-4CFA-984A-7DC3683DFED7}" type="presOf" srcId="{7D05733F-4022-46D1-9F18-63A4EACBEE28}" destId="{8CB3BECD-8936-4792-BA28-7A3CEBC0CB42}" srcOrd="0" destOrd="0" presId="urn:microsoft.com/office/officeart/2005/8/layout/orgChart1#1"/>
    <dgm:cxn modelId="{46B3B316-2F10-4DF1-99E7-1B56B9B5F388}" srcId="{D9F71FEB-2939-444E-A2AC-A1DA98E53083}" destId="{A15F7FC9-3732-45E0-86DB-9E7A526FB36C}" srcOrd="0" destOrd="0" parTransId="{E56C7740-F123-498D-AD44-70B96BEEE16F}" sibTransId="{125EF41B-A7D1-494C-9EF1-B0814EFBF5AB}"/>
    <dgm:cxn modelId="{C806B616-96F2-49AB-BC68-584445AD8FAD}" type="presOf" srcId="{4D13842F-A81B-408D-8A38-499BF055ECE4}" destId="{8AC3EF7B-55F0-43F4-8B39-CA23FCA9D68F}" srcOrd="0" destOrd="0" presId="urn:microsoft.com/office/officeart/2005/8/layout/orgChart1#1"/>
    <dgm:cxn modelId="{DA19E417-68D8-4C6E-B295-3A82CD7145AF}" type="presOf" srcId="{1BB21451-6273-4EA7-8466-72E82A51CF3C}" destId="{5D7B54D6-AA19-4673-9EDB-53D54A4D8437}" srcOrd="0" destOrd="0" presId="urn:microsoft.com/office/officeart/2005/8/layout/orgChart1#1"/>
    <dgm:cxn modelId="{EB73E417-C735-4702-884A-33851B7674EB}" type="presOf" srcId="{A3E10573-CE4F-4BCC-9879-2FE67BEE0CA0}" destId="{5A11DC9E-1F7F-49AC-AB09-4F855C728A83}" srcOrd="1" destOrd="0" presId="urn:microsoft.com/office/officeart/2005/8/layout/orgChart1#1"/>
    <dgm:cxn modelId="{93A4E717-3388-4A4D-B7F6-4EB4F6BE4D6A}" type="presOf" srcId="{E16FF0BC-C9B3-4E05-94F4-2C9B23174B10}" destId="{CDAAC9B9-7845-495C-A902-4DFE365B063F}" srcOrd="0" destOrd="0" presId="urn:microsoft.com/office/officeart/2005/8/layout/orgChart1#1"/>
    <dgm:cxn modelId="{B3B0B118-34B8-4FEE-9B19-8FEDBAB77755}" type="presOf" srcId="{554E229D-872D-43DF-A381-964A86BC3CE3}" destId="{A6161A0B-A44A-491A-91BF-F9F918850178}" srcOrd="0" destOrd="0" presId="urn:microsoft.com/office/officeart/2005/8/layout/orgChart1#1"/>
    <dgm:cxn modelId="{ED52DC18-1B56-46AE-A8C2-6786431156A9}" srcId="{186515D2-1E7E-45AA-B03D-985F22F3BFDA}" destId="{291C03C7-1510-4803-81C7-04DA44F95245}" srcOrd="0" destOrd="0" parTransId="{B653B8DC-F767-4FB8-87B6-88BCA8801E00}" sibTransId="{1325F908-C2F9-4CB6-B5E3-A3AEB628583A}"/>
    <dgm:cxn modelId="{6305451B-5EAC-466F-8B3F-EDE7DFBFEA90}" type="presOf" srcId="{6A51F52D-62CB-4908-B926-0FD1AF5DEB67}" destId="{DEA2FD8D-1946-4C64-9506-E907A46802A2}" srcOrd="0" destOrd="0" presId="urn:microsoft.com/office/officeart/2005/8/layout/orgChart1#1"/>
    <dgm:cxn modelId="{8CF4251C-4762-4D81-8DAC-D1576DD682F8}" type="presOf" srcId="{74D20425-6A1B-46FA-8DAA-226E2C54CD4C}" destId="{B795A745-875D-4E32-BE6B-96ECAE9CA602}" srcOrd="1" destOrd="0" presId="urn:microsoft.com/office/officeart/2005/8/layout/orgChart1#1"/>
    <dgm:cxn modelId="{807CE01D-4729-44AC-8C54-90E5C4BDBFB4}" type="presOf" srcId="{11225554-4A7A-455E-A718-36B72A7F9036}" destId="{F8F23397-20D9-4F70-9C88-4304161BDA15}" srcOrd="0" destOrd="0" presId="urn:microsoft.com/office/officeart/2005/8/layout/orgChart1#1"/>
    <dgm:cxn modelId="{9287711F-2391-4D38-B002-9E8FA17D2214}" type="presOf" srcId="{E56C7740-F123-498D-AD44-70B96BEEE16F}" destId="{BAB2BCB4-8449-429D-82BC-3E35EADB42AE}" srcOrd="0" destOrd="0" presId="urn:microsoft.com/office/officeart/2005/8/layout/orgChart1#1"/>
    <dgm:cxn modelId="{B56CF623-9FC1-4795-B2CC-29AFBE6551BF}" type="presOf" srcId="{C72A5C43-C97B-4701-8644-E91FA94BB9BD}" destId="{BA7A29E6-A56C-4695-9771-F05A28DDB135}" srcOrd="0" destOrd="0" presId="urn:microsoft.com/office/officeart/2005/8/layout/orgChart1#1"/>
    <dgm:cxn modelId="{185B9D24-B06D-42B6-AC62-766FECACFCE3}" type="presOf" srcId="{BB8F93E3-3205-4146-AC63-8504A19D15F5}" destId="{B7522F19-6C24-46FF-A220-72845FEE9705}" srcOrd="1" destOrd="0" presId="urn:microsoft.com/office/officeart/2005/8/layout/orgChart1#1"/>
    <dgm:cxn modelId="{16753F25-338A-4D61-87CF-FC5A2C30216E}" type="presOf" srcId="{71EB1422-F901-4059-B839-7D7ACC342942}" destId="{596DBD30-73F1-42BB-97F5-7851DEBA2D60}" srcOrd="1" destOrd="0" presId="urn:microsoft.com/office/officeart/2005/8/layout/orgChart1#1"/>
    <dgm:cxn modelId="{81248B28-DC80-42B7-B098-909A7FB99D27}" type="presOf" srcId="{F443A7F8-B712-4B9F-8EB2-76FFD3A4F286}" destId="{50B38439-3C10-453A-9F77-B629EF1C4D7A}" srcOrd="0" destOrd="0" presId="urn:microsoft.com/office/officeart/2005/8/layout/orgChart1#1"/>
    <dgm:cxn modelId="{202D6B29-235C-4502-A929-CF120361B4DB}" srcId="{46B193DA-0AF5-4679-8978-2B848195B44A}" destId="{C0A69B5A-D1E4-44CC-83A6-4539FD70EC63}" srcOrd="1" destOrd="0" parTransId="{9E35108A-38D7-4619-B7B1-C0872BED3D98}" sibTransId="{744C517F-5A99-4186-84ED-18D69BE1AB37}"/>
    <dgm:cxn modelId="{6A748A2A-47FD-459A-943E-C1B2C0CA9BB6}" type="presOf" srcId="{E4819418-0107-458B-AC35-45F9A95754AF}" destId="{72AC2A7A-8963-41D1-9A6D-C2CEE6E32216}" srcOrd="0" destOrd="0" presId="urn:microsoft.com/office/officeart/2005/8/layout/orgChart1#1"/>
    <dgm:cxn modelId="{692F332E-0DB2-4B82-B5DF-BD6A44124155}" srcId="{B3C5709F-1A62-4418-86E3-49254940DBAB}" destId="{76C0E707-AFE6-4819-9B2C-061D5C055DF5}" srcOrd="3" destOrd="0" parTransId="{7523A442-116D-4AFA-9563-E752317EF4B8}" sibTransId="{0BF0E6D8-1844-4415-A3C8-78864FE3F885}"/>
    <dgm:cxn modelId="{82C9C82F-3F31-4306-BDBD-2848388407F3}" type="presOf" srcId="{E0D76D38-7DEE-41C1-A426-98194775A887}" destId="{F39C47F7-D3F5-40AC-9D88-647AECD99D5C}" srcOrd="1" destOrd="0" presId="urn:microsoft.com/office/officeart/2005/8/layout/orgChart1#1"/>
    <dgm:cxn modelId="{4A341A32-B5DE-4309-AAA9-FE6808AD85DE}" srcId="{094A2D67-B94F-41DF-B860-603FBF6485D2}" destId="{993F1B78-C143-41BB-A1BF-1724E509F0EE}" srcOrd="0" destOrd="0" parTransId="{CA63A225-E3AF-4162-B353-72A6B05AC73D}" sibTransId="{456D8511-4407-47E1-91C0-8B35246E69F7}"/>
    <dgm:cxn modelId="{FBDF7F33-8A52-446F-B6F7-1C152587FBD3}" srcId="{1BB21451-6273-4EA7-8466-72E82A51CF3C}" destId="{CC1CD5A1-EB9F-41E0-8B90-A1F6EFE94E68}" srcOrd="0" destOrd="0" parTransId="{B324EDD0-AEF0-4209-8244-353464B668BC}" sibTransId="{19F3D1B2-C421-4722-B7F8-C396D1B33F20}"/>
    <dgm:cxn modelId="{8BB0BC34-6FF1-45B5-B4B5-91330B533BED}" srcId="{1B996AF8-98E9-4C9B-9DC7-614511C36128}" destId="{72F7AF9E-2524-4844-82FF-4E1F50E58B55}" srcOrd="1" destOrd="0" parTransId="{60DDD964-AC5C-4640-BA82-178D4A0FE855}" sibTransId="{7E9F6486-6492-4F50-8B53-B50A6BC3C0EA}"/>
    <dgm:cxn modelId="{EF4EA235-4400-40AC-AE63-540C08D9B455}" type="presOf" srcId="{4124ACF7-B6AD-4CEE-9E1F-167F1F5CC0FE}" destId="{0CE3810A-BBEE-4226-B93E-A8B0CE1CCC04}" srcOrd="0" destOrd="0" presId="urn:microsoft.com/office/officeart/2005/8/layout/orgChart1#1"/>
    <dgm:cxn modelId="{CC680736-3208-4ED2-A907-60FA4D98CD7A}" srcId="{A3E10573-CE4F-4BCC-9879-2FE67BEE0CA0}" destId="{C72A5C43-C97B-4701-8644-E91FA94BB9BD}" srcOrd="3" destOrd="0" parTransId="{0FEB41D4-105B-481F-B5CC-669B4783CA66}" sibTransId="{AB91BCFA-7C54-4AFF-9732-81E4696C3569}"/>
    <dgm:cxn modelId="{13D63637-C119-4FAB-98E4-6A502D067544}" type="presOf" srcId="{B3C5709F-1A62-4418-86E3-49254940DBAB}" destId="{C0862CD8-FD01-4F71-B82F-B072EC222734}" srcOrd="1" destOrd="0" presId="urn:microsoft.com/office/officeart/2005/8/layout/orgChart1#1"/>
    <dgm:cxn modelId="{5C6BF237-BE4F-4595-85C1-DBA75A0E5623}" type="presOf" srcId="{D9F71FEB-2939-444E-A2AC-A1DA98E53083}" destId="{9E1B3C09-FC57-4686-B430-44BAF37BD514}" srcOrd="0" destOrd="0" presId="urn:microsoft.com/office/officeart/2005/8/layout/orgChart1#1"/>
    <dgm:cxn modelId="{47173338-C6FC-4BC7-8E9A-28188FB5C590}" type="presOf" srcId="{B33E79D8-38C1-429A-8FA0-48C71AE6DDB2}" destId="{886A2064-253A-4CB3-BCC9-0335CFC17EF8}" srcOrd="1" destOrd="0" presId="urn:microsoft.com/office/officeart/2005/8/layout/orgChart1#1"/>
    <dgm:cxn modelId="{289E8D38-C0C6-4C48-8F88-98AD458A693C}" srcId="{094A2D67-B94F-41DF-B860-603FBF6485D2}" destId="{E7236554-ACA3-4A1E-8C6D-FF9E35815AAE}" srcOrd="2" destOrd="0" parTransId="{59355A54-06CE-46A0-B532-3C242D12F650}" sibTransId="{4AF65EF8-AE8D-42A3-9337-598DB686817C}"/>
    <dgm:cxn modelId="{E680BE39-5C42-450F-B841-9D9601D2BA87}" srcId="{76C0E707-AFE6-4819-9B2C-061D5C055DF5}" destId="{FF4A42D4-A036-4966-85A6-3D2388BFFF63}" srcOrd="0" destOrd="0" parTransId="{A7CC3F0D-5D2E-4576-A097-4FC56C8C5D18}" sibTransId="{88F585F5-F524-4DD9-BDC4-F8A427FC82DE}"/>
    <dgm:cxn modelId="{1B607E3A-1BDD-463D-B741-A7047C4853C1}" type="presOf" srcId="{A5800193-A42C-4073-B745-ABDEECB5D966}" destId="{91CFBAE3-384C-4A00-AB36-FB363B72D5FE}" srcOrd="1" destOrd="0" presId="urn:microsoft.com/office/officeart/2005/8/layout/orgChart1#1"/>
    <dgm:cxn modelId="{319ACF3A-4306-424A-A7A7-6B65B595749F}" type="presOf" srcId="{1CC1C473-285B-472C-B22F-85F337B79E17}" destId="{A4000CE0-EAC5-40F2-97B8-5A3109E99B77}" srcOrd="0" destOrd="0" presId="urn:microsoft.com/office/officeart/2005/8/layout/orgChart1#1"/>
    <dgm:cxn modelId="{9DBF823B-EC78-4A00-B3F2-6AF5E6FAFAFA}" srcId="{46B193DA-0AF5-4679-8978-2B848195B44A}" destId="{DECECB0C-38D1-44BC-9879-1FA51B703864}" srcOrd="0" destOrd="0" parTransId="{AAC2F90A-D280-4EC7-A2C2-A4ADF9832D0D}" sibTransId="{FD87F547-ACA9-44DB-9ED9-B7FAD7434E87}"/>
    <dgm:cxn modelId="{0101A73B-8971-4CFA-8489-B2D0F114A23E}" srcId="{7F63C670-F981-49FA-9DE7-2ED04F076B06}" destId="{CF14697B-9D1E-4F68-BCC1-96D6B2342AB1}" srcOrd="4" destOrd="0" parTransId="{ACB25263-05C0-4B25-B15B-5A2A6712ADC3}" sibTransId="{6844AEAA-A1E8-4C4E-A5D0-30471626D7EB}"/>
    <dgm:cxn modelId="{5131243D-283E-4F7C-A60B-21732684FCDC}" srcId="{1B996AF8-98E9-4C9B-9DC7-614511C36128}" destId="{094A2D67-B94F-41DF-B860-603FBF6485D2}" srcOrd="0" destOrd="0" parTransId="{F443A7F8-B712-4B9F-8EB2-76FFD3A4F286}" sibTransId="{55D448F5-6CAC-447A-BDD6-D6EFCB8ABAB6}"/>
    <dgm:cxn modelId="{627A5A3D-A43D-4405-95E3-2EAE15FA3A6D}" type="presOf" srcId="{11225554-4A7A-455E-A718-36B72A7F9036}" destId="{53E9CBAB-F312-4F26-9254-6472041EF1FC}" srcOrd="1" destOrd="0" presId="urn:microsoft.com/office/officeart/2005/8/layout/orgChart1#1"/>
    <dgm:cxn modelId="{83BF3D3E-441C-4230-A30D-DE366279FDA1}" srcId="{7F63C670-F981-49FA-9DE7-2ED04F076B06}" destId="{8CB17CD4-F5D0-4300-BAAD-C951B9A3E8D7}" srcOrd="2" destOrd="0" parTransId="{47F69AFA-8435-4DB7-B84A-39743761FBCA}" sibTransId="{614FBD0F-B809-4121-842B-5D74519BDBDF}"/>
    <dgm:cxn modelId="{1C31D25B-619D-40DA-B3F9-C0A0B5754DCF}" type="presOf" srcId="{0FEB41D4-105B-481F-B5CC-669B4783CA66}" destId="{EC7674C3-F9F4-408E-82DA-14CAFCB53AB3}" srcOrd="0" destOrd="0" presId="urn:microsoft.com/office/officeart/2005/8/layout/orgChart1#1"/>
    <dgm:cxn modelId="{335F2A5C-6C82-465B-A0C6-E8466166C9E3}" srcId="{9FE8030D-F3D4-4A5A-9576-A08D276BEFBA}" destId="{1B996AF8-98E9-4C9B-9DC7-614511C36128}" srcOrd="0" destOrd="0" parTransId="{1873D761-CF7F-4D9B-ACDE-E1C3A456ED7C}" sibTransId="{2E14B0EA-E97E-48A5-841E-99A373722FE2}"/>
    <dgm:cxn modelId="{E153BB5D-D39E-456F-8ABE-1461C70932A1}" type="presOf" srcId="{A15F7FC9-3732-45E0-86DB-9E7A526FB36C}" destId="{4E8EE952-CB8D-4A20-910B-F950A73322D3}" srcOrd="1" destOrd="0" presId="urn:microsoft.com/office/officeart/2005/8/layout/orgChart1#1"/>
    <dgm:cxn modelId="{4315695E-FA47-4BD1-9CD7-D159042E5774}" type="presOf" srcId="{6636C20D-44D5-4B68-8C2D-B3910FEA2E14}" destId="{B4025602-7831-4399-AC16-698255FB8971}" srcOrd="0" destOrd="0" presId="urn:microsoft.com/office/officeart/2005/8/layout/orgChart1#1"/>
    <dgm:cxn modelId="{6F45D95E-7A51-42E2-B8F1-74BEC5A6FEBA}" type="presOf" srcId="{819E771F-524D-4AE8-BF95-0A593D4350EC}" destId="{60874623-E076-47A6-A373-FC8CD4875463}" srcOrd="0" destOrd="0" presId="urn:microsoft.com/office/officeart/2005/8/layout/orgChart1#1"/>
    <dgm:cxn modelId="{28B4DE5E-CE8A-40CA-B7E4-A63C7FCEA058}" type="presOf" srcId="{E325D051-0388-4B91-85F0-0EBF4012D4A9}" destId="{069C2BEB-DD45-478C-8DC6-5BEC9AE7F5B2}" srcOrd="0" destOrd="0" presId="urn:microsoft.com/office/officeart/2005/8/layout/orgChart1#1"/>
    <dgm:cxn modelId="{D4FA075F-1854-4D16-8283-F8FBB157E672}" type="presOf" srcId="{EF991A91-9D8B-4BEA-8247-C97C648060B4}" destId="{5DE49EC7-2DD0-41EF-9F8E-C275735B3B16}" srcOrd="0" destOrd="0" presId="urn:microsoft.com/office/officeart/2005/8/layout/orgChart1#1"/>
    <dgm:cxn modelId="{9267F85F-9A87-45E4-AB9D-6ABFAF7A6722}" srcId="{F8C47FE8-AB27-4E45-95A9-2ADF945BFEE5}" destId="{D9F71FEB-2939-444E-A2AC-A1DA98E53083}" srcOrd="0" destOrd="0" parTransId="{6373A545-4345-4D05-8DE8-EE628E248EED}" sibTransId="{A400FA2C-15A9-43E0-ABD5-106663CAFBB8}"/>
    <dgm:cxn modelId="{F9F31860-EA0C-455B-91F1-7BD6191D251D}" type="presOf" srcId="{84FEBAAF-6502-4007-8F5E-144700DDD041}" destId="{7E9712DD-BED0-4A42-B373-6E9499981C99}" srcOrd="0" destOrd="0" presId="urn:microsoft.com/office/officeart/2005/8/layout/orgChart1#1"/>
    <dgm:cxn modelId="{E73F2960-650D-487C-932D-449C1584DDA8}" type="presOf" srcId="{957EFF01-932A-4615-B5C1-A2EB5D35E668}" destId="{F29F8536-54CC-4BF1-A961-1B4B9A7BD97F}" srcOrd="0" destOrd="0" presId="urn:microsoft.com/office/officeart/2005/8/layout/orgChart1#1"/>
    <dgm:cxn modelId="{CD8B3B60-2E09-4C2D-813A-3A28BC332934}" type="presOf" srcId="{A2CA7F40-801B-4863-AACB-C0C3423448D6}" destId="{D33973EF-6A96-411B-B109-DCAD7332F06A}" srcOrd="0" destOrd="0" presId="urn:microsoft.com/office/officeart/2005/8/layout/orgChart1#1"/>
    <dgm:cxn modelId="{83A22261-D726-4775-811A-E264ED475AF4}" type="presOf" srcId="{CFA8B535-8BCE-4A01-9812-18561772BBFC}" destId="{431FE423-4F0A-45DB-84A9-56D4D6B5E67B}" srcOrd="0" destOrd="0" presId="urn:microsoft.com/office/officeart/2005/8/layout/orgChart1#1"/>
    <dgm:cxn modelId="{03445241-0668-4F96-A894-C6F0181E6E25}" type="presOf" srcId="{0E5414D8-2873-4993-9612-CF232F3BFBAB}" destId="{B622E4DD-F1DB-4893-B3BC-CEC7D28CD533}" srcOrd="0" destOrd="0" presId="urn:microsoft.com/office/officeart/2005/8/layout/orgChart1#1"/>
    <dgm:cxn modelId="{4D25BC41-458A-4161-9495-1732A000F31E}" type="presOf" srcId="{993F1B78-C143-41BB-A1BF-1724E509F0EE}" destId="{C92B8D79-99AF-409D-B3A4-23F14DBF5252}" srcOrd="1" destOrd="0" presId="urn:microsoft.com/office/officeart/2005/8/layout/orgChart1#1"/>
    <dgm:cxn modelId="{A7890865-8F66-422E-BFCE-45513271092B}" srcId="{DECECB0C-38D1-44BC-9879-1FA51B703864}" destId="{19121195-4C8C-4461-A135-65212C7F3E84}" srcOrd="1" destOrd="0" parTransId="{77D0F2CF-1F3C-4B21-B4BC-9D89503E0CFB}" sibTransId="{9F52863E-EEFA-4CF5-BAF9-11EFD5CEF7F3}"/>
    <dgm:cxn modelId="{BEDFE545-1ACA-4A99-BF61-BCA4444EE610}" type="presOf" srcId="{DBC19947-1D29-4A34-8FFA-8B2EF4FC0AE6}" destId="{C12C4F16-C245-4099-9F3B-ADD36A3A4221}" srcOrd="0" destOrd="0" presId="urn:microsoft.com/office/officeart/2005/8/layout/orgChart1#1"/>
    <dgm:cxn modelId="{3442AD46-7031-4606-B687-068BB5EA8F56}" type="presOf" srcId="{E7236554-ACA3-4A1E-8C6D-FF9E35815AAE}" destId="{D4942B56-3A5E-4586-AAE4-F1CE3C40E0BE}" srcOrd="0" destOrd="0" presId="urn:microsoft.com/office/officeart/2005/8/layout/orgChart1#1"/>
    <dgm:cxn modelId="{9C6FEA46-ACA9-4B4A-A12A-C645CC78340C}" type="presOf" srcId="{AB87B725-3CB8-48A9-B89E-8D4E8B210D44}" destId="{4E75FD99-E68B-4B09-B1AE-736658DDB6BD}" srcOrd="0" destOrd="0" presId="urn:microsoft.com/office/officeart/2005/8/layout/orgChart1#1"/>
    <dgm:cxn modelId="{4A863D47-B8BD-4647-86F0-C956D542567C}" type="presOf" srcId="{E49A0BFB-53C4-4711-8422-EE78327D5162}" destId="{82B20E74-4F1D-4290-80A1-D0C85F303E5A}" srcOrd="0" destOrd="0" presId="urn:microsoft.com/office/officeart/2005/8/layout/orgChart1#1"/>
    <dgm:cxn modelId="{965E4A67-95F0-48E6-AA05-DFD47CB4A33E}" type="presOf" srcId="{05243160-5E33-4E4A-B8C6-52C9D31C2DCE}" destId="{4CDA3A79-5EF4-4032-97D2-0DA80B02B3D7}" srcOrd="1" destOrd="0" presId="urn:microsoft.com/office/officeart/2005/8/layout/orgChart1#1"/>
    <dgm:cxn modelId="{0FE5D647-EC02-4F54-8338-2F8C0A559780}" type="presOf" srcId="{A7CC3F0D-5D2E-4576-A097-4FC56C8C5D18}" destId="{B8F4AE74-26EE-4BC8-87D5-295719A38E3F}" srcOrd="0" destOrd="0" presId="urn:microsoft.com/office/officeart/2005/8/layout/orgChart1#1"/>
    <dgm:cxn modelId="{ED2ADC48-B4E6-412E-B38E-BEDEDF0F9496}" type="presOf" srcId="{D9F71FEB-2939-444E-A2AC-A1DA98E53083}" destId="{62D14D71-B6FE-49DD-9B33-51FDAEB0EBF8}" srcOrd="1" destOrd="0" presId="urn:microsoft.com/office/officeart/2005/8/layout/orgChart1#1"/>
    <dgm:cxn modelId="{5341FB49-7D43-4593-87B7-68CDA8DA6DB3}" type="presOf" srcId="{777DEFF1-FE40-4489-B237-8AB77D16FC2E}" destId="{95AA39E9-D9B1-452A-B46D-B7BEDD270B56}" srcOrd="1" destOrd="0" presId="urn:microsoft.com/office/officeart/2005/8/layout/orgChart1#1"/>
    <dgm:cxn modelId="{EA33794B-2CEC-4D25-BC4E-91CA7A9AA5BD}" type="presOf" srcId="{AAC2F90A-D280-4EC7-A2C2-A4ADF9832D0D}" destId="{2912D27A-0237-46B5-A13C-9CA63BB90903}" srcOrd="0" destOrd="0" presId="urn:microsoft.com/office/officeart/2005/8/layout/orgChart1#1"/>
    <dgm:cxn modelId="{10EE9B6B-8E72-43F7-B2C2-C039404ABBB8}" type="presOf" srcId="{D31A01FC-4006-4416-BF03-B1A33167E9B6}" destId="{9B5D8D8F-DCFB-423B-A93E-2F5C03662CEC}" srcOrd="0" destOrd="0" presId="urn:microsoft.com/office/officeart/2005/8/layout/orgChart1#1"/>
    <dgm:cxn modelId="{3504BE6B-D6AB-4650-A9AB-052572DA9373}" type="presOf" srcId="{6767614A-F1F3-499F-A333-27E03B754265}" destId="{27B4FAF4-92A3-4E8C-BC17-59D4B8A52EE4}" srcOrd="1" destOrd="0" presId="urn:microsoft.com/office/officeart/2005/8/layout/orgChart1#1"/>
    <dgm:cxn modelId="{EF2ACD6B-EF25-48E9-BE78-243932B0A7F8}" type="presOf" srcId="{DD8773F3-35D4-452B-ACFC-D125C7B10740}" destId="{5B0743BE-060F-4DF5-826A-39B72509668A}" srcOrd="1" destOrd="0" presId="urn:microsoft.com/office/officeart/2005/8/layout/orgChart1#1"/>
    <dgm:cxn modelId="{983FE06B-240D-453D-B41A-E83EC0A5D54C}" type="presOf" srcId="{D6DB44C9-F6B0-48C4-B024-24F5384D9719}" destId="{E9BA81D6-81CE-48CB-A1C4-F1BFD9761C8B}" srcOrd="0" destOrd="0" presId="urn:microsoft.com/office/officeart/2005/8/layout/orgChart1#1"/>
    <dgm:cxn modelId="{B1E9894F-9359-49CE-81FB-CEF1F8607AAB}" type="presOf" srcId="{075474F4-FFAF-4920-A89A-CEAB9B134EEC}" destId="{C34023E3-7367-451F-A8CB-0C679BEF50AE}" srcOrd="0" destOrd="0" presId="urn:microsoft.com/office/officeart/2005/8/layout/orgChart1#1"/>
    <dgm:cxn modelId="{DCAD974F-4534-4C6D-BA22-3E5614621B08}" type="presOf" srcId="{BFD192CC-79F8-4387-B5A7-CE92E7B32837}" destId="{FF72CF0F-5DE4-4F80-B2F6-5CAE6CE1DD38}" srcOrd="0" destOrd="0" presId="urn:microsoft.com/office/officeart/2005/8/layout/orgChart1#1"/>
    <dgm:cxn modelId="{7F7DB36F-E2ED-4F03-AFF9-4838B34B84F5}" type="presOf" srcId="{09F00F0A-31F0-4519-9121-ADF63BE117CA}" destId="{CE3D1FE7-BD2D-4A32-AB85-53FED4B837BA}" srcOrd="0" destOrd="0" presId="urn:microsoft.com/office/officeart/2005/8/layout/orgChart1#1"/>
    <dgm:cxn modelId="{04F5C84F-5278-4133-90C6-EF2F4E5CC95D}" type="presOf" srcId="{E0DB1DAE-9ADB-4314-8115-5509551F4C5A}" destId="{F0F131C2-FE80-4A1E-A223-4B6D50033373}" srcOrd="0" destOrd="0" presId="urn:microsoft.com/office/officeart/2005/8/layout/orgChart1#1"/>
    <dgm:cxn modelId="{A47F2D70-AC6B-4178-BE07-EC275369B6DC}" type="presOf" srcId="{E62C696D-1C19-4A47-AA82-F3C01C7609D7}" destId="{02DACEFD-FDB1-439C-B447-28620B4EFC24}" srcOrd="0" destOrd="0" presId="urn:microsoft.com/office/officeart/2005/8/layout/orgChart1#1"/>
    <dgm:cxn modelId="{2A32B050-B8AF-41C7-83E8-1063D339A0D6}" type="presOf" srcId="{C72A5C43-C97B-4701-8644-E91FA94BB9BD}" destId="{C4414477-FDE0-44B6-8B19-2E824925C171}" srcOrd="1" destOrd="0" presId="urn:microsoft.com/office/officeart/2005/8/layout/orgChart1#1"/>
    <dgm:cxn modelId="{C8FB2371-AB40-48B4-8390-7572FDB9B1EC}" type="presOf" srcId="{1FE83C89-735F-4B5C-819D-9DFC4F2100C1}" destId="{1601E3BF-E204-45F4-91C8-D599CC12BBE4}" srcOrd="1" destOrd="0" presId="urn:microsoft.com/office/officeart/2005/8/layout/orgChart1#1"/>
    <dgm:cxn modelId="{E52FA151-A9B4-4784-8F21-D634976355DD}" srcId="{7F63C670-F981-49FA-9DE7-2ED04F076B06}" destId="{C00C9AED-D526-4F62-8153-5CC39D8F6ABC}" srcOrd="7" destOrd="0" parTransId="{55C4DBE2-0044-49B5-BA90-92F8B43E6B73}" sibTransId="{AD989734-ED95-4392-94C6-586C3C60FEAC}"/>
    <dgm:cxn modelId="{FE9E2852-4DFA-45B9-92A5-223F1F4B71DF}" srcId="{094A2D67-B94F-41DF-B860-603FBF6485D2}" destId="{48C275A5-5D82-4868-867B-DF0987748A4D}" srcOrd="1" destOrd="0" parTransId="{EF991A91-9D8B-4BEA-8247-C97C648060B4}" sibTransId="{9588C237-0615-45EE-A6DE-639E402D989F}"/>
    <dgm:cxn modelId="{7F6E4C72-D691-439C-94B9-F4C3864E168C}" type="presOf" srcId="{291C03C7-1510-4803-81C7-04DA44F95245}" destId="{CD44B630-B5DB-4684-B5AD-16BAAFE93255}" srcOrd="0" destOrd="0" presId="urn:microsoft.com/office/officeart/2005/8/layout/orgChart1#1"/>
    <dgm:cxn modelId="{F33F5E53-B214-483A-9DF5-E1ED803F7904}" srcId="{DECECB0C-38D1-44BC-9879-1FA51B703864}" destId="{A3E10573-CE4F-4BCC-9879-2FE67BEE0CA0}" srcOrd="0" destOrd="0" parTransId="{075474F4-FFAF-4920-A89A-CEAB9B134EEC}" sibTransId="{768C2901-5A90-4D97-A9AE-FFC47B460086}"/>
    <dgm:cxn modelId="{E2AE8B73-8C1D-4ACD-AC14-D97F8C93326B}" type="presOf" srcId="{71EB1422-F901-4059-B839-7D7ACC342942}" destId="{75EE77FC-64EE-4528-B6E3-91824E4447A6}" srcOrd="0" destOrd="0" presId="urn:microsoft.com/office/officeart/2005/8/layout/orgChart1#1"/>
    <dgm:cxn modelId="{6F7EE754-3EB6-48D7-AA63-463BB55FB744}" type="presOf" srcId="{A3E10573-CE4F-4BCC-9879-2FE67BEE0CA0}" destId="{8B0C657F-DE93-4CBC-9D42-62DF9BAFA4D7}" srcOrd="0" destOrd="0" presId="urn:microsoft.com/office/officeart/2005/8/layout/orgChart1#1"/>
    <dgm:cxn modelId="{D9A9FC54-9451-4D47-8898-E1CBD1C8ACF1}" type="presOf" srcId="{35F721EB-493E-4F09-B128-0F85C69F6B9A}" destId="{E301F119-A5AC-49AE-BA1E-24B783C4C75C}" srcOrd="0" destOrd="0" presId="urn:microsoft.com/office/officeart/2005/8/layout/orgChart1#1"/>
    <dgm:cxn modelId="{15FF0E55-FCE0-4482-A8DD-07EF55CDF806}" type="presOf" srcId="{67575AC0-FCB9-49A6-A7C0-D4AB32C9F130}" destId="{2181857C-9469-497D-8551-52B06804ACF6}" srcOrd="0" destOrd="0" presId="urn:microsoft.com/office/officeart/2005/8/layout/orgChart1#1"/>
    <dgm:cxn modelId="{DADC3455-497A-42B9-878E-AA035D804D3E}" type="presOf" srcId="{E62C696D-1C19-4A47-AA82-F3C01C7609D7}" destId="{B74ABDE1-9060-46D0-8C43-836CE34C9561}" srcOrd="1" destOrd="0" presId="urn:microsoft.com/office/officeart/2005/8/layout/orgChart1#1"/>
    <dgm:cxn modelId="{D9D86176-8C98-4B60-8E15-8474D289860D}" srcId="{05243160-5E33-4E4A-B8C6-52C9D31C2DCE}" destId="{71EB1422-F901-4059-B839-7D7ACC342942}" srcOrd="0" destOrd="0" parTransId="{E325D051-0388-4B91-85F0-0EBF4012D4A9}" sibTransId="{1C997574-39F6-4E49-A069-2FE6DA819211}"/>
    <dgm:cxn modelId="{38297277-7685-4111-9329-D6C4F025B092}" type="presOf" srcId="{E5460B48-993D-4F71-BCC9-BC113FAF4D4F}" destId="{9C941496-FD47-408D-9CFE-29A220651A19}" srcOrd="0" destOrd="0" presId="urn:microsoft.com/office/officeart/2005/8/layout/orgChart1#1"/>
    <dgm:cxn modelId="{D0AC8D57-64E5-4BB2-9524-9DF63827E2B8}" type="presOf" srcId="{518BB10A-0CD7-4D43-B95F-9EF725AFC54A}" destId="{401892C9-F688-42E6-9753-1A0C8490D40B}" srcOrd="0" destOrd="0" presId="urn:microsoft.com/office/officeart/2005/8/layout/orgChart1#1"/>
    <dgm:cxn modelId="{A9E4FE77-0B45-4C72-A620-3577D2AC429F}" type="presOf" srcId="{0630059D-70B0-4949-94C0-1A72A770CB63}" destId="{00A1E9E1-9BA4-4A92-8603-5130E1CC15E6}" srcOrd="0" destOrd="0" presId="urn:microsoft.com/office/officeart/2005/8/layout/orgChart1#1"/>
    <dgm:cxn modelId="{661BE358-5749-492A-BF75-F45257823384}" srcId="{186515D2-1E7E-45AA-B03D-985F22F3BFDA}" destId="{6767614A-F1F3-499F-A333-27E03B754265}" srcOrd="3" destOrd="0" parTransId="{957EFF01-932A-4615-B5C1-A2EB5D35E668}" sibTransId="{24E42DC1-3EC1-4267-A6EC-7CFA2B2838B0}"/>
    <dgm:cxn modelId="{E79EB779-C766-48C2-80DA-A82ABD9E4EC4}" srcId="{6A51F52D-62CB-4908-B926-0FD1AF5DEB67}" destId="{8A1CC2F6-E34B-4226-A8F5-0B4EAA4AC2F8}" srcOrd="0" destOrd="0" parTransId="{AB64F750-C8BC-4227-974F-25CF4F7ED9C5}" sibTransId="{EF10FEEC-E95A-4986-BB02-56E355132D77}"/>
    <dgm:cxn modelId="{050DC67A-E0AB-466A-93C5-B568A3A8E741}" srcId="{FB688780-8978-4264-9F4B-B83843324E4B}" destId="{64BA2FC0-B5E8-4573-910F-B45D956E7B3F}" srcOrd="0" destOrd="0" parTransId="{554E229D-872D-43DF-A381-964A86BC3CE3}" sibTransId="{74FBFB29-5465-43DE-B3CC-35B2F1AD2CED}"/>
    <dgm:cxn modelId="{DBE1497C-41E6-461A-B46C-EF398997D6BD}" type="presOf" srcId="{E32F66DC-0B69-4BCD-BCDC-F7292B1D225F}" destId="{E5259049-D51D-436B-9137-5B4496ABF2BF}" srcOrd="1" destOrd="0" presId="urn:microsoft.com/office/officeart/2005/8/layout/orgChart1#1"/>
    <dgm:cxn modelId="{9E5E817C-AE3E-49AC-B217-B29F38AA6431}" type="presOf" srcId="{E0D76D38-7DEE-41C1-A426-98194775A887}" destId="{CDC58C45-248D-4CF3-B1D1-C072FC0CDD32}" srcOrd="0" destOrd="0" presId="urn:microsoft.com/office/officeart/2005/8/layout/orgChart1#1"/>
    <dgm:cxn modelId="{BD35677D-2E04-4FA8-AF4E-8AC4AC701B3C}" srcId="{A3E10573-CE4F-4BCC-9879-2FE67BEE0CA0}" destId="{E62C696D-1C19-4A47-AA82-F3C01C7609D7}" srcOrd="4" destOrd="0" parTransId="{E503992E-7F22-451D-9D3E-A053AA6A6D80}" sibTransId="{012521A9-BE42-4AE4-9688-653AC0BBD11B}"/>
    <dgm:cxn modelId="{CF07A57D-3328-46DC-A935-C50424BA8CAA}" type="presOf" srcId="{8F711501-5C40-48FE-A75C-2AA3B519562C}" destId="{789E0DE1-3313-4B96-860A-FDF5786FD69B}" srcOrd="0" destOrd="0" presId="urn:microsoft.com/office/officeart/2005/8/layout/orgChart1#1"/>
    <dgm:cxn modelId="{DAEB4C7F-4508-4DE7-B0B2-3009FBFD50C8}" srcId="{7F63C670-F981-49FA-9DE7-2ED04F076B06}" destId="{A5800193-A42C-4073-B745-ABDEECB5D966}" srcOrd="3" destOrd="0" parTransId="{00AC58E8-E7A4-42CB-86E5-4108E2BA9C35}" sibTransId="{160B69E3-044A-456B-A587-AD1F8E42FA11}"/>
    <dgm:cxn modelId="{48ACFA80-EA83-4385-8666-D64A155C09B4}" type="presOf" srcId="{76C0E707-AFE6-4819-9B2C-061D5C055DF5}" destId="{B0D91288-7FBE-4A95-9F86-EB5945905A43}" srcOrd="0" destOrd="0" presId="urn:microsoft.com/office/officeart/2005/8/layout/orgChart1#1"/>
    <dgm:cxn modelId="{5BC72181-F277-43AF-A2A9-1037DD048DDF}" type="presOf" srcId="{7523A442-116D-4AFA-9563-E752317EF4B8}" destId="{E079A5ED-D261-4047-81BF-0099B47C78EA}" srcOrd="0" destOrd="0" presId="urn:microsoft.com/office/officeart/2005/8/layout/orgChart1#1"/>
    <dgm:cxn modelId="{34343081-CC75-476F-837E-F3671C0968A1}" type="presOf" srcId="{376F3385-9DF0-4A7D-B81F-B2A36BB88408}" destId="{BF131FED-1ACC-4735-9E4D-A42805C7E664}" srcOrd="0" destOrd="0" presId="urn:microsoft.com/office/officeart/2005/8/layout/orgChart1#1"/>
    <dgm:cxn modelId="{1DE96881-9975-49F3-80CB-398302C43EDA}" type="presOf" srcId="{819E771F-524D-4AE8-BF95-0A593D4350EC}" destId="{967A7CB3-0F10-4970-8B73-701FA3CD5E79}" srcOrd="1" destOrd="0" presId="urn:microsoft.com/office/officeart/2005/8/layout/orgChart1#1"/>
    <dgm:cxn modelId="{24B4AC81-2A56-412F-BF1A-8257BEF2699C}" type="presOf" srcId="{9FE8030D-F3D4-4A5A-9576-A08D276BEFBA}" destId="{A4D81369-EBF4-4938-8243-FD68C79C1EE8}" srcOrd="1" destOrd="0" presId="urn:microsoft.com/office/officeart/2005/8/layout/orgChart1#1"/>
    <dgm:cxn modelId="{68540782-170A-4DF1-ACBE-9DF013293B86}" type="presOf" srcId="{4420A537-918E-4FAA-A9C6-61A49BCF1F54}" destId="{0DE3B2CE-3A3C-4021-B8FB-F98888B999EE}" srcOrd="1" destOrd="0" presId="urn:microsoft.com/office/officeart/2005/8/layout/orgChart1#1"/>
    <dgm:cxn modelId="{6B0F0A82-C109-4D07-AD03-854162B63812}" type="presOf" srcId="{BDB6984C-C69D-4C4B-83B8-9415FD061429}" destId="{A5193B58-CA6C-44EF-B803-D3AE7873A8B2}" srcOrd="1" destOrd="0" presId="urn:microsoft.com/office/officeart/2005/8/layout/orgChart1#1"/>
    <dgm:cxn modelId="{CCF71D82-2322-40C0-ABEB-B28EEC75EE7D}" type="presOf" srcId="{3F402936-A577-4BD5-AE26-4F3D437E306A}" destId="{C050ADAB-D0D0-4549-894F-BF0DBCFBFE28}" srcOrd="0" destOrd="0" presId="urn:microsoft.com/office/officeart/2005/8/layout/orgChart1#1"/>
    <dgm:cxn modelId="{C5249182-C82C-4D2F-8BEC-8DC6C1E353CA}" type="presOf" srcId="{DD8773F3-35D4-452B-ACFC-D125C7B10740}" destId="{37432AAF-411D-45C8-BC26-4FF0CA22D798}" srcOrd="0" destOrd="0" presId="urn:microsoft.com/office/officeart/2005/8/layout/orgChart1#1"/>
    <dgm:cxn modelId="{B084D082-05FC-4B94-8351-8549C1173E36}" type="presOf" srcId="{3414342C-FBF5-44FC-9C8F-C9E82E82F4FF}" destId="{5E47AF86-826B-43FC-866F-1F9499F00CEB}" srcOrd="0" destOrd="0" presId="urn:microsoft.com/office/officeart/2005/8/layout/orgChart1#1"/>
    <dgm:cxn modelId="{F37B3683-D2E5-4E3F-9182-9073C38A1E1E}" type="presOf" srcId="{CF14697B-9D1E-4F68-BCC1-96D6B2342AB1}" destId="{CA3EC740-8DD9-4297-B645-CC0ECA89FA60}" srcOrd="1" destOrd="0" presId="urn:microsoft.com/office/officeart/2005/8/layout/orgChart1#1"/>
    <dgm:cxn modelId="{74773783-5B46-4910-8D83-9C0BB8AFB81C}" type="presOf" srcId="{25B9FA68-8EEF-435D-8BC5-DC5866BD43E9}" destId="{211944BF-9C64-4ECF-A445-9BF1F66816C1}" srcOrd="0" destOrd="0" presId="urn:microsoft.com/office/officeart/2005/8/layout/orgChart1#1"/>
    <dgm:cxn modelId="{7F499284-41EB-4646-8B58-EC78FC6D4799}" srcId="{B3C5709F-1A62-4418-86E3-49254940DBAB}" destId="{6A51F52D-62CB-4908-B926-0FD1AF5DEB67}" srcOrd="1" destOrd="0" parTransId="{0E91ED1C-CEA7-44B5-84A5-DB1B8E002452}" sibTransId="{40B3F49F-A492-4D8E-8C99-9012F11655C8}"/>
    <dgm:cxn modelId="{65601285-BCAB-4F74-8870-66312143E40C}" type="presOf" srcId="{D31A01FC-4006-4416-BF03-B1A33167E9B6}" destId="{ABF1F139-6920-4B96-9817-BB00A71D7403}" srcOrd="1" destOrd="0" presId="urn:microsoft.com/office/officeart/2005/8/layout/orgChart1#1"/>
    <dgm:cxn modelId="{69FAD785-6606-425B-9D94-95129F89D341}" srcId="{F8C47FE8-AB27-4E45-95A9-2ADF945BFEE5}" destId="{FB688780-8978-4264-9F4B-B83843324E4B}" srcOrd="1" destOrd="0" parTransId="{2D2B3545-11F6-4DCA-AF14-6374D0964423}" sibTransId="{2F7FC4F7-788B-4168-AEB6-9F85227997D3}"/>
    <dgm:cxn modelId="{E9D17086-6243-471C-98C2-E437D5DC06B8}" type="presOf" srcId="{CFA8B535-8BCE-4A01-9812-18561772BBFC}" destId="{94E6C3E0-55FB-44AC-BB2C-4BBDEC716FAD}" srcOrd="1" destOrd="0" presId="urn:microsoft.com/office/officeart/2005/8/layout/orgChart1#1"/>
    <dgm:cxn modelId="{3F83088A-8C3E-4AB2-87A5-D3543DEC1321}" srcId="{B3C5709F-1A62-4418-86E3-49254940DBAB}" destId="{186515D2-1E7E-45AA-B03D-985F22F3BFDA}" srcOrd="4" destOrd="0" parTransId="{306AF0FF-C354-48E1-8F81-2CA9D0C2B4D4}" sibTransId="{6FFEABC1-4109-40FB-9860-4AFB4C4A3BC1}"/>
    <dgm:cxn modelId="{FCCF7E8C-D9A0-479F-981A-C615BF19365F}" type="presOf" srcId="{77D0F2CF-1F3C-4B21-B4BC-9D89503E0CFB}" destId="{07547702-9610-449B-AD58-C0539E99C36C}" srcOrd="0" destOrd="0" presId="urn:microsoft.com/office/officeart/2005/8/layout/orgChart1#1"/>
    <dgm:cxn modelId="{2985FB91-753D-4FF0-A3F3-B4FA3B8EC9EE}" type="presOf" srcId="{8A1CC2F6-E34B-4226-A8F5-0B4EAA4AC2F8}" destId="{D6540CEE-EA1F-4B3F-B231-09BDA87C05BD}" srcOrd="1" destOrd="0" presId="urn:microsoft.com/office/officeart/2005/8/layout/orgChart1#1"/>
    <dgm:cxn modelId="{9FAD4292-D3EE-4CF8-B48C-7854CA2C9646}" type="presOf" srcId="{AB87B725-3CB8-48A9-B89E-8D4E8B210D44}" destId="{B27D0901-F8E5-4BC2-9625-5B0E746E7813}" srcOrd="1" destOrd="0" presId="urn:microsoft.com/office/officeart/2005/8/layout/orgChart1#1"/>
    <dgm:cxn modelId="{5CA4D292-4C66-4D0D-9015-F2BC63E7A1BB}" srcId="{777DEFF1-FE40-4489-B237-8AB77D16FC2E}" destId="{8F711501-5C40-48FE-A75C-2AA3B519562C}" srcOrd="2" destOrd="0" parTransId="{2D62A338-3EED-4908-A2C7-E88861E4A495}" sibTransId="{62BD7D5D-05F3-4366-B3E3-BD8C8ABA4A74}"/>
    <dgm:cxn modelId="{D96E1193-551B-4EC3-8545-BE93C7D46BED}" type="presOf" srcId="{72EFD20B-9FF2-432C-BAD5-4C34FDA8D5D0}" destId="{095F0404-1F8F-4D27-884D-FF07A3244F80}" srcOrd="0" destOrd="0" presId="urn:microsoft.com/office/officeart/2005/8/layout/orgChart1#1"/>
    <dgm:cxn modelId="{6294B396-A560-4938-8C77-FABB14A5B694}" type="presOf" srcId="{4D9A8F9B-DF2E-498F-8F7C-A3F9F50C8DA7}" destId="{803B1017-45A5-40A2-8433-DC1327971637}" srcOrd="0" destOrd="0" presId="urn:microsoft.com/office/officeart/2005/8/layout/orgChart1#1"/>
    <dgm:cxn modelId="{D9BE8697-3A16-4B90-81F1-9CB9BDA2AB0E}" type="presOf" srcId="{C0A69B5A-D1E4-44CC-83A6-4539FD70EC63}" destId="{DBB6864D-ED3C-449C-97A6-B1504CF98517}" srcOrd="0" destOrd="0" presId="urn:microsoft.com/office/officeart/2005/8/layout/orgChart1#1"/>
    <dgm:cxn modelId="{C1DDD199-A440-482D-91F9-27F7867CC0C6}" type="presOf" srcId="{ACB25263-05C0-4B25-B15B-5A2A6712ADC3}" destId="{473FFB2C-3A0E-420A-9BC2-4BDCC0893976}" srcOrd="0" destOrd="0" presId="urn:microsoft.com/office/officeart/2005/8/layout/orgChart1#1"/>
    <dgm:cxn modelId="{4197039B-B5C1-4D06-8EA7-155C6BF1510C}" type="presOf" srcId="{094A2D67-B94F-41DF-B860-603FBF6485D2}" destId="{75BD3AC7-A3A3-4E6B-8B14-FE1E0865C20B}" srcOrd="0" destOrd="0" presId="urn:microsoft.com/office/officeart/2005/8/layout/orgChart1#1"/>
    <dgm:cxn modelId="{2C4BE89C-A926-4326-ABD7-C853A4BF1657}" type="presOf" srcId="{7F63C670-F981-49FA-9DE7-2ED04F076B06}" destId="{86EDDC90-56B9-4870-97E0-01B7D9BE8050}" srcOrd="1" destOrd="0" presId="urn:microsoft.com/office/officeart/2005/8/layout/orgChart1#1"/>
    <dgm:cxn modelId="{8F7D759E-0CF0-48E2-BA00-2C3B5C0169A6}" type="presOf" srcId="{8CB17CD4-F5D0-4300-BAAD-C951B9A3E8D7}" destId="{F9CADDB4-8735-4E5B-8F48-4EA7D4C123C9}" srcOrd="1" destOrd="0" presId="urn:microsoft.com/office/officeart/2005/8/layout/orgChart1#1"/>
    <dgm:cxn modelId="{ED292BA0-D1D6-46E2-BA44-F22A7A6814DE}" type="presOf" srcId="{1FE83C89-735F-4B5C-819D-9DFC4F2100C1}" destId="{9C04EF03-8377-45E6-9AA2-C89D66FB4BA6}" srcOrd="0" destOrd="0" presId="urn:microsoft.com/office/officeart/2005/8/layout/orgChart1#1"/>
    <dgm:cxn modelId="{21890DA1-35D1-4B01-955F-2BB8BA7C6D72}" type="presOf" srcId="{60DDD964-AC5C-4640-BA82-178D4A0FE855}" destId="{4106C07D-F405-48BD-93BB-7874E6EDF1C9}" srcOrd="0" destOrd="0" presId="urn:microsoft.com/office/officeart/2005/8/layout/orgChart1#1"/>
    <dgm:cxn modelId="{C0D981A1-8581-43D6-B398-185253025E36}" type="presOf" srcId="{C0A69B5A-D1E4-44CC-83A6-4539FD70EC63}" destId="{BC52B4E0-95FB-43AC-9211-74DB89C0600E}" srcOrd="1" destOrd="0" presId="urn:microsoft.com/office/officeart/2005/8/layout/orgChart1#1"/>
    <dgm:cxn modelId="{EA33B3A1-4C2F-4E88-B91C-F26615DACFFD}" type="presOf" srcId="{ED2DAD8C-C802-4533-A902-7A8754C27BE7}" destId="{E4F887CC-82E9-4016-8CF7-D761FDE73E68}" srcOrd="0" destOrd="0" presId="urn:microsoft.com/office/officeart/2005/8/layout/orgChart1#1"/>
    <dgm:cxn modelId="{027620A3-A323-4B2B-AD38-2DC01587CC04}" type="presOf" srcId="{1BB21451-6273-4EA7-8466-72E82A51CF3C}" destId="{B1398CA7-2E8A-418C-B2F7-E93440FE77AE}" srcOrd="1" destOrd="0" presId="urn:microsoft.com/office/officeart/2005/8/layout/orgChart1#1"/>
    <dgm:cxn modelId="{CA7EF9A3-DB48-4C15-862A-ACF7C7B537AA}" type="presOf" srcId="{35F721EB-493E-4F09-B128-0F85C69F6B9A}" destId="{AE322E96-1608-407A-8500-8C7AC2BC903B}" srcOrd="1" destOrd="0" presId="urn:microsoft.com/office/officeart/2005/8/layout/orgChart1#1"/>
    <dgm:cxn modelId="{F41489A4-A4E1-4CEA-9722-FF6313311481}" type="presOf" srcId="{2C640271-CC14-4278-9CDE-8DD9477E9D6D}" destId="{22A5A96D-D360-465A-B571-84BD2E4FBED2}" srcOrd="0" destOrd="0" presId="urn:microsoft.com/office/officeart/2005/8/layout/orgChart1#1"/>
    <dgm:cxn modelId="{ED141CA7-708E-4F47-8F2B-88B5EC29967D}" type="presOf" srcId="{BDB6984C-C69D-4C4B-83B8-9415FD061429}" destId="{E8F255F0-693E-417A-BF34-D98CDFF70E0C}" srcOrd="0" destOrd="0" presId="urn:microsoft.com/office/officeart/2005/8/layout/orgChart1#1"/>
    <dgm:cxn modelId="{E33264A7-2FD9-428F-901C-0E583B7A9B52}" srcId="{A3E10573-CE4F-4BCC-9879-2FE67BEE0CA0}" destId="{E0D76D38-7DEE-41C1-A426-98194775A887}" srcOrd="0" destOrd="0" parTransId="{4124ACF7-B6AD-4CEE-9E1F-167F1F5CC0FE}" sibTransId="{070778D1-0D87-4EC1-91A1-FB3A7455D051}"/>
    <dgm:cxn modelId="{B6FD46A7-A37B-4C90-BC85-C18E18203DB8}" type="presOf" srcId="{4D9A8F9B-DF2E-498F-8F7C-A3F9F50C8DA7}" destId="{D6224722-9F61-4F52-95C2-D9C3256012C6}" srcOrd="1" destOrd="0" presId="urn:microsoft.com/office/officeart/2005/8/layout/orgChart1#1"/>
    <dgm:cxn modelId="{DD7212AA-21FF-483C-9A8A-38A1D6D14EC1}" type="presOf" srcId="{D1FB0EDC-5BFF-43CF-A361-DF564D81FFB0}" destId="{499AB08F-257C-4DE9-80C8-365C901C8C43}" srcOrd="0" destOrd="0" presId="urn:microsoft.com/office/officeart/2005/8/layout/orgChart1#1"/>
    <dgm:cxn modelId="{606422AA-6D18-4C42-A1AF-6F160CB23D84}" type="presOf" srcId="{A5800193-A42C-4073-B745-ABDEECB5D966}" destId="{8DF605CB-0DD3-472C-A480-45DA4C376966}" srcOrd="0" destOrd="0" presId="urn:microsoft.com/office/officeart/2005/8/layout/orgChart1#1"/>
    <dgm:cxn modelId="{C313C9AA-FED3-47F6-A117-E2ED21533B8F}" type="presOf" srcId="{B324EDD0-AEF0-4209-8244-353464B668BC}" destId="{79F80ADB-F7BE-4D58-9C07-FF5D663FEB54}" srcOrd="0" destOrd="0" presId="urn:microsoft.com/office/officeart/2005/8/layout/orgChart1#1"/>
    <dgm:cxn modelId="{8A8ED2AB-FE49-417C-B8FC-6F33E151FD2E}" type="presOf" srcId="{094A2D67-B94F-41DF-B860-603FBF6485D2}" destId="{6C94484E-0D6E-4A56-AFB9-1623C4B8A898}" srcOrd="1" destOrd="0" presId="urn:microsoft.com/office/officeart/2005/8/layout/orgChart1#1"/>
    <dgm:cxn modelId="{D0A3AFAC-103A-42F1-8234-B508BC25AA5B}" type="presOf" srcId="{74D20425-6A1B-46FA-8DAA-226E2C54CD4C}" destId="{28BCC8D4-D010-4CD3-AF5D-3CAED40ABB60}" srcOrd="0" destOrd="0" presId="urn:microsoft.com/office/officeart/2005/8/layout/orgChart1#1"/>
    <dgm:cxn modelId="{766F04AD-FB43-4C0F-86FF-5552232D8126}" srcId="{7F63C670-F981-49FA-9DE7-2ED04F076B06}" destId="{35F721EB-493E-4F09-B128-0F85C69F6B9A}" srcOrd="8" destOrd="0" parTransId="{3F402936-A577-4BD5-AE26-4F3D437E306A}" sibTransId="{162FAF86-F105-4669-B076-CD3A153FE5FC}"/>
    <dgm:cxn modelId="{BCC908AD-B3F0-461B-9937-BE7152B27761}" type="presOf" srcId="{CC1CD5A1-EB9F-41E0-8B90-A1F6EFE94E68}" destId="{84246F70-5D5E-4F69-8690-0B96D2C77333}" srcOrd="0" destOrd="0" presId="urn:microsoft.com/office/officeart/2005/8/layout/orgChart1#1"/>
    <dgm:cxn modelId="{05E524AD-3198-4677-B53F-0279AB5911E6}" srcId="{D9F71FEB-2939-444E-A2AC-A1DA98E53083}" destId="{349F3906-4FC8-4710-89BA-B87B308E9A38}" srcOrd="1" destOrd="0" parTransId="{45AC6405-1B79-4422-8B3B-5349DB39FDFF}" sibTransId="{4665F384-27DC-4418-9936-D1994CEB4111}"/>
    <dgm:cxn modelId="{551834AD-86D0-4D39-A547-6EFC2B69D6E2}" type="presOf" srcId="{64BA2FC0-B5E8-4573-910F-B45D956E7B3F}" destId="{11A3E2AB-4E4C-4620-AEF7-6931E120F390}" srcOrd="0" destOrd="0" presId="urn:microsoft.com/office/officeart/2005/8/layout/orgChart1#1"/>
    <dgm:cxn modelId="{303538AE-5A88-4D1B-A38F-BE8E7AE038CD}" type="presOf" srcId="{45AC6405-1B79-4422-8B3B-5349DB39FDFF}" destId="{BD7DB99E-C7F7-46EF-A8D3-9A023FE790C7}" srcOrd="0" destOrd="0" presId="urn:microsoft.com/office/officeart/2005/8/layout/orgChart1#1"/>
    <dgm:cxn modelId="{A59A75AE-CE97-43E2-A108-B9403F7DD573}" type="presOf" srcId="{84FEBAAF-6502-4007-8F5E-144700DDD041}" destId="{FC2AA2A9-69D1-4615-B8CC-3F9F7A239C11}" srcOrd="1" destOrd="0" presId="urn:microsoft.com/office/officeart/2005/8/layout/orgChart1#1"/>
    <dgm:cxn modelId="{63DD44B0-B4A1-4177-8ECD-FBFAA0510AE6}" type="presOf" srcId="{6373A545-4345-4D05-8DE8-EE628E248EED}" destId="{5CB0D6DA-FBC1-4BED-A61C-74DF7094E956}" srcOrd="0" destOrd="0" presId="urn:microsoft.com/office/officeart/2005/8/layout/orgChart1#1"/>
    <dgm:cxn modelId="{72B34AB0-C51F-4540-A633-2ED6B6A478B3}" type="presOf" srcId="{186515D2-1E7E-45AA-B03D-985F22F3BFDA}" destId="{E79B97B5-2982-4188-AC8A-4FEEF2D08251}" srcOrd="1" destOrd="0" presId="urn:microsoft.com/office/officeart/2005/8/layout/orgChart1#1"/>
    <dgm:cxn modelId="{AE584DB0-7811-4823-B289-A68F9029769D}" type="presOf" srcId="{DECECB0C-38D1-44BC-9879-1FA51B703864}" destId="{52CE73B7-0211-4F40-9FBE-2A98B3B820A0}" srcOrd="0" destOrd="0" presId="urn:microsoft.com/office/officeart/2005/8/layout/orgChart1#1"/>
    <dgm:cxn modelId="{06D754B3-84F6-433B-BCB0-E5445E25EF51}" srcId="{7F63C670-F981-49FA-9DE7-2ED04F076B06}" destId="{DD8773F3-35D4-452B-ACFC-D125C7B10740}" srcOrd="1" destOrd="0" parTransId="{ED2DAD8C-C802-4533-A902-7A8754C27BE7}" sibTransId="{6291A9CA-5F91-4525-9C43-FFC850D80818}"/>
    <dgm:cxn modelId="{F91ACDB4-838E-4B35-A261-5B2FAA40F92A}" type="presOf" srcId="{0630059D-70B0-4949-94C0-1A72A770CB63}" destId="{7A38730A-7E54-4AFB-9254-67BF206B140F}" srcOrd="1" destOrd="0" presId="urn:microsoft.com/office/officeart/2005/8/layout/orgChart1#1"/>
    <dgm:cxn modelId="{83C5DEB4-43C3-4527-96AB-DAD19FA5EE2C}" type="presOf" srcId="{F8C47FE8-AB27-4E45-95A9-2ADF945BFEE5}" destId="{0EBBE1FF-45DA-4B5A-A6F0-169758112362}" srcOrd="1" destOrd="0" presId="urn:microsoft.com/office/officeart/2005/8/layout/orgChart1#1"/>
    <dgm:cxn modelId="{0CFFBBB7-BE97-49FB-B6EB-4576465D81AB}" type="presOf" srcId="{777DEFF1-FE40-4489-B237-8AB77D16FC2E}" destId="{61F2AB79-478C-409D-9DFA-8CC5669B657D}" srcOrd="0" destOrd="0" presId="urn:microsoft.com/office/officeart/2005/8/layout/orgChart1#1"/>
    <dgm:cxn modelId="{E07552B9-5AE4-4ACF-B89B-D40F16E296CF}" type="presOf" srcId="{B653B8DC-F767-4FB8-87B6-88BCA8801E00}" destId="{CA8E0262-AE5F-4444-840C-946176EE3E5E}" srcOrd="0" destOrd="0" presId="urn:microsoft.com/office/officeart/2005/8/layout/orgChart1#1"/>
    <dgm:cxn modelId="{50A376BA-DF36-4EFE-9088-72E3D450C5D3}" srcId="{9FE8030D-F3D4-4A5A-9576-A08D276BEFBA}" destId="{E32F66DC-0B69-4BCD-BCDC-F7292B1D225F}" srcOrd="2" destOrd="0" parTransId="{E4819418-0107-458B-AC35-45F9A95754AF}" sibTransId="{5F6F7C5A-9266-4A01-86DC-0043159BD22E}"/>
    <dgm:cxn modelId="{155FB5BA-BC29-457B-924B-09BBC117359C}" type="presOf" srcId="{19121195-4C8C-4461-A135-65212C7F3E84}" destId="{C8395663-2B46-4E5C-BE3B-6307120E52EB}" srcOrd="0" destOrd="0" presId="urn:microsoft.com/office/officeart/2005/8/layout/orgChart1#1"/>
    <dgm:cxn modelId="{2007FBBA-9A9F-4AFB-9C36-B161AEB44B0D}" srcId="{05243160-5E33-4E4A-B8C6-52C9D31C2DCE}" destId="{D31A01FC-4006-4416-BF03-B1A33167E9B6}" srcOrd="3" destOrd="0" parTransId="{4D13842F-A81B-408D-8A38-499BF055ECE4}" sibTransId="{5DA6387F-C362-4F44-9D11-09B28FDF1478}"/>
    <dgm:cxn modelId="{30D63FBB-1D86-4959-8E6D-235AF8BDC13A}" srcId="{0E5414D8-2873-4993-9612-CF232F3BFBAB}" destId="{B3C5709F-1A62-4418-86E3-49254940DBAB}" srcOrd="0" destOrd="0" parTransId="{F63BF91B-F9C2-4ED3-AD03-41F4FAE3BCBF}" sibTransId="{05E15601-373A-4BCF-A140-3BC205392B12}"/>
    <dgm:cxn modelId="{57FFD0BB-C0D3-4019-BB2F-17BF819AE5C8}" type="presOf" srcId="{B33E79D8-38C1-429A-8FA0-48C71AE6DDB2}" destId="{D299F08B-5B80-416A-ADE8-849578E92CBE}" srcOrd="0" destOrd="0" presId="urn:microsoft.com/office/officeart/2005/8/layout/orgChart1#1"/>
    <dgm:cxn modelId="{8E6A48BC-0A4E-4431-944B-1B4F7E00A5D8}" type="presOf" srcId="{FF4A42D4-A036-4966-85A6-3D2388BFFF63}" destId="{49638FA3-0D33-4CCF-BAB3-E58FA1458900}" srcOrd="0" destOrd="0" presId="urn:microsoft.com/office/officeart/2005/8/layout/orgChart1#1"/>
    <dgm:cxn modelId="{8CF396BC-61A8-4FF7-A01A-93868C34E18F}" srcId="{B3C5709F-1A62-4418-86E3-49254940DBAB}" destId="{9FE8030D-F3D4-4A5A-9576-A08D276BEFBA}" srcOrd="0" destOrd="0" parTransId="{E49A0BFB-53C4-4711-8422-EE78327D5162}" sibTransId="{9FFAF81D-157D-49DF-86DD-BAF9F0F75CC5}"/>
    <dgm:cxn modelId="{01AE15BD-2277-4D09-9102-CF3E0C5869AF}" type="presOf" srcId="{9960EA2A-B397-4444-A207-AA4F849C52E5}" destId="{08553A0A-9BBE-4371-9F58-2990B90CD68B}" srcOrd="0" destOrd="0" presId="urn:microsoft.com/office/officeart/2005/8/layout/orgChart1#1"/>
    <dgm:cxn modelId="{D4EDBEBD-8CB1-49D7-8452-67CE7BBE936F}" srcId="{819E771F-524D-4AE8-BF95-0A593D4350EC}" destId="{1CC1C473-285B-472C-B22F-85F337B79E17}" srcOrd="0" destOrd="0" parTransId="{A2CA7F40-801B-4863-AACB-C0C3423448D6}" sibTransId="{1360B3D5-D8F8-4287-ADFE-052390082A2D}"/>
    <dgm:cxn modelId="{FCC3E6BD-70CC-4782-B2CD-0C319EB24D7D}" type="presOf" srcId="{64BA2FC0-B5E8-4573-910F-B45D956E7B3F}" destId="{9FCB5553-0070-4E64-B604-DD4FBBB23AB7}" srcOrd="1" destOrd="0" presId="urn:microsoft.com/office/officeart/2005/8/layout/orgChart1#1"/>
    <dgm:cxn modelId="{83ADE8BF-D70D-4D6E-A0FD-BDE05465C75F}" srcId="{777DEFF1-FE40-4489-B237-8AB77D16FC2E}" destId="{74D20425-6A1B-46FA-8DAA-226E2C54CD4C}" srcOrd="0" destOrd="0" parTransId="{E0DB1DAE-9ADB-4314-8115-5509551F4C5A}" sibTransId="{6AD74D03-050F-430E-B482-8FDAE01F4DCF}"/>
    <dgm:cxn modelId="{69E90CC1-F46C-49E5-AB88-03834A51EED9}" type="presOf" srcId="{349F3906-4FC8-4710-89BA-B87B308E9A38}" destId="{69E2C565-BF19-43EB-8CA5-A81007C913D7}" srcOrd="0" destOrd="0" presId="urn:microsoft.com/office/officeart/2005/8/layout/orgChart1#1"/>
    <dgm:cxn modelId="{C6FC74C1-6E78-4A04-8A1D-368923122B29}" srcId="{D9F71FEB-2939-444E-A2AC-A1DA98E53083}" destId="{72EFD20B-9FF2-432C-BAD5-4C34FDA8D5D0}" srcOrd="2" destOrd="0" parTransId="{D6DB44C9-F6B0-48C4-B024-24F5384D9719}" sibTransId="{34A4F9F3-C082-48F8-AF17-630A5B3A37BC}"/>
    <dgm:cxn modelId="{39C6FAC1-6B42-4C44-8A40-8DAC251060AA}" type="presOf" srcId="{1873D761-CF7F-4D9B-ACDE-E1C3A456ED7C}" destId="{925727D0-E127-4895-94F6-024FDE16E36C}" srcOrd="0" destOrd="0" presId="urn:microsoft.com/office/officeart/2005/8/layout/orgChart1#1"/>
    <dgm:cxn modelId="{137644C3-613E-4217-9E9E-7BEF0D0BFF6A}" type="presOf" srcId="{CA63A225-E3AF-4162-B353-72A6B05AC73D}" destId="{681DD295-31D4-4F58-8E54-973078397B12}" srcOrd="0" destOrd="0" presId="urn:microsoft.com/office/officeart/2005/8/layout/orgChart1#1"/>
    <dgm:cxn modelId="{8790C0C3-6C68-4326-8A8F-169157F3FF7E}" type="presOf" srcId="{2D62A338-3EED-4908-A2C7-E88861E4A495}" destId="{87D0A6C4-582E-4083-97F9-CE83537205D2}" srcOrd="0" destOrd="0" presId="urn:microsoft.com/office/officeart/2005/8/layout/orgChart1#1"/>
    <dgm:cxn modelId="{DCE4E8C3-6482-434F-997C-240891B74402}" type="presOf" srcId="{EE1A67FF-E681-4228-A3B3-E2E9B304889E}" destId="{0E4736D6-1144-4E86-9A7B-D5F0EA39D5ED}" srcOrd="0" destOrd="0" presId="urn:microsoft.com/office/officeart/2005/8/layout/orgChart1#1"/>
    <dgm:cxn modelId="{9D5DD8C4-FCD1-48B3-9D37-8AD956B95F1E}" type="presOf" srcId="{00AC58E8-E7A4-42CB-86E5-4108E2BA9C35}" destId="{2778D4DE-AFE5-4EFE-BF8F-679061CF0B06}" srcOrd="0" destOrd="0" presId="urn:microsoft.com/office/officeart/2005/8/layout/orgChart1#1"/>
    <dgm:cxn modelId="{4BD00CC6-A333-4DF4-99FB-3BEC112B3DCB}" type="presOf" srcId="{7D05733F-4022-46D1-9F18-63A4EACBEE28}" destId="{9402D918-44DF-4965-9C3D-7F3C0861DD8F}" srcOrd="1" destOrd="0" presId="urn:microsoft.com/office/officeart/2005/8/layout/orgChart1#1"/>
    <dgm:cxn modelId="{AE0AECC8-CD39-4E68-9AB5-6207859CCB3F}" srcId="{7F63C670-F981-49FA-9DE7-2ED04F076B06}" destId="{CFA8B535-8BCE-4A01-9812-18561772BBFC}" srcOrd="6" destOrd="0" parTransId="{67575AC0-FCB9-49A6-A7C0-D4AB32C9F130}" sibTransId="{EBC5FC3F-DAF8-496B-B722-84556111DA87}"/>
    <dgm:cxn modelId="{408C6CC9-8E26-4114-AA26-44B38B25F5A1}" type="presOf" srcId="{FB688780-8978-4264-9F4B-B83843324E4B}" destId="{1313D08E-3B87-4037-9B95-CBBF2A42DA6F}" srcOrd="1" destOrd="0" presId="urn:microsoft.com/office/officeart/2005/8/layout/orgChart1#1"/>
    <dgm:cxn modelId="{4A398AC9-5A69-4903-A0A9-7601274F8A85}" srcId="{9FE8030D-F3D4-4A5A-9576-A08D276BEFBA}" destId="{05243160-5E33-4E4A-B8C6-52C9D31C2DCE}" srcOrd="3" destOrd="0" parTransId="{25B9FA68-8EEF-435D-8BC5-DC5866BD43E9}" sibTransId="{20EB501F-0851-44EF-99C0-9482D8D6BCC3}"/>
    <dgm:cxn modelId="{482134CB-DA43-44B9-B5AC-FFAE9B815F7F}" type="presOf" srcId="{5D14258C-7DA6-4E16-8342-7DE9A9E2D661}" destId="{BFB5499D-15FC-45B9-BFDC-DD8C35FE3E81}" srcOrd="0" destOrd="0" presId="urn:microsoft.com/office/officeart/2005/8/layout/orgChart1#1"/>
    <dgm:cxn modelId="{2FBB5FCB-23A4-4638-8BAD-0C8B59D7C67C}" type="presOf" srcId="{B3C5709F-1A62-4418-86E3-49254940DBAB}" destId="{92F5A508-7D50-43B1-A475-E16FCFA5138E}" srcOrd="0" destOrd="0" presId="urn:microsoft.com/office/officeart/2005/8/layout/orgChart1#1"/>
    <dgm:cxn modelId="{09105FCC-11C8-4A56-803E-1695FD5D3741}" type="presOf" srcId="{05243160-5E33-4E4A-B8C6-52C9D31C2DCE}" destId="{46B580D2-9344-4F0F-844E-5B255D47A27D}" srcOrd="0" destOrd="0" presId="urn:microsoft.com/office/officeart/2005/8/layout/orgChart1#1"/>
    <dgm:cxn modelId="{4E7456CD-6068-447A-9140-F48B5CAFE911}" type="presOf" srcId="{186515D2-1E7E-45AA-B03D-985F22F3BFDA}" destId="{FB612D29-8AF7-47F2-976C-83B69CF49F9E}" srcOrd="0" destOrd="0" presId="urn:microsoft.com/office/officeart/2005/8/layout/orgChart1#1"/>
    <dgm:cxn modelId="{A374A8CD-290E-44FE-94DE-7D4547D18D56}" srcId="{46B193DA-0AF5-4679-8978-2B848195B44A}" destId="{777DEFF1-FE40-4489-B237-8AB77D16FC2E}" srcOrd="3" destOrd="0" parTransId="{F3967BB1-9BC0-4083-A6FC-0758531AFBE9}" sibTransId="{ABC4F4B0-845E-4A88-90B8-2144C9D8816D}"/>
    <dgm:cxn modelId="{54B2B4CD-D129-41D3-BA99-7833144B9BAC}" srcId="{777DEFF1-FE40-4489-B237-8AB77D16FC2E}" destId="{1FE83C89-735F-4B5C-819D-9DFC4F2100C1}" srcOrd="1" destOrd="0" parTransId="{80374FE1-F20F-497A-8D81-3D256D6580ED}" sibTransId="{43F15499-0902-42FD-B35B-96EFA2D6DEBE}"/>
    <dgm:cxn modelId="{CB6EBCCD-57BC-4FBD-B88B-4B03F963C7A5}" srcId="{05243160-5E33-4E4A-B8C6-52C9D31C2DCE}" destId="{BDB6984C-C69D-4C4B-83B8-9415FD061429}" srcOrd="2" destOrd="0" parTransId="{E16FF0BC-C9B3-4E05-94F4-2C9B23174B10}" sibTransId="{4BB3A5B7-02DE-4C04-8AE8-5C3C90DC13D1}"/>
    <dgm:cxn modelId="{C5FFDCCF-AE63-466B-B3DA-019B9F3D5AB0}" type="presOf" srcId="{55C4DBE2-0044-49B5-BA90-92F8B43E6B73}" destId="{803B4EAF-5ACF-4A4C-90B1-58587FB39DDD}" srcOrd="0" destOrd="0" presId="urn:microsoft.com/office/officeart/2005/8/layout/orgChart1#1"/>
    <dgm:cxn modelId="{CE4B43D0-4E40-4829-82B8-2BB3577C3BBD}" type="presOf" srcId="{8F711501-5C40-48FE-A75C-2AA3B519562C}" destId="{6821F003-F686-4676-9B87-5C24857DBE4A}" srcOrd="1" destOrd="0" presId="urn:microsoft.com/office/officeart/2005/8/layout/orgChart1#1"/>
    <dgm:cxn modelId="{146028D1-A009-4216-8D16-729555F75228}" srcId="{B3C5709F-1A62-4418-86E3-49254940DBAB}" destId="{7F63C670-F981-49FA-9DE7-2ED04F076B06}" srcOrd="5" destOrd="0" parTransId="{518BB10A-0CD7-4D43-B95F-9EF725AFC54A}" sibTransId="{BC60209A-273E-44F4-AAD8-0B90BD2E502B}"/>
    <dgm:cxn modelId="{B63380D1-A6EF-43F4-A304-548F5340D0EC}" type="presOf" srcId="{E5460B48-993D-4F71-BCC9-BC113FAF4D4F}" destId="{F1F8E18B-C422-4782-80FE-3C78A5922312}" srcOrd="1" destOrd="0" presId="urn:microsoft.com/office/officeart/2005/8/layout/orgChart1#1"/>
    <dgm:cxn modelId="{6D6AE9D1-561C-4999-AAFA-98783E80E3FA}" type="presOf" srcId="{80374FE1-F20F-497A-8D81-3D256D6580ED}" destId="{9F8C6ED6-6825-4EAD-A276-ADD96254C8B3}" srcOrd="0" destOrd="0" presId="urn:microsoft.com/office/officeart/2005/8/layout/orgChart1#1"/>
    <dgm:cxn modelId="{F562ABD6-B3F1-43BC-A62C-3BA68A699AFC}" type="presOf" srcId="{76C0E707-AFE6-4819-9B2C-061D5C055DF5}" destId="{1906B760-C969-47D7-B38E-11B793B73B74}" srcOrd="1" destOrd="0" presId="urn:microsoft.com/office/officeart/2005/8/layout/orgChart1#1"/>
    <dgm:cxn modelId="{BBC4A2D9-1A3A-453E-B821-CD879C95C9DB}" type="presOf" srcId="{846BE5C8-9ABB-4D9D-8E6A-140B225D51E0}" destId="{1572E551-5456-4E8F-8FB8-2E9DD6B15206}" srcOrd="0" destOrd="0" presId="urn:microsoft.com/office/officeart/2005/8/layout/orgChart1#1"/>
    <dgm:cxn modelId="{9259DEDA-1C19-4910-B88C-9D6954A57B5E}" type="presOf" srcId="{349F3906-4FC8-4710-89BA-B87B308E9A38}" destId="{64705CC5-4A64-479B-B6FB-21EAA682522E}" srcOrd="1" destOrd="0" presId="urn:microsoft.com/office/officeart/2005/8/layout/orgChart1#1"/>
    <dgm:cxn modelId="{B52163DC-AB7F-4CF9-9EF1-9024CBC68FB4}" type="presOf" srcId="{72F7AF9E-2524-4844-82FF-4E1F50E58B55}" destId="{55E75226-96EC-427D-AED0-640E43A976CB}" srcOrd="0" destOrd="0" presId="urn:microsoft.com/office/officeart/2005/8/layout/orgChart1#1"/>
    <dgm:cxn modelId="{62804DDC-2B01-4048-A46F-3EDA32469F8D}" type="presOf" srcId="{48C275A5-5D82-4868-867B-DF0987748A4D}" destId="{B6C32991-D03F-4347-9801-A83608CFE116}" srcOrd="1" destOrd="0" presId="urn:microsoft.com/office/officeart/2005/8/layout/orgChart1#1"/>
    <dgm:cxn modelId="{EA0CFCDC-AE96-4389-BCE7-B774150DC25C}" type="presOf" srcId="{6A51F52D-62CB-4908-B926-0FD1AF5DEB67}" destId="{BD4B376B-DBAA-49B9-8462-91B1FEC30324}" srcOrd="1" destOrd="0" presId="urn:microsoft.com/office/officeart/2005/8/layout/orgChart1#1"/>
    <dgm:cxn modelId="{DE6B72DE-E36C-42BE-828E-FE203EC3E30A}" type="presOf" srcId="{DECECB0C-38D1-44BC-9879-1FA51B703864}" destId="{7949C857-F4AD-4417-9BDA-4D13746F66A7}" srcOrd="1" destOrd="0" presId="urn:microsoft.com/office/officeart/2005/8/layout/orgChart1#1"/>
    <dgm:cxn modelId="{CC7078DE-7CEB-4F98-9968-728086AFB51A}" srcId="{72F7AF9E-2524-4844-82FF-4E1F50E58B55}" destId="{1BB21451-6273-4EA7-8466-72E82A51CF3C}" srcOrd="0" destOrd="0" parTransId="{3414342C-FBF5-44FC-9C8F-C9E82E82F4FF}" sibTransId="{898CA4B7-91B3-4426-BE30-E31FEF25DFE8}"/>
    <dgm:cxn modelId="{1565A9DE-FED3-4DAC-8433-9F6781C738EB}" type="presOf" srcId="{6767614A-F1F3-499F-A333-27E03B754265}" destId="{DBE28070-A643-4B2A-A440-8E50C406AE24}" srcOrd="0" destOrd="0" presId="urn:microsoft.com/office/officeart/2005/8/layout/orgChart1#1"/>
    <dgm:cxn modelId="{554317E1-B809-4BB5-9FD8-A804DBB2B5EA}" type="presOf" srcId="{72F7AF9E-2524-4844-82FF-4E1F50E58B55}" destId="{6C40B26C-5790-4AF3-AA25-70F93555124D}" srcOrd="1" destOrd="0" presId="urn:microsoft.com/office/officeart/2005/8/layout/orgChart1#1"/>
    <dgm:cxn modelId="{2CF69EE1-DCAF-48B8-A404-AAE6C69FE79B}" srcId="{19121195-4C8C-4461-A135-65212C7F3E84}" destId="{819E771F-524D-4AE8-BF95-0A593D4350EC}" srcOrd="0" destOrd="0" parTransId="{6636C20D-44D5-4B68-8C2D-B3910FEA2E14}" sibTransId="{13F4CDF6-5814-461C-8DC2-03784934BFC9}"/>
    <dgm:cxn modelId="{1BD2CCE1-2784-453E-B9AD-A32E8EB26D7B}" type="presOf" srcId="{19121195-4C8C-4461-A135-65212C7F3E84}" destId="{36D3B52E-4C58-4D95-9DF6-F86A6E06CFF9}" srcOrd="1" destOrd="0" presId="urn:microsoft.com/office/officeart/2005/8/layout/orgChart1#1"/>
    <dgm:cxn modelId="{27716DE2-B920-4B06-9599-E790365490BB}" type="presOf" srcId="{E7236554-ACA3-4A1E-8C6D-FF9E35815AAE}" destId="{609F1176-108D-4AA0-B015-D9AD020A8865}" srcOrd="1" destOrd="0" presId="urn:microsoft.com/office/officeart/2005/8/layout/orgChart1#1"/>
    <dgm:cxn modelId="{2E64F0E4-7152-44AD-A9ED-8E39162AD22B}" type="presOf" srcId="{1B996AF8-98E9-4C9B-9DC7-614511C36128}" destId="{CFE1443F-6984-4C6C-9B91-4844FBA7EEEB}" srcOrd="1" destOrd="0" presId="urn:microsoft.com/office/officeart/2005/8/layout/orgChart1#1"/>
    <dgm:cxn modelId="{1E8666E5-A678-44C0-92E0-98F543BE6A8C}" srcId="{9FE8030D-F3D4-4A5A-9576-A08D276BEFBA}" destId="{7D05733F-4022-46D1-9F18-63A4EACBEE28}" srcOrd="1" destOrd="0" parTransId="{9960EA2A-B397-4444-A207-AA4F849C52E5}" sibTransId="{4B7EDB65-0122-4BB2-8B1A-00AD0C98038F}"/>
    <dgm:cxn modelId="{0CD8E2E5-83A6-496A-9C7C-0DD326569DDC}" type="presOf" srcId="{48C275A5-5D82-4868-867B-DF0987748A4D}" destId="{680E67F0-7C38-482D-A6A5-083C3DB3C9B8}" srcOrd="0" destOrd="0" presId="urn:microsoft.com/office/officeart/2005/8/layout/orgChart1#1"/>
    <dgm:cxn modelId="{5A3BE8E5-4038-49F7-9262-4C50328707F4}" type="presOf" srcId="{C00C9AED-D526-4F62-8153-5CC39D8F6ABC}" destId="{47E9AD63-4FA8-48CF-A6B4-7FEBD5568FCC}" srcOrd="0" destOrd="0" presId="urn:microsoft.com/office/officeart/2005/8/layout/orgChart1#1"/>
    <dgm:cxn modelId="{2CBA3FE6-C6B6-42D4-81B4-12CB59CE2AF9}" type="presOf" srcId="{306AF0FF-C354-48E1-8F81-2CA9D0C2B4D4}" destId="{CCE1D37A-53AC-4512-9BEC-341373987418}" srcOrd="0" destOrd="0" presId="urn:microsoft.com/office/officeart/2005/8/layout/orgChart1#1"/>
    <dgm:cxn modelId="{005A5FE6-7C4B-4D2D-8184-9DBABFF429FC}" type="presOf" srcId="{9FE8030D-F3D4-4A5A-9576-A08D276BEFBA}" destId="{E32963E7-1070-41B0-A9D0-567F799B213C}" srcOrd="0" destOrd="0" presId="urn:microsoft.com/office/officeart/2005/8/layout/orgChart1#1"/>
    <dgm:cxn modelId="{B2E9DBE6-8188-47D5-AF61-C1F1D4693336}" type="presOf" srcId="{8CB17CD4-F5D0-4300-BAAD-C951B9A3E8D7}" destId="{B1DD5A57-2D8C-4B72-9E4B-5A21195BE244}" srcOrd="0" destOrd="0" presId="urn:microsoft.com/office/officeart/2005/8/layout/orgChart1#1"/>
    <dgm:cxn modelId="{342E53E8-AA32-4E5B-8DAA-88CC986B2F8B}" type="presOf" srcId="{993F1B78-C143-41BB-A1BF-1724E509F0EE}" destId="{FB73A9C3-30AF-4BB7-8426-392E707C046D}" srcOrd="0" destOrd="0" presId="urn:microsoft.com/office/officeart/2005/8/layout/orgChart1#1"/>
    <dgm:cxn modelId="{F0CBFCE8-80EE-4276-BF31-8440A64590BE}" type="presOf" srcId="{47F69AFA-8435-4DB7-B84A-39743761FBCA}" destId="{DBA6FC85-3287-401C-A7CB-CB01C668A7FC}" srcOrd="0" destOrd="0" presId="urn:microsoft.com/office/officeart/2005/8/layout/orgChart1#1"/>
    <dgm:cxn modelId="{509EA3E9-2FB2-4189-99E2-28FC9DA402EC}" srcId="{7F63C670-F981-49FA-9DE7-2ED04F076B06}" destId="{4420A537-918E-4FAA-A9C6-61A49BCF1F54}" srcOrd="5" destOrd="0" parTransId="{BFD192CC-79F8-4387-B5A7-CE92E7B32837}" sibTransId="{64856581-16BA-463A-9EE5-E3A0066B42F0}"/>
    <dgm:cxn modelId="{E8BD1DEB-AAF2-4E70-9D34-AA7F3129048B}" srcId="{46B193DA-0AF5-4679-8978-2B848195B44A}" destId="{F8C47FE8-AB27-4E45-95A9-2ADF945BFEE5}" srcOrd="2" destOrd="0" parTransId="{5D14258C-7DA6-4E16-8342-7DE9A9E2D661}" sibTransId="{FE7E45D8-C001-4A13-B081-09F70DFD46EB}"/>
    <dgm:cxn modelId="{4BB65BEC-DF15-439D-9AE4-D36F1BEA47B7}" type="presOf" srcId="{CC1CD5A1-EB9F-41E0-8B90-A1F6EFE94E68}" destId="{684D9F69-22E9-4E7F-B4B1-FB20E00FCF9C}" srcOrd="1" destOrd="0" presId="urn:microsoft.com/office/officeart/2005/8/layout/orgChart1#1"/>
    <dgm:cxn modelId="{F2F862EC-FA18-481E-96F0-56723D5D7A7E}" type="presOf" srcId="{A15F7FC9-3732-45E0-86DB-9E7A526FB36C}" destId="{CA87B0E9-C6D2-44EB-9A78-114912DCF01B}" srcOrd="0" destOrd="0" presId="urn:microsoft.com/office/officeart/2005/8/layout/orgChart1#1"/>
    <dgm:cxn modelId="{D9E84BEC-0319-43BC-BF31-2397DECA57D4}" srcId="{7F63C670-F981-49FA-9DE7-2ED04F076B06}" destId="{AB87B725-3CB8-48A9-B89E-8D4E8B210D44}" srcOrd="0" destOrd="0" parTransId="{EE1A67FF-E681-4228-A3B3-E2E9B304889E}" sibTransId="{A69DF350-044D-49C9-B012-7F49D8F66D9C}"/>
    <dgm:cxn modelId="{9EE751EC-B55A-439C-91BF-BB847655CE74}" type="presOf" srcId="{BB8F93E3-3205-4146-AC63-8504A19D15F5}" destId="{FB5D7096-B959-465F-A3C4-2DE33C219D1A}" srcOrd="0" destOrd="0" presId="urn:microsoft.com/office/officeart/2005/8/layout/orgChart1#1"/>
    <dgm:cxn modelId="{D185CDED-6139-4A18-BC78-41CCC35CDD8C}" type="presOf" srcId="{8A1CC2F6-E34B-4226-A8F5-0B4EAA4AC2F8}" destId="{888EA135-A956-41C3-BF6E-5906FEBE7027}" srcOrd="0" destOrd="0" presId="urn:microsoft.com/office/officeart/2005/8/layout/orgChart1#1"/>
    <dgm:cxn modelId="{40C2EBED-6199-48AF-B75C-A7F44647C151}" type="presOf" srcId="{2D2B3545-11F6-4DCA-AF14-6374D0964423}" destId="{88E99A06-312A-4874-8D89-ABEB43DACD6C}" srcOrd="0" destOrd="0" presId="urn:microsoft.com/office/officeart/2005/8/layout/orgChart1#1"/>
    <dgm:cxn modelId="{96F305EF-7D5B-4F92-A11C-1C39C1E4CA1D}" srcId="{777DEFF1-FE40-4489-B237-8AB77D16FC2E}" destId="{B33E79D8-38C1-429A-8FA0-48C71AE6DDB2}" srcOrd="3" destOrd="0" parTransId="{D1FB0EDC-5BFF-43CF-A361-DF564D81FFB0}" sibTransId="{AC31F21C-7575-4D5E-A1EF-F6921ADC8FBF}"/>
    <dgm:cxn modelId="{D60B14F0-0E3A-41D7-9AAE-50299064E11F}" type="presOf" srcId="{1B996AF8-98E9-4C9B-9DC7-614511C36128}" destId="{44045D78-1E3E-469B-81AD-9E63F76AB7A6}" srcOrd="0" destOrd="0" presId="urn:microsoft.com/office/officeart/2005/8/layout/orgChart1#1"/>
    <dgm:cxn modelId="{A5BD89F2-2286-4D21-A516-C4BB2B062FC5}" type="presOf" srcId="{E503992E-7F22-451D-9D3E-A053AA6A6D80}" destId="{828A4485-50D5-42F2-8E8C-74C17A1994D6}" srcOrd="0" destOrd="0" presId="urn:microsoft.com/office/officeart/2005/8/layout/orgChart1#1"/>
    <dgm:cxn modelId="{87F80FF5-DE6C-4B10-BA9B-1F8DD3C11926}" type="presOf" srcId="{E32F66DC-0B69-4BCD-BCDC-F7292B1D225F}" destId="{21254379-4FB3-4470-90C3-4BE75722C436}" srcOrd="0" destOrd="0" presId="urn:microsoft.com/office/officeart/2005/8/layout/orgChart1#1"/>
    <dgm:cxn modelId="{543D2EF5-A943-4777-B5DA-CC5503491EB9}" type="presOf" srcId="{46B193DA-0AF5-4679-8978-2B848195B44A}" destId="{DE487BAB-FCDB-429C-8046-5F372332A0F0}" srcOrd="0" destOrd="0" presId="urn:microsoft.com/office/officeart/2005/8/layout/orgChart1#1"/>
    <dgm:cxn modelId="{959335F6-8C84-44D6-8585-B10218CA7BA2}" type="presOf" srcId="{F3967BB1-9BC0-4083-A6FC-0758531AFBE9}" destId="{B0F4D583-32A8-49B6-AE98-B11F1F613F37}" srcOrd="0" destOrd="0" presId="urn:microsoft.com/office/officeart/2005/8/layout/orgChart1#1"/>
    <dgm:cxn modelId="{DC68CBF7-3C01-4E1E-B111-7E47026F69C3}" type="presOf" srcId="{59355A54-06CE-46A0-B532-3C242D12F650}" destId="{0A5758BE-0539-4ED4-ACE9-B86356F8B2E1}" srcOrd="0" destOrd="0" presId="urn:microsoft.com/office/officeart/2005/8/layout/orgChart1#1"/>
    <dgm:cxn modelId="{D80243F8-4295-4184-A6BE-240FCE5A01A9}" type="presOf" srcId="{FF4A42D4-A036-4966-85A6-3D2388BFFF63}" destId="{749EF8A4-B3D8-4820-A5D4-FFE4A4B2977A}" srcOrd="1" destOrd="0" presId="urn:microsoft.com/office/officeart/2005/8/layout/orgChart1#1"/>
    <dgm:cxn modelId="{8A9A27F9-8E3F-4477-9E17-DE5E50BB9061}" srcId="{B3C5709F-1A62-4418-86E3-49254940DBAB}" destId="{46B193DA-0AF5-4679-8978-2B848195B44A}" srcOrd="2" destOrd="0" parTransId="{376F3385-9DF0-4A7D-B81F-B2A36BB88408}" sibTransId="{05A27AAA-E19C-4CA5-BA44-B2163E1B84E2}"/>
    <dgm:cxn modelId="{F732B1F9-383A-4AD8-B188-844402CCBED4}" type="presOf" srcId="{F8C47FE8-AB27-4E45-95A9-2ADF945BFEE5}" destId="{813503CD-6646-4B1A-8B3C-08E0C40D7C79}" srcOrd="0" destOrd="0" presId="urn:microsoft.com/office/officeart/2005/8/layout/orgChart1#1"/>
    <dgm:cxn modelId="{6305B8F9-B7DD-47ED-9568-0D5437CF5230}" srcId="{186515D2-1E7E-45AA-B03D-985F22F3BFDA}" destId="{BB8F93E3-3205-4146-AC63-8504A19D15F5}" srcOrd="2" destOrd="0" parTransId="{09F00F0A-31F0-4519-9121-ADF63BE117CA}" sibTransId="{B7DF3A18-6782-4230-90AA-E052ED62E279}"/>
    <dgm:cxn modelId="{97042CFA-695D-4C8C-B6E7-1177F8907A95}" srcId="{A3E10573-CE4F-4BCC-9879-2FE67BEE0CA0}" destId="{11225554-4A7A-455E-A718-36B72A7F9036}" srcOrd="1" destOrd="0" parTransId="{846BE5C8-9ABB-4D9D-8E6A-140B225D51E0}" sibTransId="{1F9160DB-63D7-4FC6-9698-5B1EA0F52214}"/>
    <dgm:cxn modelId="{471369FA-9802-4289-8AC0-CE74360CBF8B}" type="presOf" srcId="{C6CAF126-197D-4C2E-9D91-0E920EBA4824}" destId="{1097230F-5EE3-42B0-96B8-A343C347794F}" srcOrd="0" destOrd="0" presId="urn:microsoft.com/office/officeart/2005/8/layout/orgChart1#1"/>
    <dgm:cxn modelId="{13887CFE-932B-4598-AF4A-E3A4B37FA249}" type="presOf" srcId="{46B193DA-0AF5-4679-8978-2B848195B44A}" destId="{371896A5-60A9-47B7-98A8-4B22CABE9CFC}" srcOrd="1" destOrd="0" presId="urn:microsoft.com/office/officeart/2005/8/layout/orgChart1#1"/>
    <dgm:cxn modelId="{9C85FAFE-7D80-46F6-B7F3-578D80663019}" srcId="{186515D2-1E7E-45AA-B03D-985F22F3BFDA}" destId="{4D9A8F9B-DF2E-498F-8F7C-A3F9F50C8DA7}" srcOrd="1" destOrd="0" parTransId="{C6CAF126-197D-4C2E-9D91-0E920EBA4824}" sibTransId="{F2497BDE-FC5D-4415-8CD2-15AA047F6792}"/>
    <dgm:cxn modelId="{19D75B55-85F0-47A8-B97A-C7BBF5183CF5}" type="presParOf" srcId="{B622E4DD-F1DB-4893-B3BC-CEC7D28CD533}" destId="{7C0C1E23-D0CB-43A5-B65E-BBCE290D0B24}" srcOrd="0" destOrd="0" presId="urn:microsoft.com/office/officeart/2005/8/layout/orgChart1#1"/>
    <dgm:cxn modelId="{F156F8A6-C161-442E-A52A-6C66B0766DDE}" type="presParOf" srcId="{7C0C1E23-D0CB-43A5-B65E-BBCE290D0B24}" destId="{BEE0D058-4C14-40ED-BAA2-026A3C1DFEE3}" srcOrd="0" destOrd="0" presId="urn:microsoft.com/office/officeart/2005/8/layout/orgChart1#1"/>
    <dgm:cxn modelId="{3188D0E4-B97B-4541-A1D9-242ADE7B2790}" type="presParOf" srcId="{BEE0D058-4C14-40ED-BAA2-026A3C1DFEE3}" destId="{92F5A508-7D50-43B1-A475-E16FCFA5138E}" srcOrd="0" destOrd="0" presId="urn:microsoft.com/office/officeart/2005/8/layout/orgChart1#1"/>
    <dgm:cxn modelId="{A3F14434-A56B-4580-9908-57C92499694E}" type="presParOf" srcId="{BEE0D058-4C14-40ED-BAA2-026A3C1DFEE3}" destId="{C0862CD8-FD01-4F71-B82F-B072EC222734}" srcOrd="1" destOrd="0" presId="urn:microsoft.com/office/officeart/2005/8/layout/orgChart1#1"/>
    <dgm:cxn modelId="{ED017A8B-457B-41BC-AF3B-F98C82EA3A99}" type="presParOf" srcId="{7C0C1E23-D0CB-43A5-B65E-BBCE290D0B24}" destId="{BFFBDB66-87C7-4169-83FB-72E7B7E2DFA1}" srcOrd="1" destOrd="0" presId="urn:microsoft.com/office/officeart/2005/8/layout/orgChart1#1"/>
    <dgm:cxn modelId="{66FFC8A2-75FF-4CB2-9A80-1FD5312F90CA}" type="presParOf" srcId="{BFFBDB66-87C7-4169-83FB-72E7B7E2DFA1}" destId="{82B20E74-4F1D-4290-80A1-D0C85F303E5A}" srcOrd="0" destOrd="0" presId="urn:microsoft.com/office/officeart/2005/8/layout/orgChart1#1"/>
    <dgm:cxn modelId="{3E7A72BB-E9A7-41AB-A9B1-CE90BD750C8A}" type="presParOf" srcId="{BFFBDB66-87C7-4169-83FB-72E7B7E2DFA1}" destId="{1946D9AA-749D-458F-B2A0-446E30130436}" srcOrd="1" destOrd="0" presId="urn:microsoft.com/office/officeart/2005/8/layout/orgChart1#1"/>
    <dgm:cxn modelId="{790678F3-737F-4872-BBF0-A8549F6E4FC7}" type="presParOf" srcId="{1946D9AA-749D-458F-B2A0-446E30130436}" destId="{B6F92030-7F22-4A1D-95B6-E1F1AD06FA73}" srcOrd="0" destOrd="0" presId="urn:microsoft.com/office/officeart/2005/8/layout/orgChart1#1"/>
    <dgm:cxn modelId="{2435D1B0-26C5-4142-B3BD-ADFAAB0CCA53}" type="presParOf" srcId="{B6F92030-7F22-4A1D-95B6-E1F1AD06FA73}" destId="{E32963E7-1070-41B0-A9D0-567F799B213C}" srcOrd="0" destOrd="0" presId="urn:microsoft.com/office/officeart/2005/8/layout/orgChart1#1"/>
    <dgm:cxn modelId="{3D0914BE-16D6-42F2-BB2E-C5355952936D}" type="presParOf" srcId="{B6F92030-7F22-4A1D-95B6-E1F1AD06FA73}" destId="{A4D81369-EBF4-4938-8243-FD68C79C1EE8}" srcOrd="1" destOrd="0" presId="urn:microsoft.com/office/officeart/2005/8/layout/orgChart1#1"/>
    <dgm:cxn modelId="{C8628118-BB4C-467A-B3D4-B4420867BEC0}" type="presParOf" srcId="{1946D9AA-749D-458F-B2A0-446E30130436}" destId="{0784817B-16EC-4A0D-BA7F-039C45D3B1F9}" srcOrd="1" destOrd="0" presId="urn:microsoft.com/office/officeart/2005/8/layout/orgChart1#1"/>
    <dgm:cxn modelId="{0AF1FFF8-9FC3-4A89-826C-4AC7FD199B89}" type="presParOf" srcId="{0784817B-16EC-4A0D-BA7F-039C45D3B1F9}" destId="{925727D0-E127-4895-94F6-024FDE16E36C}" srcOrd="0" destOrd="0" presId="urn:microsoft.com/office/officeart/2005/8/layout/orgChart1#1"/>
    <dgm:cxn modelId="{4F983FD4-9E99-4E7C-828A-9559093941F2}" type="presParOf" srcId="{0784817B-16EC-4A0D-BA7F-039C45D3B1F9}" destId="{8AFA2586-6131-44D0-BDD2-AFCB877FE603}" srcOrd="1" destOrd="0" presId="urn:microsoft.com/office/officeart/2005/8/layout/orgChart1#1"/>
    <dgm:cxn modelId="{F5C7BFAA-7CB3-41A7-8E64-F84F8FBBFF19}" type="presParOf" srcId="{8AFA2586-6131-44D0-BDD2-AFCB877FE603}" destId="{A41C3706-0F06-46A9-8A74-5F3BF6353B6E}" srcOrd="0" destOrd="0" presId="urn:microsoft.com/office/officeart/2005/8/layout/orgChart1#1"/>
    <dgm:cxn modelId="{FDF0BED7-3108-4FA1-9AFE-DE3BB7F1CFA6}" type="presParOf" srcId="{A41C3706-0F06-46A9-8A74-5F3BF6353B6E}" destId="{44045D78-1E3E-469B-81AD-9E63F76AB7A6}" srcOrd="0" destOrd="0" presId="urn:microsoft.com/office/officeart/2005/8/layout/orgChart1#1"/>
    <dgm:cxn modelId="{8795AFC7-7B58-4F93-9EB5-DD46A18FEA99}" type="presParOf" srcId="{A41C3706-0F06-46A9-8A74-5F3BF6353B6E}" destId="{CFE1443F-6984-4C6C-9B91-4844FBA7EEEB}" srcOrd="1" destOrd="0" presId="urn:microsoft.com/office/officeart/2005/8/layout/orgChart1#1"/>
    <dgm:cxn modelId="{752DB543-B34C-4A56-9313-FB8FC0DF5590}" type="presParOf" srcId="{8AFA2586-6131-44D0-BDD2-AFCB877FE603}" destId="{DE791B68-3D0E-421B-B76C-F4E73D8CD5B9}" srcOrd="1" destOrd="0" presId="urn:microsoft.com/office/officeart/2005/8/layout/orgChart1#1"/>
    <dgm:cxn modelId="{5882278D-4336-4894-8167-C52DC20DF56D}" type="presParOf" srcId="{DE791B68-3D0E-421B-B76C-F4E73D8CD5B9}" destId="{50B38439-3C10-453A-9F77-B629EF1C4D7A}" srcOrd="0" destOrd="0" presId="urn:microsoft.com/office/officeart/2005/8/layout/orgChart1#1"/>
    <dgm:cxn modelId="{203C66A5-530D-4E32-9A00-427638887A88}" type="presParOf" srcId="{DE791B68-3D0E-421B-B76C-F4E73D8CD5B9}" destId="{BFF588CA-41A5-4C49-B1B4-EFA66E54AC8C}" srcOrd="1" destOrd="0" presId="urn:microsoft.com/office/officeart/2005/8/layout/orgChart1#1"/>
    <dgm:cxn modelId="{CA8D5B5D-8643-43E5-87FD-C011681427B6}" type="presParOf" srcId="{BFF588CA-41A5-4C49-B1B4-EFA66E54AC8C}" destId="{F065C2B2-2AE6-4C94-B2A4-3D95D2318712}" srcOrd="0" destOrd="0" presId="urn:microsoft.com/office/officeart/2005/8/layout/orgChart1#1"/>
    <dgm:cxn modelId="{57A6EEA3-91C0-4464-A265-015D2F4D7DB6}" type="presParOf" srcId="{F065C2B2-2AE6-4C94-B2A4-3D95D2318712}" destId="{75BD3AC7-A3A3-4E6B-8B14-FE1E0865C20B}" srcOrd="0" destOrd="0" presId="urn:microsoft.com/office/officeart/2005/8/layout/orgChart1#1"/>
    <dgm:cxn modelId="{5D299954-0A14-4AD4-B5FD-17ADD01E114A}" type="presParOf" srcId="{F065C2B2-2AE6-4C94-B2A4-3D95D2318712}" destId="{6C94484E-0D6E-4A56-AFB9-1623C4B8A898}" srcOrd="1" destOrd="0" presId="urn:microsoft.com/office/officeart/2005/8/layout/orgChart1#1"/>
    <dgm:cxn modelId="{EA3204B7-9DFE-479E-886E-FAD6D5511588}" type="presParOf" srcId="{BFF588CA-41A5-4C49-B1B4-EFA66E54AC8C}" destId="{9321202A-4333-4598-8233-1B2B53A92171}" srcOrd="1" destOrd="0" presId="urn:microsoft.com/office/officeart/2005/8/layout/orgChart1#1"/>
    <dgm:cxn modelId="{137DF10B-72B3-477C-A7E1-DE24B70F701E}" type="presParOf" srcId="{9321202A-4333-4598-8233-1B2B53A92171}" destId="{681DD295-31D4-4F58-8E54-973078397B12}" srcOrd="0" destOrd="0" presId="urn:microsoft.com/office/officeart/2005/8/layout/orgChart1#1"/>
    <dgm:cxn modelId="{9487ADC0-6C38-42A2-959C-8A428EDEE0CB}" type="presParOf" srcId="{9321202A-4333-4598-8233-1B2B53A92171}" destId="{7B40E11F-18A8-4FE6-9901-86940384F6BD}" srcOrd="1" destOrd="0" presId="urn:microsoft.com/office/officeart/2005/8/layout/orgChart1#1"/>
    <dgm:cxn modelId="{28DA5CEA-5D90-4EB5-ADB6-B01F1EF5E340}" type="presParOf" srcId="{7B40E11F-18A8-4FE6-9901-86940384F6BD}" destId="{20C0DF4D-24C3-41DC-ABB0-A78D6D3AE0F9}" srcOrd="0" destOrd="0" presId="urn:microsoft.com/office/officeart/2005/8/layout/orgChart1#1"/>
    <dgm:cxn modelId="{BF1C03F8-1CD2-4D4B-9025-1B712AC02DA0}" type="presParOf" srcId="{20C0DF4D-24C3-41DC-ABB0-A78D6D3AE0F9}" destId="{FB73A9C3-30AF-4BB7-8426-392E707C046D}" srcOrd="0" destOrd="0" presId="urn:microsoft.com/office/officeart/2005/8/layout/orgChart1#1"/>
    <dgm:cxn modelId="{3C4B645F-FA08-4FF7-8AEE-12C8FFF1A0B1}" type="presParOf" srcId="{20C0DF4D-24C3-41DC-ABB0-A78D6D3AE0F9}" destId="{C92B8D79-99AF-409D-B3A4-23F14DBF5252}" srcOrd="1" destOrd="0" presId="urn:microsoft.com/office/officeart/2005/8/layout/orgChart1#1"/>
    <dgm:cxn modelId="{8ADB4EC5-C748-4EA3-80B9-5D4154E8D471}" type="presParOf" srcId="{7B40E11F-18A8-4FE6-9901-86940384F6BD}" destId="{C33A7626-F891-4BC6-A15D-76BEA79E7A3F}" srcOrd="1" destOrd="0" presId="urn:microsoft.com/office/officeart/2005/8/layout/orgChart1#1"/>
    <dgm:cxn modelId="{AC4AD372-B4A6-4FA1-A407-D118CD0F3E4C}" type="presParOf" srcId="{7B40E11F-18A8-4FE6-9901-86940384F6BD}" destId="{F58FEB7D-FECD-4E73-AFA2-03DF2459584F}" srcOrd="2" destOrd="0" presId="urn:microsoft.com/office/officeart/2005/8/layout/orgChart1#1"/>
    <dgm:cxn modelId="{387529BC-E757-4502-B8E6-84A298BF7165}" type="presParOf" srcId="{9321202A-4333-4598-8233-1B2B53A92171}" destId="{5DE49EC7-2DD0-41EF-9F8E-C275735B3B16}" srcOrd="2" destOrd="0" presId="urn:microsoft.com/office/officeart/2005/8/layout/orgChart1#1"/>
    <dgm:cxn modelId="{976DEEF0-719D-46D2-B65B-654610575320}" type="presParOf" srcId="{9321202A-4333-4598-8233-1B2B53A92171}" destId="{B31D1A2A-492F-4A49-989C-51A9002A847A}" srcOrd="3" destOrd="0" presId="urn:microsoft.com/office/officeart/2005/8/layout/orgChart1#1"/>
    <dgm:cxn modelId="{73EEDD03-E43C-4BD6-B66C-3F2077268154}" type="presParOf" srcId="{B31D1A2A-492F-4A49-989C-51A9002A847A}" destId="{015D610F-1D3D-41F8-9F1B-4D867A4A14F1}" srcOrd="0" destOrd="0" presId="urn:microsoft.com/office/officeart/2005/8/layout/orgChart1#1"/>
    <dgm:cxn modelId="{0852CBAD-6631-46A5-9DE1-26E217EA0DE7}" type="presParOf" srcId="{015D610F-1D3D-41F8-9F1B-4D867A4A14F1}" destId="{680E67F0-7C38-482D-A6A5-083C3DB3C9B8}" srcOrd="0" destOrd="0" presId="urn:microsoft.com/office/officeart/2005/8/layout/orgChart1#1"/>
    <dgm:cxn modelId="{615F9E45-BB16-468C-B7A9-464E65A3B7FC}" type="presParOf" srcId="{015D610F-1D3D-41F8-9F1B-4D867A4A14F1}" destId="{B6C32991-D03F-4347-9801-A83608CFE116}" srcOrd="1" destOrd="0" presId="urn:microsoft.com/office/officeart/2005/8/layout/orgChart1#1"/>
    <dgm:cxn modelId="{870AE1F8-5216-475F-BC95-9C8AB0BBC6B4}" type="presParOf" srcId="{B31D1A2A-492F-4A49-989C-51A9002A847A}" destId="{4FC69118-D1E6-40EF-BBDC-62C61DBA2BF7}" srcOrd="1" destOrd="0" presId="urn:microsoft.com/office/officeart/2005/8/layout/orgChart1#1"/>
    <dgm:cxn modelId="{16D252DE-202A-4D81-B7B5-DF4D2FD05169}" type="presParOf" srcId="{B31D1A2A-492F-4A49-989C-51A9002A847A}" destId="{29598BD5-6595-4664-8CAF-FCE9CBD6FB08}" srcOrd="2" destOrd="0" presId="urn:microsoft.com/office/officeart/2005/8/layout/orgChart1#1"/>
    <dgm:cxn modelId="{E91F51F8-214F-4E5D-B98B-58E5768C7F98}" type="presParOf" srcId="{9321202A-4333-4598-8233-1B2B53A92171}" destId="{0A5758BE-0539-4ED4-ACE9-B86356F8B2E1}" srcOrd="4" destOrd="0" presId="urn:microsoft.com/office/officeart/2005/8/layout/orgChart1#1"/>
    <dgm:cxn modelId="{78496F0F-AC93-4722-B399-4B8F45E09BF3}" type="presParOf" srcId="{9321202A-4333-4598-8233-1B2B53A92171}" destId="{13196887-D409-4006-A99F-19433B53DDFF}" srcOrd="5" destOrd="0" presId="urn:microsoft.com/office/officeart/2005/8/layout/orgChart1#1"/>
    <dgm:cxn modelId="{01D394D5-6E01-4390-AF4F-7BE1C68347DB}" type="presParOf" srcId="{13196887-D409-4006-A99F-19433B53DDFF}" destId="{A715D94C-FAFA-4CAD-87A9-E107DCB208F1}" srcOrd="0" destOrd="0" presId="urn:microsoft.com/office/officeart/2005/8/layout/orgChart1#1"/>
    <dgm:cxn modelId="{54412905-5292-486D-97A2-99836C8B31A4}" type="presParOf" srcId="{A715D94C-FAFA-4CAD-87A9-E107DCB208F1}" destId="{D4942B56-3A5E-4586-AAE4-F1CE3C40E0BE}" srcOrd="0" destOrd="0" presId="urn:microsoft.com/office/officeart/2005/8/layout/orgChart1#1"/>
    <dgm:cxn modelId="{8BA98449-8A07-43F0-946E-B4453665FCC8}" type="presParOf" srcId="{A715D94C-FAFA-4CAD-87A9-E107DCB208F1}" destId="{609F1176-108D-4AA0-B015-D9AD020A8865}" srcOrd="1" destOrd="0" presId="urn:microsoft.com/office/officeart/2005/8/layout/orgChart1#1"/>
    <dgm:cxn modelId="{F07B5A2C-0D40-423C-9C7F-05F43B47C2F2}" type="presParOf" srcId="{13196887-D409-4006-A99F-19433B53DDFF}" destId="{8C85A5C6-A544-4862-BDCB-5929B49DEB8D}" srcOrd="1" destOrd="0" presId="urn:microsoft.com/office/officeart/2005/8/layout/orgChart1#1"/>
    <dgm:cxn modelId="{D865ADD7-78BB-4571-828D-CA5C40C7FC4F}" type="presParOf" srcId="{13196887-D409-4006-A99F-19433B53DDFF}" destId="{7089D160-1C2A-4D5B-8B0A-89617B35D9FB}" srcOrd="2" destOrd="0" presId="urn:microsoft.com/office/officeart/2005/8/layout/orgChart1#1"/>
    <dgm:cxn modelId="{DD28AD56-51BA-4BFC-A773-A7E16653801F}" type="presParOf" srcId="{BFF588CA-41A5-4C49-B1B4-EFA66E54AC8C}" destId="{ADA68EA5-A6F5-4425-B82A-AAD52BFB16C1}" srcOrd="2" destOrd="0" presId="urn:microsoft.com/office/officeart/2005/8/layout/orgChart1#1"/>
    <dgm:cxn modelId="{56400C6A-8726-483F-9161-A03F012A1D10}" type="presParOf" srcId="{DE791B68-3D0E-421B-B76C-F4E73D8CD5B9}" destId="{4106C07D-F405-48BD-93BB-7874E6EDF1C9}" srcOrd="2" destOrd="0" presId="urn:microsoft.com/office/officeart/2005/8/layout/orgChart1#1"/>
    <dgm:cxn modelId="{5F52D067-8ABD-4D12-808A-8FDCDC899879}" type="presParOf" srcId="{DE791B68-3D0E-421B-B76C-F4E73D8CD5B9}" destId="{56D41C48-8115-4BEB-AC15-F5E807D6F234}" srcOrd="3" destOrd="0" presId="urn:microsoft.com/office/officeart/2005/8/layout/orgChart1#1"/>
    <dgm:cxn modelId="{1385C9C2-F503-495B-B1D9-2D0C627F4C8D}" type="presParOf" srcId="{56D41C48-8115-4BEB-AC15-F5E807D6F234}" destId="{3102F155-B768-45D6-A6DA-9D6EBBBBB3AC}" srcOrd="0" destOrd="0" presId="urn:microsoft.com/office/officeart/2005/8/layout/orgChart1#1"/>
    <dgm:cxn modelId="{7441C9C9-90F0-485E-A94F-464097F54312}" type="presParOf" srcId="{3102F155-B768-45D6-A6DA-9D6EBBBBB3AC}" destId="{55E75226-96EC-427D-AED0-640E43A976CB}" srcOrd="0" destOrd="0" presId="urn:microsoft.com/office/officeart/2005/8/layout/orgChart1#1"/>
    <dgm:cxn modelId="{40B8F831-B4ED-40E9-9924-D554D1EE3724}" type="presParOf" srcId="{3102F155-B768-45D6-A6DA-9D6EBBBBB3AC}" destId="{6C40B26C-5790-4AF3-AA25-70F93555124D}" srcOrd="1" destOrd="0" presId="urn:microsoft.com/office/officeart/2005/8/layout/orgChart1#1"/>
    <dgm:cxn modelId="{80161E9D-C303-43D5-A75D-593611D5F3D7}" type="presParOf" srcId="{56D41C48-8115-4BEB-AC15-F5E807D6F234}" destId="{30CE7083-1578-4E5C-B3CA-F6BC1C0604A8}" srcOrd="1" destOrd="0" presId="urn:microsoft.com/office/officeart/2005/8/layout/orgChart1#1"/>
    <dgm:cxn modelId="{1E8A2069-3FCB-4813-956B-8AB1B43B6165}" type="presParOf" srcId="{30CE7083-1578-4E5C-B3CA-F6BC1C0604A8}" destId="{5E47AF86-826B-43FC-866F-1F9499F00CEB}" srcOrd="0" destOrd="0" presId="urn:microsoft.com/office/officeart/2005/8/layout/orgChart1#1"/>
    <dgm:cxn modelId="{7CB1F7F0-B72C-4174-A06D-7242F4090995}" type="presParOf" srcId="{30CE7083-1578-4E5C-B3CA-F6BC1C0604A8}" destId="{B433FCF6-FFBA-4F6D-8C8F-AA3782C773F3}" srcOrd="1" destOrd="0" presId="urn:microsoft.com/office/officeart/2005/8/layout/orgChart1#1"/>
    <dgm:cxn modelId="{2D133841-5DCD-4682-8D56-741678761450}" type="presParOf" srcId="{B433FCF6-FFBA-4F6D-8C8F-AA3782C773F3}" destId="{301E9663-62ED-4DC9-A6C5-62E82B785492}" srcOrd="0" destOrd="0" presId="urn:microsoft.com/office/officeart/2005/8/layout/orgChart1#1"/>
    <dgm:cxn modelId="{84EF6FD8-DB4E-4E0A-8B2B-A570B041DC89}" type="presParOf" srcId="{301E9663-62ED-4DC9-A6C5-62E82B785492}" destId="{5D7B54D6-AA19-4673-9EDB-53D54A4D8437}" srcOrd="0" destOrd="0" presId="urn:microsoft.com/office/officeart/2005/8/layout/orgChart1#1"/>
    <dgm:cxn modelId="{EC5EFCBB-A24A-4298-8C7D-0BDDCDC6FE5F}" type="presParOf" srcId="{301E9663-62ED-4DC9-A6C5-62E82B785492}" destId="{B1398CA7-2E8A-418C-B2F7-E93440FE77AE}" srcOrd="1" destOrd="0" presId="urn:microsoft.com/office/officeart/2005/8/layout/orgChart1#1"/>
    <dgm:cxn modelId="{D7A2E1A4-1500-43FA-8CC4-D084E7167E32}" type="presParOf" srcId="{B433FCF6-FFBA-4F6D-8C8F-AA3782C773F3}" destId="{402DCD60-51BD-4A85-BAC9-5801D66279ED}" srcOrd="1" destOrd="0" presId="urn:microsoft.com/office/officeart/2005/8/layout/orgChart1#1"/>
    <dgm:cxn modelId="{F50E0D06-B187-4763-A599-89291FBCE43D}" type="presParOf" srcId="{402DCD60-51BD-4A85-BAC9-5801D66279ED}" destId="{79F80ADB-F7BE-4D58-9C07-FF5D663FEB54}" srcOrd="0" destOrd="0" presId="urn:microsoft.com/office/officeart/2005/8/layout/orgChart1#1"/>
    <dgm:cxn modelId="{1AD4C8B0-5B63-4569-A4CC-77CFFA695BCC}" type="presParOf" srcId="{402DCD60-51BD-4A85-BAC9-5801D66279ED}" destId="{B356E732-1B3D-4E08-A3A6-428D13F0A4E0}" srcOrd="1" destOrd="0" presId="urn:microsoft.com/office/officeart/2005/8/layout/orgChart1#1"/>
    <dgm:cxn modelId="{52AF4085-874C-4B55-AB37-24CDFEC86368}" type="presParOf" srcId="{B356E732-1B3D-4E08-A3A6-428D13F0A4E0}" destId="{F671C620-37B4-4C59-935D-AA03CE01D46F}" srcOrd="0" destOrd="0" presId="urn:microsoft.com/office/officeart/2005/8/layout/orgChart1#1"/>
    <dgm:cxn modelId="{8F496F5F-7016-4708-B3E5-19FADF4CF6F1}" type="presParOf" srcId="{F671C620-37B4-4C59-935D-AA03CE01D46F}" destId="{84246F70-5D5E-4F69-8690-0B96D2C77333}" srcOrd="0" destOrd="0" presId="urn:microsoft.com/office/officeart/2005/8/layout/orgChart1#1"/>
    <dgm:cxn modelId="{FEDF0370-9696-4BAB-9842-E2F402A23109}" type="presParOf" srcId="{F671C620-37B4-4C59-935D-AA03CE01D46F}" destId="{684D9F69-22E9-4E7F-B4B1-FB20E00FCF9C}" srcOrd="1" destOrd="0" presId="urn:microsoft.com/office/officeart/2005/8/layout/orgChart1#1"/>
    <dgm:cxn modelId="{57DD73A4-82BA-40E1-AD20-BAD0D2D2341F}" type="presParOf" srcId="{B356E732-1B3D-4E08-A3A6-428D13F0A4E0}" destId="{B08F3DFD-FBAD-48B6-8DD4-948B1FF55209}" srcOrd="1" destOrd="0" presId="urn:microsoft.com/office/officeart/2005/8/layout/orgChart1#1"/>
    <dgm:cxn modelId="{30E1C638-12FF-4323-8C53-5C3129C96B8F}" type="presParOf" srcId="{B356E732-1B3D-4E08-A3A6-428D13F0A4E0}" destId="{BCD1C739-CA2B-433B-9DF6-7F8F4B0267FD}" srcOrd="2" destOrd="0" presId="urn:microsoft.com/office/officeart/2005/8/layout/orgChart1#1"/>
    <dgm:cxn modelId="{13B6AEE8-A553-460A-B352-64D3DD70DB66}" type="presParOf" srcId="{B433FCF6-FFBA-4F6D-8C8F-AA3782C773F3}" destId="{33595412-291B-4F3E-B020-43846406A616}" srcOrd="2" destOrd="0" presId="urn:microsoft.com/office/officeart/2005/8/layout/orgChart1#1"/>
    <dgm:cxn modelId="{E1053B52-79BF-4A84-8043-9E85D387A3C1}" type="presParOf" srcId="{56D41C48-8115-4BEB-AC15-F5E807D6F234}" destId="{BCAA95E6-36E5-4F3B-9BDB-72DEE813A905}" srcOrd="2" destOrd="0" presId="urn:microsoft.com/office/officeart/2005/8/layout/orgChart1#1"/>
    <dgm:cxn modelId="{2FDC1272-E929-4F11-B2B9-EC3D47920337}" type="presParOf" srcId="{8AFA2586-6131-44D0-BDD2-AFCB877FE603}" destId="{750561EA-980D-4D33-91E7-3A8B66653100}" srcOrd="2" destOrd="0" presId="urn:microsoft.com/office/officeart/2005/8/layout/orgChart1#1"/>
    <dgm:cxn modelId="{2D61A1A0-F15A-47AA-BFC0-9B70226BBDA8}" type="presParOf" srcId="{0784817B-16EC-4A0D-BA7F-039C45D3B1F9}" destId="{08553A0A-9BBE-4371-9F58-2990B90CD68B}" srcOrd="2" destOrd="0" presId="urn:microsoft.com/office/officeart/2005/8/layout/orgChart1#1"/>
    <dgm:cxn modelId="{5C4A5C09-2B58-4D1D-887E-0713E857E8E5}" type="presParOf" srcId="{0784817B-16EC-4A0D-BA7F-039C45D3B1F9}" destId="{B24F1098-124D-4DA9-B127-C676848461F2}" srcOrd="3" destOrd="0" presId="urn:microsoft.com/office/officeart/2005/8/layout/orgChart1#1"/>
    <dgm:cxn modelId="{D69D890A-C0F8-41CC-8961-0F1A945EBAB1}" type="presParOf" srcId="{B24F1098-124D-4DA9-B127-C676848461F2}" destId="{FB8F0669-8B32-4B10-AEB9-E07E72C2415D}" srcOrd="0" destOrd="0" presId="urn:microsoft.com/office/officeart/2005/8/layout/orgChart1#1"/>
    <dgm:cxn modelId="{17454F94-898F-4571-B04F-FEEC59881C08}" type="presParOf" srcId="{FB8F0669-8B32-4B10-AEB9-E07E72C2415D}" destId="{8CB3BECD-8936-4792-BA28-7A3CEBC0CB42}" srcOrd="0" destOrd="0" presId="urn:microsoft.com/office/officeart/2005/8/layout/orgChart1#1"/>
    <dgm:cxn modelId="{4C2B8E3F-96BD-4A33-9AD6-87A0DB54CD85}" type="presParOf" srcId="{FB8F0669-8B32-4B10-AEB9-E07E72C2415D}" destId="{9402D918-44DF-4965-9C3D-7F3C0861DD8F}" srcOrd="1" destOrd="0" presId="urn:microsoft.com/office/officeart/2005/8/layout/orgChart1#1"/>
    <dgm:cxn modelId="{D47433D5-5885-4DC2-B1DF-0C9964425761}" type="presParOf" srcId="{B24F1098-124D-4DA9-B127-C676848461F2}" destId="{16C44D26-10F8-430F-BE05-0BF40E05AD45}" srcOrd="1" destOrd="0" presId="urn:microsoft.com/office/officeart/2005/8/layout/orgChart1#1"/>
    <dgm:cxn modelId="{5AA81869-6248-4E35-8F68-B872EE4C64BE}" type="presParOf" srcId="{B24F1098-124D-4DA9-B127-C676848461F2}" destId="{219AA705-18F3-4342-BBF4-3DBDF346BD99}" srcOrd="2" destOrd="0" presId="urn:microsoft.com/office/officeart/2005/8/layout/orgChart1#1"/>
    <dgm:cxn modelId="{48F63DD8-316D-4473-A5C7-8536DC64E799}" type="presParOf" srcId="{0784817B-16EC-4A0D-BA7F-039C45D3B1F9}" destId="{72AC2A7A-8963-41D1-9A6D-C2CEE6E32216}" srcOrd="4" destOrd="0" presId="urn:microsoft.com/office/officeart/2005/8/layout/orgChart1#1"/>
    <dgm:cxn modelId="{F860FD0F-DA69-4C85-84C5-73990DFFE05B}" type="presParOf" srcId="{0784817B-16EC-4A0D-BA7F-039C45D3B1F9}" destId="{607F78B9-E77B-4CD2-AADB-5E5364C03A9B}" srcOrd="5" destOrd="0" presId="urn:microsoft.com/office/officeart/2005/8/layout/orgChart1#1"/>
    <dgm:cxn modelId="{2E0A2A61-16FF-4D90-961A-9D732B999FB8}" type="presParOf" srcId="{607F78B9-E77B-4CD2-AADB-5E5364C03A9B}" destId="{5FCE0609-1C96-44BF-B754-1D6DD7605843}" srcOrd="0" destOrd="0" presId="urn:microsoft.com/office/officeart/2005/8/layout/orgChart1#1"/>
    <dgm:cxn modelId="{1A849F18-E8E3-4ECD-BE84-A0820325068C}" type="presParOf" srcId="{5FCE0609-1C96-44BF-B754-1D6DD7605843}" destId="{21254379-4FB3-4470-90C3-4BE75722C436}" srcOrd="0" destOrd="0" presId="urn:microsoft.com/office/officeart/2005/8/layout/orgChart1#1"/>
    <dgm:cxn modelId="{3FF9A0CD-076B-49F8-ACCD-4E56C375270E}" type="presParOf" srcId="{5FCE0609-1C96-44BF-B754-1D6DD7605843}" destId="{E5259049-D51D-436B-9137-5B4496ABF2BF}" srcOrd="1" destOrd="0" presId="urn:microsoft.com/office/officeart/2005/8/layout/orgChart1#1"/>
    <dgm:cxn modelId="{0E49158D-947E-405E-A54E-4D14AE973852}" type="presParOf" srcId="{607F78B9-E77B-4CD2-AADB-5E5364C03A9B}" destId="{F8C7E705-CA88-4608-A6F2-C44BD960FB8F}" srcOrd="1" destOrd="0" presId="urn:microsoft.com/office/officeart/2005/8/layout/orgChart1#1"/>
    <dgm:cxn modelId="{DC544F5E-407A-4E60-8ACA-04AFB1287C1C}" type="presParOf" srcId="{607F78B9-E77B-4CD2-AADB-5E5364C03A9B}" destId="{8A5381DD-A4C7-4170-9F9B-AE3BC5D50919}" srcOrd="2" destOrd="0" presId="urn:microsoft.com/office/officeart/2005/8/layout/orgChart1#1"/>
    <dgm:cxn modelId="{95689CFB-E17E-48A3-B5A4-F534C23FDD89}" type="presParOf" srcId="{0784817B-16EC-4A0D-BA7F-039C45D3B1F9}" destId="{211944BF-9C64-4ECF-A445-9BF1F66816C1}" srcOrd="6" destOrd="0" presId="urn:microsoft.com/office/officeart/2005/8/layout/orgChart1#1"/>
    <dgm:cxn modelId="{8A74D882-EDAD-484F-A24E-317C96D15207}" type="presParOf" srcId="{0784817B-16EC-4A0D-BA7F-039C45D3B1F9}" destId="{E97F6ADF-5145-4E2D-8D3C-E76D1CE9A803}" srcOrd="7" destOrd="0" presId="urn:microsoft.com/office/officeart/2005/8/layout/orgChart1#1"/>
    <dgm:cxn modelId="{CB49C254-86EE-453C-AEA4-96CD7A9CF166}" type="presParOf" srcId="{E97F6ADF-5145-4E2D-8D3C-E76D1CE9A803}" destId="{12C1BBF9-36D0-4359-BFE0-A46FE56C3528}" srcOrd="0" destOrd="0" presId="urn:microsoft.com/office/officeart/2005/8/layout/orgChart1#1"/>
    <dgm:cxn modelId="{1B26BAAB-0F38-46ED-A7EE-ABBB892F05DF}" type="presParOf" srcId="{12C1BBF9-36D0-4359-BFE0-A46FE56C3528}" destId="{46B580D2-9344-4F0F-844E-5B255D47A27D}" srcOrd="0" destOrd="0" presId="urn:microsoft.com/office/officeart/2005/8/layout/orgChart1#1"/>
    <dgm:cxn modelId="{C70EB7CB-DF3F-44B7-AFB1-8B2A9AF3F90A}" type="presParOf" srcId="{12C1BBF9-36D0-4359-BFE0-A46FE56C3528}" destId="{4CDA3A79-5EF4-4032-97D2-0DA80B02B3D7}" srcOrd="1" destOrd="0" presId="urn:microsoft.com/office/officeart/2005/8/layout/orgChart1#1"/>
    <dgm:cxn modelId="{5FCF155D-66A6-4F5D-8DDC-31883748EE9A}" type="presParOf" srcId="{E97F6ADF-5145-4E2D-8D3C-E76D1CE9A803}" destId="{7A7849A3-0086-4C81-9DD5-67EA4AE95AAA}" srcOrd="1" destOrd="0" presId="urn:microsoft.com/office/officeart/2005/8/layout/orgChart1#1"/>
    <dgm:cxn modelId="{AA077F39-0824-4173-9F55-909F1E32C569}" type="presParOf" srcId="{7A7849A3-0086-4C81-9DD5-67EA4AE95AAA}" destId="{069C2BEB-DD45-478C-8DC6-5BEC9AE7F5B2}" srcOrd="0" destOrd="0" presId="urn:microsoft.com/office/officeart/2005/8/layout/orgChart1#1"/>
    <dgm:cxn modelId="{AE2794ED-3521-4992-A5B1-E4C027439206}" type="presParOf" srcId="{7A7849A3-0086-4C81-9DD5-67EA4AE95AAA}" destId="{657F86DE-C37B-48AB-877D-105488DD6B16}" srcOrd="1" destOrd="0" presId="urn:microsoft.com/office/officeart/2005/8/layout/orgChart1#1"/>
    <dgm:cxn modelId="{D33EEA66-1F45-46C3-8105-9AD3D2E21F4C}" type="presParOf" srcId="{657F86DE-C37B-48AB-877D-105488DD6B16}" destId="{712AF345-29EE-4F68-97A1-74E0991A5455}" srcOrd="0" destOrd="0" presId="urn:microsoft.com/office/officeart/2005/8/layout/orgChart1#1"/>
    <dgm:cxn modelId="{EEBBBBB3-6664-49E9-AF47-F5CC50B6422A}" type="presParOf" srcId="{712AF345-29EE-4F68-97A1-74E0991A5455}" destId="{75EE77FC-64EE-4528-B6E3-91824E4447A6}" srcOrd="0" destOrd="0" presId="urn:microsoft.com/office/officeart/2005/8/layout/orgChart1#1"/>
    <dgm:cxn modelId="{97F4034C-DFBB-4BD4-A2CD-A62C2EE079ED}" type="presParOf" srcId="{712AF345-29EE-4F68-97A1-74E0991A5455}" destId="{596DBD30-73F1-42BB-97F5-7851DEBA2D60}" srcOrd="1" destOrd="0" presId="urn:microsoft.com/office/officeart/2005/8/layout/orgChart1#1"/>
    <dgm:cxn modelId="{0000713E-1EDB-46BF-B2F2-32CC73CED523}" type="presParOf" srcId="{657F86DE-C37B-48AB-877D-105488DD6B16}" destId="{BFFEC8AC-FDCF-4FE7-8EB2-60E701E9385B}" srcOrd="1" destOrd="0" presId="urn:microsoft.com/office/officeart/2005/8/layout/orgChart1#1"/>
    <dgm:cxn modelId="{C37FE560-4416-41F7-A8AE-06872CDD066B}" type="presParOf" srcId="{657F86DE-C37B-48AB-877D-105488DD6B16}" destId="{98EC37F7-6BD0-421A-82E3-40D9C7254D75}" srcOrd="2" destOrd="0" presId="urn:microsoft.com/office/officeart/2005/8/layout/orgChart1#1"/>
    <dgm:cxn modelId="{69F6CF47-4CD6-4F16-AB90-7E09739D06CD}" type="presParOf" srcId="{7A7849A3-0086-4C81-9DD5-67EA4AE95AAA}" destId="{22A5A96D-D360-465A-B571-84BD2E4FBED2}" srcOrd="2" destOrd="0" presId="urn:microsoft.com/office/officeart/2005/8/layout/orgChart1#1"/>
    <dgm:cxn modelId="{1E2A8250-6975-4C1F-8919-724D4A7EECAD}" type="presParOf" srcId="{7A7849A3-0086-4C81-9DD5-67EA4AE95AAA}" destId="{7C8F933B-1F99-4D39-8D56-6529721D5664}" srcOrd="3" destOrd="0" presId="urn:microsoft.com/office/officeart/2005/8/layout/orgChart1#1"/>
    <dgm:cxn modelId="{126B1181-F8B7-4926-95DD-C42C8997136C}" type="presParOf" srcId="{7C8F933B-1F99-4D39-8D56-6529721D5664}" destId="{97947D89-8953-4831-87B6-F67E36BDCDA6}" srcOrd="0" destOrd="0" presId="urn:microsoft.com/office/officeart/2005/8/layout/orgChart1#1"/>
    <dgm:cxn modelId="{BE734E61-8B7F-43A0-BD69-42C6895FC407}" type="presParOf" srcId="{97947D89-8953-4831-87B6-F67E36BDCDA6}" destId="{9C941496-FD47-408D-9CFE-29A220651A19}" srcOrd="0" destOrd="0" presId="urn:microsoft.com/office/officeart/2005/8/layout/orgChart1#1"/>
    <dgm:cxn modelId="{FE7845ED-E96D-4CAD-8572-F9D244E0471B}" type="presParOf" srcId="{97947D89-8953-4831-87B6-F67E36BDCDA6}" destId="{F1F8E18B-C422-4782-80FE-3C78A5922312}" srcOrd="1" destOrd="0" presId="urn:microsoft.com/office/officeart/2005/8/layout/orgChart1#1"/>
    <dgm:cxn modelId="{6D5ED82D-7EEE-4D58-926F-74445FB7D5DA}" type="presParOf" srcId="{7C8F933B-1F99-4D39-8D56-6529721D5664}" destId="{96A21386-0CC7-4BD3-8A43-3D4271D5D1BD}" srcOrd="1" destOrd="0" presId="urn:microsoft.com/office/officeart/2005/8/layout/orgChart1#1"/>
    <dgm:cxn modelId="{69BE7FDB-10E5-4F5F-BDCF-32D013777242}" type="presParOf" srcId="{7C8F933B-1F99-4D39-8D56-6529721D5664}" destId="{DE2D14ED-5F1C-452D-9E99-78F0B529D835}" srcOrd="2" destOrd="0" presId="urn:microsoft.com/office/officeart/2005/8/layout/orgChart1#1"/>
    <dgm:cxn modelId="{0C6A0888-CE25-475C-989F-F58423EBDDCB}" type="presParOf" srcId="{7A7849A3-0086-4C81-9DD5-67EA4AE95AAA}" destId="{CDAAC9B9-7845-495C-A902-4DFE365B063F}" srcOrd="4" destOrd="0" presId="urn:microsoft.com/office/officeart/2005/8/layout/orgChart1#1"/>
    <dgm:cxn modelId="{6D2C4C3F-C891-453D-A154-8FED631896D0}" type="presParOf" srcId="{7A7849A3-0086-4C81-9DD5-67EA4AE95AAA}" destId="{5D49C1B1-C2FB-4D94-A1E9-8642738CA1F1}" srcOrd="5" destOrd="0" presId="urn:microsoft.com/office/officeart/2005/8/layout/orgChart1#1"/>
    <dgm:cxn modelId="{98EC5F18-C86B-4097-8E28-BE86305E5533}" type="presParOf" srcId="{5D49C1B1-C2FB-4D94-A1E9-8642738CA1F1}" destId="{A0FA5AF0-C8BF-4C4D-8678-CB4196BC73DA}" srcOrd="0" destOrd="0" presId="urn:microsoft.com/office/officeart/2005/8/layout/orgChart1#1"/>
    <dgm:cxn modelId="{E83C9F5F-BF66-42FB-9E3A-F8465A551E48}" type="presParOf" srcId="{A0FA5AF0-C8BF-4C4D-8678-CB4196BC73DA}" destId="{E8F255F0-693E-417A-BF34-D98CDFF70E0C}" srcOrd="0" destOrd="0" presId="urn:microsoft.com/office/officeart/2005/8/layout/orgChart1#1"/>
    <dgm:cxn modelId="{DEE5E1A0-592B-47E0-9B6E-B84266DC4BA0}" type="presParOf" srcId="{A0FA5AF0-C8BF-4C4D-8678-CB4196BC73DA}" destId="{A5193B58-CA6C-44EF-B803-D3AE7873A8B2}" srcOrd="1" destOrd="0" presId="urn:microsoft.com/office/officeart/2005/8/layout/orgChart1#1"/>
    <dgm:cxn modelId="{D20A2D1B-6A85-468B-8F34-A9AD0D5F90F7}" type="presParOf" srcId="{5D49C1B1-C2FB-4D94-A1E9-8642738CA1F1}" destId="{2F2BF983-7E54-4F10-AF74-89A0F8221F59}" srcOrd="1" destOrd="0" presId="urn:microsoft.com/office/officeart/2005/8/layout/orgChart1#1"/>
    <dgm:cxn modelId="{82A37F9E-F325-47E6-B5D7-C4E1C38B29B3}" type="presParOf" srcId="{5D49C1B1-C2FB-4D94-A1E9-8642738CA1F1}" destId="{D95170EC-8F79-4009-B9BA-021C04EF1A26}" srcOrd="2" destOrd="0" presId="urn:microsoft.com/office/officeart/2005/8/layout/orgChart1#1"/>
    <dgm:cxn modelId="{834387E2-B4AF-455F-B275-324F4532FA7A}" type="presParOf" srcId="{7A7849A3-0086-4C81-9DD5-67EA4AE95AAA}" destId="{8AC3EF7B-55F0-43F4-8B39-CA23FCA9D68F}" srcOrd="6" destOrd="0" presId="urn:microsoft.com/office/officeart/2005/8/layout/orgChart1#1"/>
    <dgm:cxn modelId="{EEE51EBB-46A9-4684-A558-1B27E3F0A778}" type="presParOf" srcId="{7A7849A3-0086-4C81-9DD5-67EA4AE95AAA}" destId="{9919ECD0-2A56-44B6-9FB4-2D2D08472691}" srcOrd="7" destOrd="0" presId="urn:microsoft.com/office/officeart/2005/8/layout/orgChart1#1"/>
    <dgm:cxn modelId="{9128CAC2-7CA3-4957-AE2E-F7FB8FC33E7D}" type="presParOf" srcId="{9919ECD0-2A56-44B6-9FB4-2D2D08472691}" destId="{69C39217-F8E5-49C3-8586-DEBE6C1A3296}" srcOrd="0" destOrd="0" presId="urn:microsoft.com/office/officeart/2005/8/layout/orgChart1#1"/>
    <dgm:cxn modelId="{4D25DA6C-6E1D-4A87-BC8F-C20CFDE2C9B2}" type="presParOf" srcId="{69C39217-F8E5-49C3-8586-DEBE6C1A3296}" destId="{9B5D8D8F-DCFB-423B-A93E-2F5C03662CEC}" srcOrd="0" destOrd="0" presId="urn:microsoft.com/office/officeart/2005/8/layout/orgChart1#1"/>
    <dgm:cxn modelId="{0D0882F7-2DC7-46A4-8D62-F408FCAF5127}" type="presParOf" srcId="{69C39217-F8E5-49C3-8586-DEBE6C1A3296}" destId="{ABF1F139-6920-4B96-9817-BB00A71D7403}" srcOrd="1" destOrd="0" presId="urn:microsoft.com/office/officeart/2005/8/layout/orgChart1#1"/>
    <dgm:cxn modelId="{EB6BBA56-9DAE-492D-AE0A-69E943BEC2FF}" type="presParOf" srcId="{9919ECD0-2A56-44B6-9FB4-2D2D08472691}" destId="{FF8083EF-C0E4-4971-A429-7D59B5B6CB9E}" srcOrd="1" destOrd="0" presId="urn:microsoft.com/office/officeart/2005/8/layout/orgChart1#1"/>
    <dgm:cxn modelId="{D19825EE-8683-4CF9-BC73-905C25D432B1}" type="presParOf" srcId="{9919ECD0-2A56-44B6-9FB4-2D2D08472691}" destId="{ED7EA997-3EB1-45AA-9999-788F46C3CD8E}" srcOrd="2" destOrd="0" presId="urn:microsoft.com/office/officeart/2005/8/layout/orgChart1#1"/>
    <dgm:cxn modelId="{3A26D2F0-F4DF-4445-9731-8865C9689C7E}" type="presParOf" srcId="{E97F6ADF-5145-4E2D-8D3C-E76D1CE9A803}" destId="{8EC155E0-6A41-4D5A-8DA2-8D9DA931E9A5}" srcOrd="2" destOrd="0" presId="urn:microsoft.com/office/officeart/2005/8/layout/orgChart1#1"/>
    <dgm:cxn modelId="{8FDB797A-F4D3-4F6F-AF81-16F248148058}" type="presParOf" srcId="{1946D9AA-749D-458F-B2A0-446E30130436}" destId="{603D5A4C-9E6F-4B26-AA5D-B11D2CD6217A}" srcOrd="2" destOrd="0" presId="urn:microsoft.com/office/officeart/2005/8/layout/orgChart1#1"/>
    <dgm:cxn modelId="{18B9B666-F297-4F8C-83EC-E948693AFF61}" type="presParOf" srcId="{BFFBDB66-87C7-4169-83FB-72E7B7E2DFA1}" destId="{611C96AF-F469-4569-B554-4D74EE01696E}" srcOrd="2" destOrd="0" presId="urn:microsoft.com/office/officeart/2005/8/layout/orgChart1#1"/>
    <dgm:cxn modelId="{264532FD-7E65-4A76-81BA-642B1229B162}" type="presParOf" srcId="{BFFBDB66-87C7-4169-83FB-72E7B7E2DFA1}" destId="{370F5F56-A2ED-4DDD-9394-A10B56466D07}" srcOrd="3" destOrd="0" presId="urn:microsoft.com/office/officeart/2005/8/layout/orgChart1#1"/>
    <dgm:cxn modelId="{C458FDFF-8122-4041-AC34-74A3C8880D2C}" type="presParOf" srcId="{370F5F56-A2ED-4DDD-9394-A10B56466D07}" destId="{6A9A440D-486B-4165-A2D7-18B94AB142F2}" srcOrd="0" destOrd="0" presId="urn:microsoft.com/office/officeart/2005/8/layout/orgChart1#1"/>
    <dgm:cxn modelId="{571EBE3E-7BB5-4396-AE2B-8A0AE58A8E5E}" type="presParOf" srcId="{6A9A440D-486B-4165-A2D7-18B94AB142F2}" destId="{DEA2FD8D-1946-4C64-9506-E907A46802A2}" srcOrd="0" destOrd="0" presId="urn:microsoft.com/office/officeart/2005/8/layout/orgChart1#1"/>
    <dgm:cxn modelId="{A8D25766-2DDE-426B-ACED-5A711740C3B3}" type="presParOf" srcId="{6A9A440D-486B-4165-A2D7-18B94AB142F2}" destId="{BD4B376B-DBAA-49B9-8462-91B1FEC30324}" srcOrd="1" destOrd="0" presId="urn:microsoft.com/office/officeart/2005/8/layout/orgChart1#1"/>
    <dgm:cxn modelId="{70432D4C-B186-4CF1-8321-BC50D33C7ADC}" type="presParOf" srcId="{370F5F56-A2ED-4DDD-9394-A10B56466D07}" destId="{5D6F681D-5FAF-4AFD-9EED-06461F7B9841}" srcOrd="1" destOrd="0" presId="urn:microsoft.com/office/officeart/2005/8/layout/orgChart1#1"/>
    <dgm:cxn modelId="{CF0A979C-4081-482D-9157-244197766FF7}" type="presParOf" srcId="{5D6F681D-5FAF-4AFD-9EED-06461F7B9841}" destId="{656EDBD6-A83F-467A-B370-7BAC7C3641D1}" srcOrd="0" destOrd="0" presId="urn:microsoft.com/office/officeart/2005/8/layout/orgChart1#1"/>
    <dgm:cxn modelId="{46CCE950-68E3-41FB-8D26-FBC1A6E58524}" type="presParOf" srcId="{5D6F681D-5FAF-4AFD-9EED-06461F7B9841}" destId="{B177F24B-C5A7-492A-BD3F-B87560B83500}" srcOrd="1" destOrd="0" presId="urn:microsoft.com/office/officeart/2005/8/layout/orgChart1#1"/>
    <dgm:cxn modelId="{DBF53395-7F9E-49CC-A166-2A56A324D99E}" type="presParOf" srcId="{B177F24B-C5A7-492A-BD3F-B87560B83500}" destId="{89ED8C98-3CEC-4DCA-814F-4628AD0A8961}" srcOrd="0" destOrd="0" presId="urn:microsoft.com/office/officeart/2005/8/layout/orgChart1#1"/>
    <dgm:cxn modelId="{865A92F8-1CBE-4646-81A8-C352D7CC1FD2}" type="presParOf" srcId="{89ED8C98-3CEC-4DCA-814F-4628AD0A8961}" destId="{888EA135-A956-41C3-BF6E-5906FEBE7027}" srcOrd="0" destOrd="0" presId="urn:microsoft.com/office/officeart/2005/8/layout/orgChart1#1"/>
    <dgm:cxn modelId="{A081F845-FED9-4072-98F2-1B4507D85E09}" type="presParOf" srcId="{89ED8C98-3CEC-4DCA-814F-4628AD0A8961}" destId="{D6540CEE-EA1F-4B3F-B231-09BDA87C05BD}" srcOrd="1" destOrd="0" presId="urn:microsoft.com/office/officeart/2005/8/layout/orgChart1#1"/>
    <dgm:cxn modelId="{B0DDD715-6070-46E3-BFCA-0D51253D083F}" type="presParOf" srcId="{B177F24B-C5A7-492A-BD3F-B87560B83500}" destId="{2CC3F508-91C9-42B2-A287-F8F1BD7C550E}" srcOrd="1" destOrd="0" presId="urn:microsoft.com/office/officeart/2005/8/layout/orgChart1#1"/>
    <dgm:cxn modelId="{7EF6CC77-5FFE-408C-B0E8-B39ADF333FA9}" type="presParOf" srcId="{B177F24B-C5A7-492A-BD3F-B87560B83500}" destId="{468BED11-7D84-47A6-9164-F74540288804}" srcOrd="2" destOrd="0" presId="urn:microsoft.com/office/officeart/2005/8/layout/orgChart1#1"/>
    <dgm:cxn modelId="{3270F5C5-41B1-4528-ABD4-30AFC9C1973E}" type="presParOf" srcId="{370F5F56-A2ED-4DDD-9394-A10B56466D07}" destId="{E5567B77-0CC6-462A-9A4E-9D7CBB005A20}" srcOrd="2" destOrd="0" presId="urn:microsoft.com/office/officeart/2005/8/layout/orgChart1#1"/>
    <dgm:cxn modelId="{D8326A44-F2C6-489F-BBB9-C5C5C0DEAFEA}" type="presParOf" srcId="{BFFBDB66-87C7-4169-83FB-72E7B7E2DFA1}" destId="{BF131FED-1ACC-4735-9E4D-A42805C7E664}" srcOrd="4" destOrd="0" presId="urn:microsoft.com/office/officeart/2005/8/layout/orgChart1#1"/>
    <dgm:cxn modelId="{A9E994B7-7F05-464B-956D-E99919A3E375}" type="presParOf" srcId="{BFFBDB66-87C7-4169-83FB-72E7B7E2DFA1}" destId="{2D7F808E-7B25-4D54-854F-E3F405CFE767}" srcOrd="5" destOrd="0" presId="urn:microsoft.com/office/officeart/2005/8/layout/orgChart1#1"/>
    <dgm:cxn modelId="{8D0B5CAE-5F5C-4DE5-8146-A83DCA2328CF}" type="presParOf" srcId="{2D7F808E-7B25-4D54-854F-E3F405CFE767}" destId="{6C981864-7314-46D5-A280-6C0FA307AE7A}" srcOrd="0" destOrd="0" presId="urn:microsoft.com/office/officeart/2005/8/layout/orgChart1#1"/>
    <dgm:cxn modelId="{93E38439-A69A-4D48-96B6-67490006B4BC}" type="presParOf" srcId="{6C981864-7314-46D5-A280-6C0FA307AE7A}" destId="{DE487BAB-FCDB-429C-8046-5F372332A0F0}" srcOrd="0" destOrd="0" presId="urn:microsoft.com/office/officeart/2005/8/layout/orgChart1#1"/>
    <dgm:cxn modelId="{C1E7EAC5-8FD9-43C5-A3F5-73C238BCD0D1}" type="presParOf" srcId="{6C981864-7314-46D5-A280-6C0FA307AE7A}" destId="{371896A5-60A9-47B7-98A8-4B22CABE9CFC}" srcOrd="1" destOrd="0" presId="urn:microsoft.com/office/officeart/2005/8/layout/orgChart1#1"/>
    <dgm:cxn modelId="{FD55ECA6-FF66-4B8D-858D-D3A10CEE7B54}" type="presParOf" srcId="{2D7F808E-7B25-4D54-854F-E3F405CFE767}" destId="{DAEA0905-16D5-4B36-80C2-444C319BF4CE}" srcOrd="1" destOrd="0" presId="urn:microsoft.com/office/officeart/2005/8/layout/orgChart1#1"/>
    <dgm:cxn modelId="{9F99D8E6-A68B-44B2-A1B9-F48BD0F73FF9}" type="presParOf" srcId="{DAEA0905-16D5-4B36-80C2-444C319BF4CE}" destId="{2912D27A-0237-46B5-A13C-9CA63BB90903}" srcOrd="0" destOrd="0" presId="urn:microsoft.com/office/officeart/2005/8/layout/orgChart1#1"/>
    <dgm:cxn modelId="{528735C4-22A3-43EF-8795-55B20F515071}" type="presParOf" srcId="{DAEA0905-16D5-4B36-80C2-444C319BF4CE}" destId="{A061680E-D4C9-4AAC-A2CB-D9932BC24B1E}" srcOrd="1" destOrd="0" presId="urn:microsoft.com/office/officeart/2005/8/layout/orgChart1#1"/>
    <dgm:cxn modelId="{B30ACDAA-8FBA-460D-A08B-6F9374B9BC06}" type="presParOf" srcId="{A061680E-D4C9-4AAC-A2CB-D9932BC24B1E}" destId="{27FAFC48-A110-4AEC-8D9B-6A05AA0DC99F}" srcOrd="0" destOrd="0" presId="urn:microsoft.com/office/officeart/2005/8/layout/orgChart1#1"/>
    <dgm:cxn modelId="{D09A09AA-E540-4EF3-B3F7-AAF5747ABC4C}" type="presParOf" srcId="{27FAFC48-A110-4AEC-8D9B-6A05AA0DC99F}" destId="{52CE73B7-0211-4F40-9FBE-2A98B3B820A0}" srcOrd="0" destOrd="0" presId="urn:microsoft.com/office/officeart/2005/8/layout/orgChart1#1"/>
    <dgm:cxn modelId="{93C050BA-9A2F-4E2B-8519-F8DE74D3935D}" type="presParOf" srcId="{27FAFC48-A110-4AEC-8D9B-6A05AA0DC99F}" destId="{7949C857-F4AD-4417-9BDA-4D13746F66A7}" srcOrd="1" destOrd="0" presId="urn:microsoft.com/office/officeart/2005/8/layout/orgChart1#1"/>
    <dgm:cxn modelId="{7EB0D552-88C4-42DF-8574-EED0A396A7AD}" type="presParOf" srcId="{A061680E-D4C9-4AAC-A2CB-D9932BC24B1E}" destId="{0B32C5BE-50A2-4AF7-A92F-3E2C088A8A7D}" srcOrd="1" destOrd="0" presId="urn:microsoft.com/office/officeart/2005/8/layout/orgChart1#1"/>
    <dgm:cxn modelId="{CF0D7101-1EDE-4972-AB52-B673359B95CE}" type="presParOf" srcId="{0B32C5BE-50A2-4AF7-A92F-3E2C088A8A7D}" destId="{C34023E3-7367-451F-A8CB-0C679BEF50AE}" srcOrd="0" destOrd="0" presId="urn:microsoft.com/office/officeart/2005/8/layout/orgChart1#1"/>
    <dgm:cxn modelId="{28722CEB-B3A3-48DE-9710-4D2FEEDCD474}" type="presParOf" srcId="{0B32C5BE-50A2-4AF7-A92F-3E2C088A8A7D}" destId="{E72DDFBD-3E85-4049-93EF-CFC04DCF9C0A}" srcOrd="1" destOrd="0" presId="urn:microsoft.com/office/officeart/2005/8/layout/orgChart1#1"/>
    <dgm:cxn modelId="{F3A6594C-4708-424F-A237-C2FBA6078F5C}" type="presParOf" srcId="{E72DDFBD-3E85-4049-93EF-CFC04DCF9C0A}" destId="{1B2B694F-C8DD-4C90-9F40-8284D08D6B68}" srcOrd="0" destOrd="0" presId="urn:microsoft.com/office/officeart/2005/8/layout/orgChart1#1"/>
    <dgm:cxn modelId="{0F0CE578-5EE6-4829-8674-9DEBCE07FDAF}" type="presParOf" srcId="{1B2B694F-C8DD-4C90-9F40-8284D08D6B68}" destId="{8B0C657F-DE93-4CBC-9D42-62DF9BAFA4D7}" srcOrd="0" destOrd="0" presId="urn:microsoft.com/office/officeart/2005/8/layout/orgChart1#1"/>
    <dgm:cxn modelId="{F0D043CF-5EA0-46ED-9BDF-205C0BF9D56B}" type="presParOf" srcId="{1B2B694F-C8DD-4C90-9F40-8284D08D6B68}" destId="{5A11DC9E-1F7F-49AC-AB09-4F855C728A83}" srcOrd="1" destOrd="0" presId="urn:microsoft.com/office/officeart/2005/8/layout/orgChart1#1"/>
    <dgm:cxn modelId="{BADEC56F-6AA6-461D-8E4B-EFF0B03CFE06}" type="presParOf" srcId="{E72DDFBD-3E85-4049-93EF-CFC04DCF9C0A}" destId="{26F9142F-92AE-4CF4-B4A4-18151BDC10B0}" srcOrd="1" destOrd="0" presId="urn:microsoft.com/office/officeart/2005/8/layout/orgChart1#1"/>
    <dgm:cxn modelId="{88B55DBC-ED7E-48C8-B731-684348417685}" type="presParOf" srcId="{26F9142F-92AE-4CF4-B4A4-18151BDC10B0}" destId="{0CE3810A-BBEE-4226-B93E-A8B0CE1CCC04}" srcOrd="0" destOrd="0" presId="urn:microsoft.com/office/officeart/2005/8/layout/orgChart1#1"/>
    <dgm:cxn modelId="{A9C5E5FB-B360-456E-997F-0DC28E254835}" type="presParOf" srcId="{26F9142F-92AE-4CF4-B4A4-18151BDC10B0}" destId="{DDAB2C27-1C57-4963-A453-38129242A511}" srcOrd="1" destOrd="0" presId="urn:microsoft.com/office/officeart/2005/8/layout/orgChart1#1"/>
    <dgm:cxn modelId="{50CCF2EF-9FEB-4F5E-959C-B8E5582891DB}" type="presParOf" srcId="{DDAB2C27-1C57-4963-A453-38129242A511}" destId="{F1568816-AAE8-417D-96AB-26D36270B212}" srcOrd="0" destOrd="0" presId="urn:microsoft.com/office/officeart/2005/8/layout/orgChart1#1"/>
    <dgm:cxn modelId="{72993B5F-8742-48C5-BCC1-12D002FCD3EE}" type="presParOf" srcId="{F1568816-AAE8-417D-96AB-26D36270B212}" destId="{CDC58C45-248D-4CF3-B1D1-C072FC0CDD32}" srcOrd="0" destOrd="0" presId="urn:microsoft.com/office/officeart/2005/8/layout/orgChart1#1"/>
    <dgm:cxn modelId="{C9DBF882-9D47-4C26-86E0-5119BC53BC11}" type="presParOf" srcId="{F1568816-AAE8-417D-96AB-26D36270B212}" destId="{F39C47F7-D3F5-40AC-9D88-647AECD99D5C}" srcOrd="1" destOrd="0" presId="urn:microsoft.com/office/officeart/2005/8/layout/orgChart1#1"/>
    <dgm:cxn modelId="{3C703505-3825-404E-BC8D-7B95E4B3753B}" type="presParOf" srcId="{DDAB2C27-1C57-4963-A453-38129242A511}" destId="{DD9F84B8-B65F-4EEC-9F0F-FDC1A5FFFE8B}" srcOrd="1" destOrd="0" presId="urn:microsoft.com/office/officeart/2005/8/layout/orgChart1#1"/>
    <dgm:cxn modelId="{1893DC27-B0E9-4BBF-B423-004251898AEB}" type="presParOf" srcId="{DDAB2C27-1C57-4963-A453-38129242A511}" destId="{FFD4C003-AB44-40C0-B3E4-D69207AD0A62}" srcOrd="2" destOrd="0" presId="urn:microsoft.com/office/officeart/2005/8/layout/orgChart1#1"/>
    <dgm:cxn modelId="{4204E98E-6787-4A53-916A-5834243C6BBD}" type="presParOf" srcId="{26F9142F-92AE-4CF4-B4A4-18151BDC10B0}" destId="{1572E551-5456-4E8F-8FB8-2E9DD6B15206}" srcOrd="2" destOrd="0" presId="urn:microsoft.com/office/officeart/2005/8/layout/orgChart1#1"/>
    <dgm:cxn modelId="{3C49FB3C-6F28-4302-BCE3-B4AA1871CBC9}" type="presParOf" srcId="{26F9142F-92AE-4CF4-B4A4-18151BDC10B0}" destId="{7391FEF8-C360-4F61-96AE-75D14A29BE7C}" srcOrd="3" destOrd="0" presId="urn:microsoft.com/office/officeart/2005/8/layout/orgChart1#1"/>
    <dgm:cxn modelId="{9BFA2D81-A040-452F-907B-70827D42466D}" type="presParOf" srcId="{7391FEF8-C360-4F61-96AE-75D14A29BE7C}" destId="{F19BB291-D4C6-4764-BDC0-3C98DE114805}" srcOrd="0" destOrd="0" presId="urn:microsoft.com/office/officeart/2005/8/layout/orgChart1#1"/>
    <dgm:cxn modelId="{51341869-FAC4-4489-A02F-A850FF16BB11}" type="presParOf" srcId="{F19BB291-D4C6-4764-BDC0-3C98DE114805}" destId="{F8F23397-20D9-4F70-9C88-4304161BDA15}" srcOrd="0" destOrd="0" presId="urn:microsoft.com/office/officeart/2005/8/layout/orgChart1#1"/>
    <dgm:cxn modelId="{6882BF72-5CB0-4F81-A370-D292CAA2D743}" type="presParOf" srcId="{F19BB291-D4C6-4764-BDC0-3C98DE114805}" destId="{53E9CBAB-F312-4F26-9254-6472041EF1FC}" srcOrd="1" destOrd="0" presId="urn:microsoft.com/office/officeart/2005/8/layout/orgChart1#1"/>
    <dgm:cxn modelId="{DD748F0D-0771-4BA9-B414-E506C19698F7}" type="presParOf" srcId="{7391FEF8-C360-4F61-96AE-75D14A29BE7C}" destId="{85DCDB8E-7577-4B6B-90B9-5ED0195510EB}" srcOrd="1" destOrd="0" presId="urn:microsoft.com/office/officeart/2005/8/layout/orgChart1#1"/>
    <dgm:cxn modelId="{C70E982B-4708-41A0-93BC-D24BB0BE461F}" type="presParOf" srcId="{7391FEF8-C360-4F61-96AE-75D14A29BE7C}" destId="{22C58968-12B5-4063-B2BE-C1FF884C0B37}" srcOrd="2" destOrd="0" presId="urn:microsoft.com/office/officeart/2005/8/layout/orgChart1#1"/>
    <dgm:cxn modelId="{8C1D2B40-AAC4-42B0-A76E-BF4CE3D82313}" type="presParOf" srcId="{26F9142F-92AE-4CF4-B4A4-18151BDC10B0}" destId="{C12C4F16-C245-4099-9F3B-ADD36A3A4221}" srcOrd="4" destOrd="0" presId="urn:microsoft.com/office/officeart/2005/8/layout/orgChart1#1"/>
    <dgm:cxn modelId="{BF911D52-55E1-45E5-A948-8AC71F7F6216}" type="presParOf" srcId="{26F9142F-92AE-4CF4-B4A4-18151BDC10B0}" destId="{C86601B9-4EB8-4A0C-B7EF-59C62EB0F143}" srcOrd="5" destOrd="0" presId="urn:microsoft.com/office/officeart/2005/8/layout/orgChart1#1"/>
    <dgm:cxn modelId="{2528896C-A0FC-4B8B-BA63-0E768BDEE409}" type="presParOf" srcId="{C86601B9-4EB8-4A0C-B7EF-59C62EB0F143}" destId="{8FA724C9-362A-4C1A-83E6-E8D12925FE48}" srcOrd="0" destOrd="0" presId="urn:microsoft.com/office/officeart/2005/8/layout/orgChart1#1"/>
    <dgm:cxn modelId="{3C4D38ED-BD2B-453A-8D94-0F52D2B2FBA6}" type="presParOf" srcId="{8FA724C9-362A-4C1A-83E6-E8D12925FE48}" destId="{00A1E9E1-9BA4-4A92-8603-5130E1CC15E6}" srcOrd="0" destOrd="0" presId="urn:microsoft.com/office/officeart/2005/8/layout/orgChart1#1"/>
    <dgm:cxn modelId="{C6616100-260F-425F-9429-A9712111C867}" type="presParOf" srcId="{8FA724C9-362A-4C1A-83E6-E8D12925FE48}" destId="{7A38730A-7E54-4AFB-9254-67BF206B140F}" srcOrd="1" destOrd="0" presId="urn:microsoft.com/office/officeart/2005/8/layout/orgChart1#1"/>
    <dgm:cxn modelId="{79127643-1587-4437-B11A-283C6E19AD3A}" type="presParOf" srcId="{C86601B9-4EB8-4A0C-B7EF-59C62EB0F143}" destId="{018E81C0-46EB-443E-8642-E7009ECC1826}" srcOrd="1" destOrd="0" presId="urn:microsoft.com/office/officeart/2005/8/layout/orgChart1#1"/>
    <dgm:cxn modelId="{87CE99EC-C7FF-455A-9A12-9B19EAFF43E6}" type="presParOf" srcId="{C86601B9-4EB8-4A0C-B7EF-59C62EB0F143}" destId="{A6B2E143-D0DE-4CF7-8F6B-E8C3CC276E88}" srcOrd="2" destOrd="0" presId="urn:microsoft.com/office/officeart/2005/8/layout/orgChart1#1"/>
    <dgm:cxn modelId="{A1F647B9-663B-4548-8E17-AF85BEB798F8}" type="presParOf" srcId="{26F9142F-92AE-4CF4-B4A4-18151BDC10B0}" destId="{EC7674C3-F9F4-408E-82DA-14CAFCB53AB3}" srcOrd="6" destOrd="0" presId="urn:microsoft.com/office/officeart/2005/8/layout/orgChart1#1"/>
    <dgm:cxn modelId="{7A68C53B-198C-4B52-B1EE-CE278D8DCD3C}" type="presParOf" srcId="{26F9142F-92AE-4CF4-B4A4-18151BDC10B0}" destId="{ECF21920-1FF5-4252-96DC-F3F3E0932D75}" srcOrd="7" destOrd="0" presId="urn:microsoft.com/office/officeart/2005/8/layout/orgChart1#1"/>
    <dgm:cxn modelId="{6C352F7E-80B7-48AB-9E09-AD4D571DDEB5}" type="presParOf" srcId="{ECF21920-1FF5-4252-96DC-F3F3E0932D75}" destId="{3E0FDD9E-F97E-4A25-A6FD-AE67CE001868}" srcOrd="0" destOrd="0" presId="urn:microsoft.com/office/officeart/2005/8/layout/orgChart1#1"/>
    <dgm:cxn modelId="{74746FFC-3558-4105-BF7E-0E9BBB0EA5FE}" type="presParOf" srcId="{3E0FDD9E-F97E-4A25-A6FD-AE67CE001868}" destId="{BA7A29E6-A56C-4695-9771-F05A28DDB135}" srcOrd="0" destOrd="0" presId="urn:microsoft.com/office/officeart/2005/8/layout/orgChart1#1"/>
    <dgm:cxn modelId="{046EC17A-8861-401D-AF0E-82EB4B40B158}" type="presParOf" srcId="{3E0FDD9E-F97E-4A25-A6FD-AE67CE001868}" destId="{C4414477-FDE0-44B6-8B19-2E824925C171}" srcOrd="1" destOrd="0" presId="urn:microsoft.com/office/officeart/2005/8/layout/orgChart1#1"/>
    <dgm:cxn modelId="{6886C275-4745-4958-9BDD-0D84D47400E7}" type="presParOf" srcId="{ECF21920-1FF5-4252-96DC-F3F3E0932D75}" destId="{515116A8-5302-4FD2-B0DB-57AF34096C60}" srcOrd="1" destOrd="0" presId="urn:microsoft.com/office/officeart/2005/8/layout/orgChart1#1"/>
    <dgm:cxn modelId="{470FF2F0-BD2F-453E-B90E-63258C416494}" type="presParOf" srcId="{ECF21920-1FF5-4252-96DC-F3F3E0932D75}" destId="{64207EAE-DC4F-4CC6-805F-B765554EA881}" srcOrd="2" destOrd="0" presId="urn:microsoft.com/office/officeart/2005/8/layout/orgChart1#1"/>
    <dgm:cxn modelId="{F5DD389F-00E9-48D6-B971-6D1F37E3634D}" type="presParOf" srcId="{26F9142F-92AE-4CF4-B4A4-18151BDC10B0}" destId="{828A4485-50D5-42F2-8E8C-74C17A1994D6}" srcOrd="8" destOrd="0" presId="urn:microsoft.com/office/officeart/2005/8/layout/orgChart1#1"/>
    <dgm:cxn modelId="{FC6B7445-ABCE-467E-9F93-5798A1AB3609}" type="presParOf" srcId="{26F9142F-92AE-4CF4-B4A4-18151BDC10B0}" destId="{CDADBF85-5B31-48FC-B301-7E940CB98200}" srcOrd="9" destOrd="0" presId="urn:microsoft.com/office/officeart/2005/8/layout/orgChart1#1"/>
    <dgm:cxn modelId="{1EB92AC7-D332-45CF-83F6-85011373397B}" type="presParOf" srcId="{CDADBF85-5B31-48FC-B301-7E940CB98200}" destId="{1C21C4F6-D302-4401-A471-4A42482F0348}" srcOrd="0" destOrd="0" presId="urn:microsoft.com/office/officeart/2005/8/layout/orgChart1#1"/>
    <dgm:cxn modelId="{270CCA92-70E4-458C-A225-045D9E0FDA02}" type="presParOf" srcId="{1C21C4F6-D302-4401-A471-4A42482F0348}" destId="{02DACEFD-FDB1-439C-B447-28620B4EFC24}" srcOrd="0" destOrd="0" presId="urn:microsoft.com/office/officeart/2005/8/layout/orgChart1#1"/>
    <dgm:cxn modelId="{098021CD-B00B-4490-BC7D-37A89C8D3D3D}" type="presParOf" srcId="{1C21C4F6-D302-4401-A471-4A42482F0348}" destId="{B74ABDE1-9060-46D0-8C43-836CE34C9561}" srcOrd="1" destOrd="0" presId="urn:microsoft.com/office/officeart/2005/8/layout/orgChart1#1"/>
    <dgm:cxn modelId="{CBF7496A-9EE2-4312-A1E9-7A2D8A8C884C}" type="presParOf" srcId="{CDADBF85-5B31-48FC-B301-7E940CB98200}" destId="{2466D04D-DB4B-4575-B560-DDB8501F3630}" srcOrd="1" destOrd="0" presId="urn:microsoft.com/office/officeart/2005/8/layout/orgChart1#1"/>
    <dgm:cxn modelId="{FCC5F6B1-341B-4566-BD8B-51AA244D0991}" type="presParOf" srcId="{CDADBF85-5B31-48FC-B301-7E940CB98200}" destId="{5BF5CBB9-4E67-4D9C-8DCC-137BE60F878D}" srcOrd="2" destOrd="0" presId="urn:microsoft.com/office/officeart/2005/8/layout/orgChart1#1"/>
    <dgm:cxn modelId="{AA98FBA4-4A3C-416C-8B45-7661350C47E2}" type="presParOf" srcId="{E72DDFBD-3E85-4049-93EF-CFC04DCF9C0A}" destId="{95893772-2E88-4B50-8BA1-DAD0360F9714}" srcOrd="2" destOrd="0" presId="urn:microsoft.com/office/officeart/2005/8/layout/orgChart1#1"/>
    <dgm:cxn modelId="{D54DE03B-DD14-4BA3-ABD8-E530609A1B2B}" type="presParOf" srcId="{0B32C5BE-50A2-4AF7-A92F-3E2C088A8A7D}" destId="{07547702-9610-449B-AD58-C0539E99C36C}" srcOrd="2" destOrd="0" presId="urn:microsoft.com/office/officeart/2005/8/layout/orgChart1#1"/>
    <dgm:cxn modelId="{4BC4C0E9-B6B1-40DD-82F8-F778289C1069}" type="presParOf" srcId="{0B32C5BE-50A2-4AF7-A92F-3E2C088A8A7D}" destId="{5AA138D8-B769-49A9-9E55-12B1CFBA3F07}" srcOrd="3" destOrd="0" presId="urn:microsoft.com/office/officeart/2005/8/layout/orgChart1#1"/>
    <dgm:cxn modelId="{DB1569D6-F4A2-42D1-AFB1-0D3FD9010B82}" type="presParOf" srcId="{5AA138D8-B769-49A9-9E55-12B1CFBA3F07}" destId="{89A4E782-37DD-47C0-82EE-9796C777D885}" srcOrd="0" destOrd="0" presId="urn:microsoft.com/office/officeart/2005/8/layout/orgChart1#1"/>
    <dgm:cxn modelId="{18CF3F7D-A25B-4BA7-ABC4-7AA136051C85}" type="presParOf" srcId="{89A4E782-37DD-47C0-82EE-9796C777D885}" destId="{C8395663-2B46-4E5C-BE3B-6307120E52EB}" srcOrd="0" destOrd="0" presId="urn:microsoft.com/office/officeart/2005/8/layout/orgChart1#1"/>
    <dgm:cxn modelId="{60650DC0-794D-4D77-9961-2CCF2FA2038C}" type="presParOf" srcId="{89A4E782-37DD-47C0-82EE-9796C777D885}" destId="{36D3B52E-4C58-4D95-9DF6-F86A6E06CFF9}" srcOrd="1" destOrd="0" presId="urn:microsoft.com/office/officeart/2005/8/layout/orgChart1#1"/>
    <dgm:cxn modelId="{9B4DB117-B6A7-4788-96A1-AFE13F011C05}" type="presParOf" srcId="{5AA138D8-B769-49A9-9E55-12B1CFBA3F07}" destId="{FA43DB19-2A14-4CE9-BCD9-11EFCD57F589}" srcOrd="1" destOrd="0" presId="urn:microsoft.com/office/officeart/2005/8/layout/orgChart1#1"/>
    <dgm:cxn modelId="{2F6ECF24-BF48-454D-A509-2A3652CA2C76}" type="presParOf" srcId="{FA43DB19-2A14-4CE9-BCD9-11EFCD57F589}" destId="{B4025602-7831-4399-AC16-698255FB8971}" srcOrd="0" destOrd="0" presId="urn:microsoft.com/office/officeart/2005/8/layout/orgChart1#1"/>
    <dgm:cxn modelId="{D00B55F9-AF47-4120-8B6B-2A97AB1E64C1}" type="presParOf" srcId="{FA43DB19-2A14-4CE9-BCD9-11EFCD57F589}" destId="{89E93802-E710-4797-B809-85D178C9D548}" srcOrd="1" destOrd="0" presId="urn:microsoft.com/office/officeart/2005/8/layout/orgChart1#1"/>
    <dgm:cxn modelId="{7220BB88-3FC6-49EC-8394-387880674E94}" type="presParOf" srcId="{89E93802-E710-4797-B809-85D178C9D548}" destId="{C5D9E3F7-07C7-4917-AC6E-691667615601}" srcOrd="0" destOrd="0" presId="urn:microsoft.com/office/officeart/2005/8/layout/orgChart1#1"/>
    <dgm:cxn modelId="{0E42807E-CC52-4614-A65C-6C31151ADD1D}" type="presParOf" srcId="{C5D9E3F7-07C7-4917-AC6E-691667615601}" destId="{60874623-E076-47A6-A373-FC8CD4875463}" srcOrd="0" destOrd="0" presId="urn:microsoft.com/office/officeart/2005/8/layout/orgChart1#1"/>
    <dgm:cxn modelId="{5BC1DAD8-F791-4C1C-9A91-3AB089C6D51B}" type="presParOf" srcId="{C5D9E3F7-07C7-4917-AC6E-691667615601}" destId="{967A7CB3-0F10-4970-8B73-701FA3CD5E79}" srcOrd="1" destOrd="0" presId="urn:microsoft.com/office/officeart/2005/8/layout/orgChart1#1"/>
    <dgm:cxn modelId="{2E82AFB7-DCAB-4B6E-927B-49ADB5726C96}" type="presParOf" srcId="{89E93802-E710-4797-B809-85D178C9D548}" destId="{BE6E3F94-4CE0-45B8-A717-322D4B30BEEB}" srcOrd="1" destOrd="0" presId="urn:microsoft.com/office/officeart/2005/8/layout/orgChart1#1"/>
    <dgm:cxn modelId="{0E59D693-F410-40EF-8944-52B522C491FF}" type="presParOf" srcId="{BE6E3F94-4CE0-45B8-A717-322D4B30BEEB}" destId="{D33973EF-6A96-411B-B109-DCAD7332F06A}" srcOrd="0" destOrd="0" presId="urn:microsoft.com/office/officeart/2005/8/layout/orgChart1#1"/>
    <dgm:cxn modelId="{90D6CCF4-181E-4590-9946-0D260FF08970}" type="presParOf" srcId="{BE6E3F94-4CE0-45B8-A717-322D4B30BEEB}" destId="{7DA13EF4-F4F0-4071-B5C7-455F20D97B5E}" srcOrd="1" destOrd="0" presId="urn:microsoft.com/office/officeart/2005/8/layout/orgChart1#1"/>
    <dgm:cxn modelId="{A78D288B-FABC-4E7B-BAD2-DBEF33389001}" type="presParOf" srcId="{7DA13EF4-F4F0-4071-B5C7-455F20D97B5E}" destId="{31F178D6-BB94-4F96-B67D-B2FAF7FB68AE}" srcOrd="0" destOrd="0" presId="urn:microsoft.com/office/officeart/2005/8/layout/orgChart1#1"/>
    <dgm:cxn modelId="{591D9576-53D4-4E87-86B9-9690F65309C6}" type="presParOf" srcId="{31F178D6-BB94-4F96-B67D-B2FAF7FB68AE}" destId="{A4000CE0-EAC5-40F2-97B8-5A3109E99B77}" srcOrd="0" destOrd="0" presId="urn:microsoft.com/office/officeart/2005/8/layout/orgChart1#1"/>
    <dgm:cxn modelId="{B6741F7E-77C0-4E86-8CDB-D5ACAB593E29}" type="presParOf" srcId="{31F178D6-BB94-4F96-B67D-B2FAF7FB68AE}" destId="{F3F47B07-14F5-48BD-846A-2704D1998B09}" srcOrd="1" destOrd="0" presId="urn:microsoft.com/office/officeart/2005/8/layout/orgChart1#1"/>
    <dgm:cxn modelId="{712DCDEB-C5EE-45F9-A5C9-13D41EE6EA4A}" type="presParOf" srcId="{7DA13EF4-F4F0-4071-B5C7-455F20D97B5E}" destId="{D5C96B9D-935F-4293-AE6B-A70A3A1F9DED}" srcOrd="1" destOrd="0" presId="urn:microsoft.com/office/officeart/2005/8/layout/orgChart1#1"/>
    <dgm:cxn modelId="{A2870E87-AAC2-4E3B-BEC5-3C5B072DBDF8}" type="presParOf" srcId="{7DA13EF4-F4F0-4071-B5C7-455F20D97B5E}" destId="{D56C1001-8185-4E76-B56F-76E699395FE9}" srcOrd="2" destOrd="0" presId="urn:microsoft.com/office/officeart/2005/8/layout/orgChart1#1"/>
    <dgm:cxn modelId="{37EF5834-8652-4725-9A2D-FD85FAE5BA09}" type="presParOf" srcId="{89E93802-E710-4797-B809-85D178C9D548}" destId="{C6C79A24-6D19-49D3-9973-42FE1BB9B17F}" srcOrd="2" destOrd="0" presId="urn:microsoft.com/office/officeart/2005/8/layout/orgChart1#1"/>
    <dgm:cxn modelId="{55F7BEE8-4143-4417-9E2B-B497C1D36FA6}" type="presParOf" srcId="{5AA138D8-B769-49A9-9E55-12B1CFBA3F07}" destId="{0800C136-A149-452D-AA7D-4640BA60C6D5}" srcOrd="2" destOrd="0" presId="urn:microsoft.com/office/officeart/2005/8/layout/orgChart1#1"/>
    <dgm:cxn modelId="{3983D602-B973-405A-A3B9-98CB2CEEC9CA}" type="presParOf" srcId="{A061680E-D4C9-4AAC-A2CB-D9932BC24B1E}" destId="{A69EC96B-3487-402E-9B45-1431BF63079E}" srcOrd="2" destOrd="0" presId="urn:microsoft.com/office/officeart/2005/8/layout/orgChart1#1"/>
    <dgm:cxn modelId="{FB3B68CE-C885-4C4C-89B3-A7484EFDCB67}" type="presParOf" srcId="{DAEA0905-16D5-4B36-80C2-444C319BF4CE}" destId="{350C072C-3C53-4A64-8050-4BD886180353}" srcOrd="2" destOrd="0" presId="urn:microsoft.com/office/officeart/2005/8/layout/orgChart1#1"/>
    <dgm:cxn modelId="{DBE2E0DE-65EA-4D70-8CAB-0FA6AE1EC243}" type="presParOf" srcId="{DAEA0905-16D5-4B36-80C2-444C319BF4CE}" destId="{89944464-5691-4523-87B4-2798B511B9A5}" srcOrd="3" destOrd="0" presId="urn:microsoft.com/office/officeart/2005/8/layout/orgChart1#1"/>
    <dgm:cxn modelId="{D8B67247-45B4-4918-9447-94CEEB89A8E4}" type="presParOf" srcId="{89944464-5691-4523-87B4-2798B511B9A5}" destId="{31E280FB-23B4-4DF9-B04E-892E8CDC521E}" srcOrd="0" destOrd="0" presId="urn:microsoft.com/office/officeart/2005/8/layout/orgChart1#1"/>
    <dgm:cxn modelId="{694E1E1B-90D7-44FC-A935-C59D3E084484}" type="presParOf" srcId="{31E280FB-23B4-4DF9-B04E-892E8CDC521E}" destId="{DBB6864D-ED3C-449C-97A6-B1504CF98517}" srcOrd="0" destOrd="0" presId="urn:microsoft.com/office/officeart/2005/8/layout/orgChart1#1"/>
    <dgm:cxn modelId="{7662C8F5-AAB4-48F7-85A8-5E173778AC4E}" type="presParOf" srcId="{31E280FB-23B4-4DF9-B04E-892E8CDC521E}" destId="{BC52B4E0-95FB-43AC-9211-74DB89C0600E}" srcOrd="1" destOrd="0" presId="urn:microsoft.com/office/officeart/2005/8/layout/orgChart1#1"/>
    <dgm:cxn modelId="{C2C4E57B-F583-44AA-9A2B-053FC3E4CFC4}" type="presParOf" srcId="{89944464-5691-4523-87B4-2798B511B9A5}" destId="{AB92C12C-5467-43A8-949A-B15FF1D71C29}" srcOrd="1" destOrd="0" presId="urn:microsoft.com/office/officeart/2005/8/layout/orgChart1#1"/>
    <dgm:cxn modelId="{786DC930-1D3D-45B5-968C-C776010CDD4A}" type="presParOf" srcId="{89944464-5691-4523-87B4-2798B511B9A5}" destId="{C5253AFB-51B8-4680-AB72-6FAA8A773046}" srcOrd="2" destOrd="0" presId="urn:microsoft.com/office/officeart/2005/8/layout/orgChart1#1"/>
    <dgm:cxn modelId="{043C7008-C109-44F3-8EB3-C2F54B59DE0F}" type="presParOf" srcId="{DAEA0905-16D5-4B36-80C2-444C319BF4CE}" destId="{BFB5499D-15FC-45B9-BFDC-DD8C35FE3E81}" srcOrd="4" destOrd="0" presId="urn:microsoft.com/office/officeart/2005/8/layout/orgChart1#1"/>
    <dgm:cxn modelId="{3D41B026-4BC7-4263-BB65-EF92750D68D5}" type="presParOf" srcId="{DAEA0905-16D5-4B36-80C2-444C319BF4CE}" destId="{41E150E3-1646-4B8A-BD5E-663743DEC38D}" srcOrd="5" destOrd="0" presId="urn:microsoft.com/office/officeart/2005/8/layout/orgChart1#1"/>
    <dgm:cxn modelId="{BAEA3DE0-2231-4999-8432-7D8492DC2E6F}" type="presParOf" srcId="{41E150E3-1646-4B8A-BD5E-663743DEC38D}" destId="{ED4D1A87-8F57-4680-88F7-156955BF2998}" srcOrd="0" destOrd="0" presId="urn:microsoft.com/office/officeart/2005/8/layout/orgChart1#1"/>
    <dgm:cxn modelId="{7D971DDF-D8D2-4E76-89EF-1748946B080A}" type="presParOf" srcId="{ED4D1A87-8F57-4680-88F7-156955BF2998}" destId="{813503CD-6646-4B1A-8B3C-08E0C40D7C79}" srcOrd="0" destOrd="0" presId="urn:microsoft.com/office/officeart/2005/8/layout/orgChart1#1"/>
    <dgm:cxn modelId="{C0806FBB-B5E3-43B5-852D-724264BF13FC}" type="presParOf" srcId="{ED4D1A87-8F57-4680-88F7-156955BF2998}" destId="{0EBBE1FF-45DA-4B5A-A6F0-169758112362}" srcOrd="1" destOrd="0" presId="urn:microsoft.com/office/officeart/2005/8/layout/orgChart1#1"/>
    <dgm:cxn modelId="{34192609-391B-4AC6-BF23-F8C2F439714D}" type="presParOf" srcId="{41E150E3-1646-4B8A-BD5E-663743DEC38D}" destId="{DAFAF460-06B0-4958-A348-F6FCC4D103E2}" srcOrd="1" destOrd="0" presId="urn:microsoft.com/office/officeart/2005/8/layout/orgChart1#1"/>
    <dgm:cxn modelId="{7C7CA886-5583-48EA-AEFA-75118F816C6F}" type="presParOf" srcId="{DAFAF460-06B0-4958-A348-F6FCC4D103E2}" destId="{5CB0D6DA-FBC1-4BED-A61C-74DF7094E956}" srcOrd="0" destOrd="0" presId="urn:microsoft.com/office/officeart/2005/8/layout/orgChart1#1"/>
    <dgm:cxn modelId="{858DE17C-8E74-4592-9C77-2703518F38F8}" type="presParOf" srcId="{DAFAF460-06B0-4958-A348-F6FCC4D103E2}" destId="{F42A5109-BD7C-4894-893D-91784690A932}" srcOrd="1" destOrd="0" presId="urn:microsoft.com/office/officeart/2005/8/layout/orgChart1#1"/>
    <dgm:cxn modelId="{8040A4F0-0DEC-4190-AD68-72033D875FDD}" type="presParOf" srcId="{F42A5109-BD7C-4894-893D-91784690A932}" destId="{81252D38-104A-49AF-B230-E54898BF2118}" srcOrd="0" destOrd="0" presId="urn:microsoft.com/office/officeart/2005/8/layout/orgChart1#1"/>
    <dgm:cxn modelId="{0B1E5EEE-C691-412E-8424-06D70F6BA54D}" type="presParOf" srcId="{81252D38-104A-49AF-B230-E54898BF2118}" destId="{9E1B3C09-FC57-4686-B430-44BAF37BD514}" srcOrd="0" destOrd="0" presId="urn:microsoft.com/office/officeart/2005/8/layout/orgChart1#1"/>
    <dgm:cxn modelId="{2CC3552A-EE52-4AE0-A9A0-0A07EA3C7BA8}" type="presParOf" srcId="{81252D38-104A-49AF-B230-E54898BF2118}" destId="{62D14D71-B6FE-49DD-9B33-51FDAEB0EBF8}" srcOrd="1" destOrd="0" presId="urn:microsoft.com/office/officeart/2005/8/layout/orgChart1#1"/>
    <dgm:cxn modelId="{FCEC6999-58A9-4953-9D57-F0086F7AB9BF}" type="presParOf" srcId="{F42A5109-BD7C-4894-893D-91784690A932}" destId="{73800819-F93C-4E93-BF3C-EC962DE876A3}" srcOrd="1" destOrd="0" presId="urn:microsoft.com/office/officeart/2005/8/layout/orgChart1#1"/>
    <dgm:cxn modelId="{14DD8634-E0B3-4148-9531-808820CBC025}" type="presParOf" srcId="{73800819-F93C-4E93-BF3C-EC962DE876A3}" destId="{BAB2BCB4-8449-429D-82BC-3E35EADB42AE}" srcOrd="0" destOrd="0" presId="urn:microsoft.com/office/officeart/2005/8/layout/orgChart1#1"/>
    <dgm:cxn modelId="{B39216C8-C6AB-4D90-A9FE-38AE6A5D640D}" type="presParOf" srcId="{73800819-F93C-4E93-BF3C-EC962DE876A3}" destId="{BD7FC6CB-0F5D-407B-B855-3103B4CC3B39}" srcOrd="1" destOrd="0" presId="urn:microsoft.com/office/officeart/2005/8/layout/orgChart1#1"/>
    <dgm:cxn modelId="{81DCF9E0-4C22-4869-BCF4-8A51EB7A65F6}" type="presParOf" srcId="{BD7FC6CB-0F5D-407B-B855-3103B4CC3B39}" destId="{5C47946A-0CFF-4B7A-9B7F-1DE99F487342}" srcOrd="0" destOrd="0" presId="urn:microsoft.com/office/officeart/2005/8/layout/orgChart1#1"/>
    <dgm:cxn modelId="{1ABBCEE4-4AE1-41E0-9910-0B788452D89B}" type="presParOf" srcId="{5C47946A-0CFF-4B7A-9B7F-1DE99F487342}" destId="{CA87B0E9-C6D2-44EB-9A78-114912DCF01B}" srcOrd="0" destOrd="0" presId="urn:microsoft.com/office/officeart/2005/8/layout/orgChart1#1"/>
    <dgm:cxn modelId="{AAA6CC77-E3D1-42F7-86DA-3212DFAFDB5F}" type="presParOf" srcId="{5C47946A-0CFF-4B7A-9B7F-1DE99F487342}" destId="{4E8EE952-CB8D-4A20-910B-F950A73322D3}" srcOrd="1" destOrd="0" presId="urn:microsoft.com/office/officeart/2005/8/layout/orgChart1#1"/>
    <dgm:cxn modelId="{4D9D1EF6-69F1-41A5-BC56-2C5EA98374FB}" type="presParOf" srcId="{BD7FC6CB-0F5D-407B-B855-3103B4CC3B39}" destId="{BE0305D7-46EE-42EA-BC43-BA0B411207F5}" srcOrd="1" destOrd="0" presId="urn:microsoft.com/office/officeart/2005/8/layout/orgChart1#1"/>
    <dgm:cxn modelId="{490F07DB-F73F-4F81-B703-13E69AEB60E7}" type="presParOf" srcId="{BD7FC6CB-0F5D-407B-B855-3103B4CC3B39}" destId="{1479787A-CC94-4640-8679-1115ABD26FA4}" srcOrd="2" destOrd="0" presId="urn:microsoft.com/office/officeart/2005/8/layout/orgChart1#1"/>
    <dgm:cxn modelId="{9D2FF86D-76D6-457D-95A0-86CE5A6729B3}" type="presParOf" srcId="{73800819-F93C-4E93-BF3C-EC962DE876A3}" destId="{BD7DB99E-C7F7-46EF-A8D3-9A023FE790C7}" srcOrd="2" destOrd="0" presId="urn:microsoft.com/office/officeart/2005/8/layout/orgChart1#1"/>
    <dgm:cxn modelId="{6B5300CF-50C8-44E7-A38A-2ADF7C6CCB14}" type="presParOf" srcId="{73800819-F93C-4E93-BF3C-EC962DE876A3}" destId="{104EDC81-47E4-40D1-9469-A25F65143DC2}" srcOrd="3" destOrd="0" presId="urn:microsoft.com/office/officeart/2005/8/layout/orgChart1#1"/>
    <dgm:cxn modelId="{0AA60AAA-5CF8-45D2-B87C-26DA6B14B4B8}" type="presParOf" srcId="{104EDC81-47E4-40D1-9469-A25F65143DC2}" destId="{D146B1DC-E605-495B-B2A6-0B8F28E0EEAB}" srcOrd="0" destOrd="0" presId="urn:microsoft.com/office/officeart/2005/8/layout/orgChart1#1"/>
    <dgm:cxn modelId="{784C64FC-6723-478D-8BAA-75F54D9C8C25}" type="presParOf" srcId="{D146B1DC-E605-495B-B2A6-0B8F28E0EEAB}" destId="{69E2C565-BF19-43EB-8CA5-A81007C913D7}" srcOrd="0" destOrd="0" presId="urn:microsoft.com/office/officeart/2005/8/layout/orgChart1#1"/>
    <dgm:cxn modelId="{140B27F4-046A-4731-BE63-29346D804187}" type="presParOf" srcId="{D146B1DC-E605-495B-B2A6-0B8F28E0EEAB}" destId="{64705CC5-4A64-479B-B6FB-21EAA682522E}" srcOrd="1" destOrd="0" presId="urn:microsoft.com/office/officeart/2005/8/layout/orgChart1#1"/>
    <dgm:cxn modelId="{0DE8C0B4-B602-469B-A376-283536F9D64A}" type="presParOf" srcId="{104EDC81-47E4-40D1-9469-A25F65143DC2}" destId="{A540EC6C-FAAF-489D-85C6-30585C296551}" srcOrd="1" destOrd="0" presId="urn:microsoft.com/office/officeart/2005/8/layout/orgChart1#1"/>
    <dgm:cxn modelId="{B22BDEF2-4A1A-466B-9248-EEA1DAC73870}" type="presParOf" srcId="{104EDC81-47E4-40D1-9469-A25F65143DC2}" destId="{C4AC2E8F-522C-4905-B110-7E6AB8390BFA}" srcOrd="2" destOrd="0" presId="urn:microsoft.com/office/officeart/2005/8/layout/orgChart1#1"/>
    <dgm:cxn modelId="{64678E30-18B9-40D4-BB65-CE961406EA7E}" type="presParOf" srcId="{73800819-F93C-4E93-BF3C-EC962DE876A3}" destId="{E9BA81D6-81CE-48CB-A1C4-F1BFD9761C8B}" srcOrd="4" destOrd="0" presId="urn:microsoft.com/office/officeart/2005/8/layout/orgChart1#1"/>
    <dgm:cxn modelId="{B734A8CC-2EBB-4337-9C1A-C5C3FBE07EAE}" type="presParOf" srcId="{73800819-F93C-4E93-BF3C-EC962DE876A3}" destId="{A1496D7A-3DD9-4D28-9F3E-098477C6045E}" srcOrd="5" destOrd="0" presId="urn:microsoft.com/office/officeart/2005/8/layout/orgChart1#1"/>
    <dgm:cxn modelId="{983C896E-3455-42C0-818F-733CFCD03750}" type="presParOf" srcId="{A1496D7A-3DD9-4D28-9F3E-098477C6045E}" destId="{F9D80121-EFD0-4BD9-9B5E-E20E3648E733}" srcOrd="0" destOrd="0" presId="urn:microsoft.com/office/officeart/2005/8/layout/orgChart1#1"/>
    <dgm:cxn modelId="{EA083A3A-991A-47E2-B427-D703F26262C4}" type="presParOf" srcId="{F9D80121-EFD0-4BD9-9B5E-E20E3648E733}" destId="{095F0404-1F8F-4D27-884D-FF07A3244F80}" srcOrd="0" destOrd="0" presId="urn:microsoft.com/office/officeart/2005/8/layout/orgChart1#1"/>
    <dgm:cxn modelId="{112B6793-A39C-4D6C-8869-6C9EB49769F7}" type="presParOf" srcId="{F9D80121-EFD0-4BD9-9B5E-E20E3648E733}" destId="{98C27385-0414-4802-875F-642E60D8EF94}" srcOrd="1" destOrd="0" presId="urn:microsoft.com/office/officeart/2005/8/layout/orgChart1#1"/>
    <dgm:cxn modelId="{0E6D5EE5-B8D6-486B-AF21-16BC3227820B}" type="presParOf" srcId="{A1496D7A-3DD9-4D28-9F3E-098477C6045E}" destId="{BBADA63C-CBE6-4030-94DE-18E84ACD2A04}" srcOrd="1" destOrd="0" presId="urn:microsoft.com/office/officeart/2005/8/layout/orgChart1#1"/>
    <dgm:cxn modelId="{4B36E15F-F326-41F4-BC43-C2508AB7CE7E}" type="presParOf" srcId="{A1496D7A-3DD9-4D28-9F3E-098477C6045E}" destId="{459C01EE-0A64-434E-8B08-3510DD97A01F}" srcOrd="2" destOrd="0" presId="urn:microsoft.com/office/officeart/2005/8/layout/orgChart1#1"/>
    <dgm:cxn modelId="{9297254D-5EBB-4D7B-83EA-CD293AB5C01A}" type="presParOf" srcId="{F42A5109-BD7C-4894-893D-91784690A932}" destId="{066CB6C5-96A6-4CA8-928B-9EA69FD13298}" srcOrd="2" destOrd="0" presId="urn:microsoft.com/office/officeart/2005/8/layout/orgChart1#1"/>
    <dgm:cxn modelId="{875856EF-C350-4B06-B1A8-FFAB64066A0D}" type="presParOf" srcId="{DAFAF460-06B0-4958-A348-F6FCC4D103E2}" destId="{88E99A06-312A-4874-8D89-ABEB43DACD6C}" srcOrd="2" destOrd="0" presId="urn:microsoft.com/office/officeart/2005/8/layout/orgChart1#1"/>
    <dgm:cxn modelId="{2AA55EAB-D16A-4881-9AC2-426C5097368C}" type="presParOf" srcId="{DAFAF460-06B0-4958-A348-F6FCC4D103E2}" destId="{0FD5FB9A-71A0-4647-B8C4-73DEC243110A}" srcOrd="3" destOrd="0" presId="urn:microsoft.com/office/officeart/2005/8/layout/orgChart1#1"/>
    <dgm:cxn modelId="{2C2A1EF8-2B00-474B-9D5C-4412FC66694A}" type="presParOf" srcId="{0FD5FB9A-71A0-4647-B8C4-73DEC243110A}" destId="{4E41C0F9-7E21-4CDC-8DA7-888E84799613}" srcOrd="0" destOrd="0" presId="urn:microsoft.com/office/officeart/2005/8/layout/orgChart1#1"/>
    <dgm:cxn modelId="{8E4060FD-9631-4381-80CE-7307871F2F7F}" type="presParOf" srcId="{4E41C0F9-7E21-4CDC-8DA7-888E84799613}" destId="{3349D738-9400-4C65-BA64-040472E3DCBC}" srcOrd="0" destOrd="0" presId="urn:microsoft.com/office/officeart/2005/8/layout/orgChart1#1"/>
    <dgm:cxn modelId="{262D6CAE-FBE3-48FF-86C5-F409DE43D3FF}" type="presParOf" srcId="{4E41C0F9-7E21-4CDC-8DA7-888E84799613}" destId="{1313D08E-3B87-4037-9B95-CBBF2A42DA6F}" srcOrd="1" destOrd="0" presId="urn:microsoft.com/office/officeart/2005/8/layout/orgChart1#1"/>
    <dgm:cxn modelId="{CF11D2BB-54BC-4413-A242-BF022B270BE5}" type="presParOf" srcId="{0FD5FB9A-71A0-4647-B8C4-73DEC243110A}" destId="{AB6BD097-6B2D-4639-B1F0-BD2F6FBF7351}" srcOrd="1" destOrd="0" presId="urn:microsoft.com/office/officeart/2005/8/layout/orgChart1#1"/>
    <dgm:cxn modelId="{B9884A15-153E-4E11-905E-1B78F5FBFC0F}" type="presParOf" srcId="{AB6BD097-6B2D-4639-B1F0-BD2F6FBF7351}" destId="{A6161A0B-A44A-491A-91BF-F9F918850178}" srcOrd="0" destOrd="0" presId="urn:microsoft.com/office/officeart/2005/8/layout/orgChart1#1"/>
    <dgm:cxn modelId="{98A042B7-7633-4BAD-A0FD-67107C90A1E0}" type="presParOf" srcId="{AB6BD097-6B2D-4639-B1F0-BD2F6FBF7351}" destId="{717BA040-5AFE-49CF-A445-73EBA2DA7A88}" srcOrd="1" destOrd="0" presId="urn:microsoft.com/office/officeart/2005/8/layout/orgChart1#1"/>
    <dgm:cxn modelId="{94640F84-1289-4A75-A91E-ABD3395CF765}" type="presParOf" srcId="{717BA040-5AFE-49CF-A445-73EBA2DA7A88}" destId="{6268E322-A7CC-44E8-B351-1791E40E3A54}" srcOrd="0" destOrd="0" presId="urn:microsoft.com/office/officeart/2005/8/layout/orgChart1#1"/>
    <dgm:cxn modelId="{6D0B11DC-CCDC-488A-8DC7-B9BDA2A02B58}" type="presParOf" srcId="{6268E322-A7CC-44E8-B351-1791E40E3A54}" destId="{11A3E2AB-4E4C-4620-AEF7-6931E120F390}" srcOrd="0" destOrd="0" presId="urn:microsoft.com/office/officeart/2005/8/layout/orgChart1#1"/>
    <dgm:cxn modelId="{38444B9A-68A9-4CBB-8F9C-9A0E99C4925C}" type="presParOf" srcId="{6268E322-A7CC-44E8-B351-1791E40E3A54}" destId="{9FCB5553-0070-4E64-B604-DD4FBBB23AB7}" srcOrd="1" destOrd="0" presId="urn:microsoft.com/office/officeart/2005/8/layout/orgChart1#1"/>
    <dgm:cxn modelId="{97DB670A-66AB-4706-90D5-953DA741D167}" type="presParOf" srcId="{717BA040-5AFE-49CF-A445-73EBA2DA7A88}" destId="{C1839005-8B63-427E-BD0A-B2146C05F414}" srcOrd="1" destOrd="0" presId="urn:microsoft.com/office/officeart/2005/8/layout/orgChart1#1"/>
    <dgm:cxn modelId="{04F1A192-9CE4-4455-92F7-87F906C6D393}" type="presParOf" srcId="{C1839005-8B63-427E-BD0A-B2146C05F414}" destId="{E718A867-07E6-4C1E-A80E-035DF06C38D7}" srcOrd="0" destOrd="0" presId="urn:microsoft.com/office/officeart/2005/8/layout/orgChart1#1"/>
    <dgm:cxn modelId="{A7B1738B-E5B2-41CF-B94A-E5C30783DD21}" type="presParOf" srcId="{C1839005-8B63-427E-BD0A-B2146C05F414}" destId="{2717C32E-C368-4BE9-A245-B8302B030EF2}" srcOrd="1" destOrd="0" presId="urn:microsoft.com/office/officeart/2005/8/layout/orgChart1#1"/>
    <dgm:cxn modelId="{9119B8C4-D9E1-427A-8A47-E98C59C10C7E}" type="presParOf" srcId="{2717C32E-C368-4BE9-A245-B8302B030EF2}" destId="{CE193B9B-BC42-47AF-8A30-A59D610AA895}" srcOrd="0" destOrd="0" presId="urn:microsoft.com/office/officeart/2005/8/layout/orgChart1#1"/>
    <dgm:cxn modelId="{71BA1684-CEF7-4001-9069-8DC0044CCB6D}" type="presParOf" srcId="{CE193B9B-BC42-47AF-8A30-A59D610AA895}" destId="{7E9712DD-BED0-4A42-B373-6E9499981C99}" srcOrd="0" destOrd="0" presId="urn:microsoft.com/office/officeart/2005/8/layout/orgChart1#1"/>
    <dgm:cxn modelId="{5D6E4FF5-55A3-4A1D-B488-4681D6D58539}" type="presParOf" srcId="{CE193B9B-BC42-47AF-8A30-A59D610AA895}" destId="{FC2AA2A9-69D1-4615-B8CC-3F9F7A239C11}" srcOrd="1" destOrd="0" presId="urn:microsoft.com/office/officeart/2005/8/layout/orgChart1#1"/>
    <dgm:cxn modelId="{1EC31A45-107B-4F7B-955C-2E2B35ECE589}" type="presParOf" srcId="{2717C32E-C368-4BE9-A245-B8302B030EF2}" destId="{BBA89BD0-6705-4962-A180-22C2523B4DA4}" srcOrd="1" destOrd="0" presId="urn:microsoft.com/office/officeart/2005/8/layout/orgChart1#1"/>
    <dgm:cxn modelId="{64C98FE4-4690-4A23-AEE0-058B503D41EA}" type="presParOf" srcId="{2717C32E-C368-4BE9-A245-B8302B030EF2}" destId="{4674EDF0-F356-423A-9852-3472CE7C2ADA}" srcOrd="2" destOrd="0" presId="urn:microsoft.com/office/officeart/2005/8/layout/orgChart1#1"/>
    <dgm:cxn modelId="{525450A5-172F-439F-B519-7DCBFA8BEADE}" type="presParOf" srcId="{717BA040-5AFE-49CF-A445-73EBA2DA7A88}" destId="{267DF4E2-3C31-406D-A4AD-C7CB6A6E7337}" srcOrd="2" destOrd="0" presId="urn:microsoft.com/office/officeart/2005/8/layout/orgChart1#1"/>
    <dgm:cxn modelId="{FEDF59EC-854F-4849-A41E-CA5C9C5B38F5}" type="presParOf" srcId="{0FD5FB9A-71A0-4647-B8C4-73DEC243110A}" destId="{F2B2D407-3948-4A15-BFEC-A03047BDEB58}" srcOrd="2" destOrd="0" presId="urn:microsoft.com/office/officeart/2005/8/layout/orgChart1#1"/>
    <dgm:cxn modelId="{9D115EA2-F1E6-4B5A-A40C-898FD064D9C5}" type="presParOf" srcId="{41E150E3-1646-4B8A-BD5E-663743DEC38D}" destId="{7A90EE01-0C30-4DC4-A3ED-15D222DD6067}" srcOrd="2" destOrd="0" presId="urn:microsoft.com/office/officeart/2005/8/layout/orgChart1#1"/>
    <dgm:cxn modelId="{77978E11-FFA2-451A-B0A2-ECEE9E69B814}" type="presParOf" srcId="{DAEA0905-16D5-4B36-80C2-444C319BF4CE}" destId="{B0F4D583-32A8-49B6-AE98-B11F1F613F37}" srcOrd="6" destOrd="0" presId="urn:microsoft.com/office/officeart/2005/8/layout/orgChart1#1"/>
    <dgm:cxn modelId="{C0751390-8121-4643-92DB-7370887E5D88}" type="presParOf" srcId="{DAEA0905-16D5-4B36-80C2-444C319BF4CE}" destId="{4306F51F-35D4-4352-9975-E6D8ECD1B415}" srcOrd="7" destOrd="0" presId="urn:microsoft.com/office/officeart/2005/8/layout/orgChart1#1"/>
    <dgm:cxn modelId="{59B4C26F-C5FE-4AFB-AA19-0DF0220FBC43}" type="presParOf" srcId="{4306F51F-35D4-4352-9975-E6D8ECD1B415}" destId="{3A12F5DE-CA17-4468-870E-F13740FF555D}" srcOrd="0" destOrd="0" presId="urn:microsoft.com/office/officeart/2005/8/layout/orgChart1#1"/>
    <dgm:cxn modelId="{8DB8E73C-92BB-4C17-BB55-41F0A4CFA22E}" type="presParOf" srcId="{3A12F5DE-CA17-4468-870E-F13740FF555D}" destId="{61F2AB79-478C-409D-9DFA-8CC5669B657D}" srcOrd="0" destOrd="0" presId="urn:microsoft.com/office/officeart/2005/8/layout/orgChart1#1"/>
    <dgm:cxn modelId="{7D522D58-9705-414F-8502-60C041D07774}" type="presParOf" srcId="{3A12F5DE-CA17-4468-870E-F13740FF555D}" destId="{95AA39E9-D9B1-452A-B46D-B7BEDD270B56}" srcOrd="1" destOrd="0" presId="urn:microsoft.com/office/officeart/2005/8/layout/orgChart1#1"/>
    <dgm:cxn modelId="{BFADF501-E370-41D3-9687-F7467952E4D7}" type="presParOf" srcId="{4306F51F-35D4-4352-9975-E6D8ECD1B415}" destId="{06F5C274-C927-4AAA-BF7B-63C4EDA72582}" srcOrd="1" destOrd="0" presId="urn:microsoft.com/office/officeart/2005/8/layout/orgChart1#1"/>
    <dgm:cxn modelId="{E42B3E4F-8527-474C-8FF1-6C0AA824BBFA}" type="presParOf" srcId="{06F5C274-C927-4AAA-BF7B-63C4EDA72582}" destId="{F0F131C2-FE80-4A1E-A223-4B6D50033373}" srcOrd="0" destOrd="0" presId="urn:microsoft.com/office/officeart/2005/8/layout/orgChart1#1"/>
    <dgm:cxn modelId="{B279FF75-21DA-4434-A3AF-87C98185CC22}" type="presParOf" srcId="{06F5C274-C927-4AAA-BF7B-63C4EDA72582}" destId="{F8F3E6B5-EF52-4DE6-8247-044633A659C6}" srcOrd="1" destOrd="0" presId="urn:microsoft.com/office/officeart/2005/8/layout/orgChart1#1"/>
    <dgm:cxn modelId="{7D5778AA-E581-486C-AB03-96FB0D866DC4}" type="presParOf" srcId="{F8F3E6B5-EF52-4DE6-8247-044633A659C6}" destId="{45A82AD3-1877-48BB-AF67-3427B3133E6C}" srcOrd="0" destOrd="0" presId="urn:microsoft.com/office/officeart/2005/8/layout/orgChart1#1"/>
    <dgm:cxn modelId="{3BD714E8-CDAA-49B5-9970-4D08A958688D}" type="presParOf" srcId="{45A82AD3-1877-48BB-AF67-3427B3133E6C}" destId="{28BCC8D4-D010-4CD3-AF5D-3CAED40ABB60}" srcOrd="0" destOrd="0" presId="urn:microsoft.com/office/officeart/2005/8/layout/orgChart1#1"/>
    <dgm:cxn modelId="{3AC67768-2879-4833-925D-8EDA952ED864}" type="presParOf" srcId="{45A82AD3-1877-48BB-AF67-3427B3133E6C}" destId="{B795A745-875D-4E32-BE6B-96ECAE9CA602}" srcOrd="1" destOrd="0" presId="urn:microsoft.com/office/officeart/2005/8/layout/orgChart1#1"/>
    <dgm:cxn modelId="{8524E05A-A9A4-4DA4-897C-AA894485264D}" type="presParOf" srcId="{F8F3E6B5-EF52-4DE6-8247-044633A659C6}" destId="{3977ACD0-A0CE-4183-9DB8-F10A84585791}" srcOrd="1" destOrd="0" presId="urn:microsoft.com/office/officeart/2005/8/layout/orgChart1#1"/>
    <dgm:cxn modelId="{E884075F-A5DB-4D8B-9684-D1650C79483E}" type="presParOf" srcId="{F8F3E6B5-EF52-4DE6-8247-044633A659C6}" destId="{4F809AFE-2C3B-4EE8-9CDE-38469A6EBB87}" srcOrd="2" destOrd="0" presId="urn:microsoft.com/office/officeart/2005/8/layout/orgChart1#1"/>
    <dgm:cxn modelId="{862E81A7-E7A4-4FB9-8626-4A9C2B87E34F}" type="presParOf" srcId="{06F5C274-C927-4AAA-BF7B-63C4EDA72582}" destId="{9F8C6ED6-6825-4EAD-A276-ADD96254C8B3}" srcOrd="2" destOrd="0" presId="urn:microsoft.com/office/officeart/2005/8/layout/orgChart1#1"/>
    <dgm:cxn modelId="{234E692D-592E-4851-B48D-34C23787CF0A}" type="presParOf" srcId="{06F5C274-C927-4AAA-BF7B-63C4EDA72582}" destId="{09955CC7-D36A-4AA4-908A-215BFD49D35D}" srcOrd="3" destOrd="0" presId="urn:microsoft.com/office/officeart/2005/8/layout/orgChart1#1"/>
    <dgm:cxn modelId="{C84ACA73-F98D-4C23-B107-106C6CF55A8A}" type="presParOf" srcId="{09955CC7-D36A-4AA4-908A-215BFD49D35D}" destId="{7CA09BB1-5605-4983-BED1-6BA11BA56942}" srcOrd="0" destOrd="0" presId="urn:microsoft.com/office/officeart/2005/8/layout/orgChart1#1"/>
    <dgm:cxn modelId="{115C1D73-2BF1-4E14-B992-EA4BB419B334}" type="presParOf" srcId="{7CA09BB1-5605-4983-BED1-6BA11BA56942}" destId="{9C04EF03-8377-45E6-9AA2-C89D66FB4BA6}" srcOrd="0" destOrd="0" presId="urn:microsoft.com/office/officeart/2005/8/layout/orgChart1#1"/>
    <dgm:cxn modelId="{C6E8DDE2-8264-43EE-BBAD-F0299C539065}" type="presParOf" srcId="{7CA09BB1-5605-4983-BED1-6BA11BA56942}" destId="{1601E3BF-E204-45F4-91C8-D599CC12BBE4}" srcOrd="1" destOrd="0" presId="urn:microsoft.com/office/officeart/2005/8/layout/orgChart1#1"/>
    <dgm:cxn modelId="{845FF47E-076C-4869-AE97-240951F22162}" type="presParOf" srcId="{09955CC7-D36A-4AA4-908A-215BFD49D35D}" destId="{470F14F5-0055-4801-A1C4-175D1B2F7A9D}" srcOrd="1" destOrd="0" presId="urn:microsoft.com/office/officeart/2005/8/layout/orgChart1#1"/>
    <dgm:cxn modelId="{6A3BC037-A060-4E2E-8179-20B8E9E7F07A}" type="presParOf" srcId="{09955CC7-D36A-4AA4-908A-215BFD49D35D}" destId="{C4E9FE4F-5CC4-4726-9EF9-35B1EC5C64EF}" srcOrd="2" destOrd="0" presId="urn:microsoft.com/office/officeart/2005/8/layout/orgChart1#1"/>
    <dgm:cxn modelId="{8AC74C03-1FC1-468B-B604-EBF8EC761564}" type="presParOf" srcId="{06F5C274-C927-4AAA-BF7B-63C4EDA72582}" destId="{87D0A6C4-582E-4083-97F9-CE83537205D2}" srcOrd="4" destOrd="0" presId="urn:microsoft.com/office/officeart/2005/8/layout/orgChart1#1"/>
    <dgm:cxn modelId="{B837149B-8DF5-4DA0-8EA0-A583CBD67108}" type="presParOf" srcId="{06F5C274-C927-4AAA-BF7B-63C4EDA72582}" destId="{448F02F2-1228-4C5D-821F-8ECF4BD9BDEB}" srcOrd="5" destOrd="0" presId="urn:microsoft.com/office/officeart/2005/8/layout/orgChart1#1"/>
    <dgm:cxn modelId="{A83AE961-280E-4D0D-AA05-908F919C04ED}" type="presParOf" srcId="{448F02F2-1228-4C5D-821F-8ECF4BD9BDEB}" destId="{EEF96260-442C-41E5-858E-1F1A1D518FD8}" srcOrd="0" destOrd="0" presId="urn:microsoft.com/office/officeart/2005/8/layout/orgChart1#1"/>
    <dgm:cxn modelId="{A6FB8257-C2E3-42B3-BCC6-371E47232176}" type="presParOf" srcId="{EEF96260-442C-41E5-858E-1F1A1D518FD8}" destId="{789E0DE1-3313-4B96-860A-FDF5786FD69B}" srcOrd="0" destOrd="0" presId="urn:microsoft.com/office/officeart/2005/8/layout/orgChart1#1"/>
    <dgm:cxn modelId="{837F3FA6-A8B9-4F37-A46A-21F58424976B}" type="presParOf" srcId="{EEF96260-442C-41E5-858E-1F1A1D518FD8}" destId="{6821F003-F686-4676-9B87-5C24857DBE4A}" srcOrd="1" destOrd="0" presId="urn:microsoft.com/office/officeart/2005/8/layout/orgChart1#1"/>
    <dgm:cxn modelId="{B5243CAD-65E6-4E38-9EAA-2F0C6EEC845A}" type="presParOf" srcId="{448F02F2-1228-4C5D-821F-8ECF4BD9BDEB}" destId="{186EF7D7-415B-433E-ACB4-CCF08EEB5546}" srcOrd="1" destOrd="0" presId="urn:microsoft.com/office/officeart/2005/8/layout/orgChart1#1"/>
    <dgm:cxn modelId="{934956EC-578D-41FA-B039-56D2B9E93032}" type="presParOf" srcId="{448F02F2-1228-4C5D-821F-8ECF4BD9BDEB}" destId="{476DE071-DDF9-43DD-B9B9-D5FECA6D8406}" srcOrd="2" destOrd="0" presId="urn:microsoft.com/office/officeart/2005/8/layout/orgChart1#1"/>
    <dgm:cxn modelId="{CF772433-3C17-4B76-994C-F4F086F50936}" type="presParOf" srcId="{06F5C274-C927-4AAA-BF7B-63C4EDA72582}" destId="{499AB08F-257C-4DE9-80C8-365C901C8C43}" srcOrd="6" destOrd="0" presId="urn:microsoft.com/office/officeart/2005/8/layout/orgChart1#1"/>
    <dgm:cxn modelId="{7104F0EC-0388-4D39-BA86-4F3E16AA25E8}" type="presParOf" srcId="{06F5C274-C927-4AAA-BF7B-63C4EDA72582}" destId="{4FC0FA3D-3C3B-4434-BC28-13EEA2A60AE5}" srcOrd="7" destOrd="0" presId="urn:microsoft.com/office/officeart/2005/8/layout/orgChart1#1"/>
    <dgm:cxn modelId="{79B42F28-F6F8-4A56-B5F0-61FFDCFDAAAB}" type="presParOf" srcId="{4FC0FA3D-3C3B-4434-BC28-13EEA2A60AE5}" destId="{3B5B5164-E17B-4BD2-A8FF-B730AE8FE349}" srcOrd="0" destOrd="0" presId="urn:microsoft.com/office/officeart/2005/8/layout/orgChart1#1"/>
    <dgm:cxn modelId="{DD467363-DD24-40E0-81A1-F830ED8E2842}" type="presParOf" srcId="{3B5B5164-E17B-4BD2-A8FF-B730AE8FE349}" destId="{D299F08B-5B80-416A-ADE8-849578E92CBE}" srcOrd="0" destOrd="0" presId="urn:microsoft.com/office/officeart/2005/8/layout/orgChart1#1"/>
    <dgm:cxn modelId="{FF25625C-7BB6-49FE-A46F-C9FFD558CCE9}" type="presParOf" srcId="{3B5B5164-E17B-4BD2-A8FF-B730AE8FE349}" destId="{886A2064-253A-4CB3-BCC9-0335CFC17EF8}" srcOrd="1" destOrd="0" presId="urn:microsoft.com/office/officeart/2005/8/layout/orgChart1#1"/>
    <dgm:cxn modelId="{A61839FF-078B-4956-8CF4-19C5053BFA69}" type="presParOf" srcId="{4FC0FA3D-3C3B-4434-BC28-13EEA2A60AE5}" destId="{48FD6063-BAED-4785-BEB9-10371771A273}" srcOrd="1" destOrd="0" presId="urn:microsoft.com/office/officeart/2005/8/layout/orgChart1#1"/>
    <dgm:cxn modelId="{614BA6F5-9D5A-4860-B1C2-56DEC6D60824}" type="presParOf" srcId="{4FC0FA3D-3C3B-4434-BC28-13EEA2A60AE5}" destId="{8FBC3EA2-0C65-4DDC-9316-584E65CD9346}" srcOrd="2" destOrd="0" presId="urn:microsoft.com/office/officeart/2005/8/layout/orgChart1#1"/>
    <dgm:cxn modelId="{FAA556C5-5252-4EAF-8F5E-4345DB72908C}" type="presParOf" srcId="{4306F51F-35D4-4352-9975-E6D8ECD1B415}" destId="{04AD7802-AFC2-4ACA-B13F-20FC08FB8EDA}" srcOrd="2" destOrd="0" presId="urn:microsoft.com/office/officeart/2005/8/layout/orgChart1#1"/>
    <dgm:cxn modelId="{8C146DE4-89D5-44D0-B04B-A625DBD37B41}" type="presParOf" srcId="{2D7F808E-7B25-4D54-854F-E3F405CFE767}" destId="{373461F2-53EC-4D5F-983B-1AB6BCECD424}" srcOrd="2" destOrd="0" presId="urn:microsoft.com/office/officeart/2005/8/layout/orgChart1#1"/>
    <dgm:cxn modelId="{48BE437C-03F5-4B08-812A-27F8F5BD225D}" type="presParOf" srcId="{BFFBDB66-87C7-4169-83FB-72E7B7E2DFA1}" destId="{E079A5ED-D261-4047-81BF-0099B47C78EA}" srcOrd="6" destOrd="0" presId="urn:microsoft.com/office/officeart/2005/8/layout/orgChart1#1"/>
    <dgm:cxn modelId="{83D33A42-A0E5-48F1-BFE5-A07D074A1706}" type="presParOf" srcId="{BFFBDB66-87C7-4169-83FB-72E7B7E2DFA1}" destId="{DC52F65C-CEE0-4D8F-937D-9DA01062BD87}" srcOrd="7" destOrd="0" presId="urn:microsoft.com/office/officeart/2005/8/layout/orgChart1#1"/>
    <dgm:cxn modelId="{EE489EDF-54A3-4C26-9A7C-BA254E67A59A}" type="presParOf" srcId="{DC52F65C-CEE0-4D8F-937D-9DA01062BD87}" destId="{9C922EA1-6BC3-4031-AAF3-524D1E2A19D4}" srcOrd="0" destOrd="0" presId="urn:microsoft.com/office/officeart/2005/8/layout/orgChart1#1"/>
    <dgm:cxn modelId="{345365D2-95A5-46A1-B36F-CE5BB3D6DF67}" type="presParOf" srcId="{9C922EA1-6BC3-4031-AAF3-524D1E2A19D4}" destId="{B0D91288-7FBE-4A95-9F86-EB5945905A43}" srcOrd="0" destOrd="0" presId="urn:microsoft.com/office/officeart/2005/8/layout/orgChart1#1"/>
    <dgm:cxn modelId="{F5DBF184-A147-4535-9724-0AAE6B184979}" type="presParOf" srcId="{9C922EA1-6BC3-4031-AAF3-524D1E2A19D4}" destId="{1906B760-C969-47D7-B38E-11B793B73B74}" srcOrd="1" destOrd="0" presId="urn:microsoft.com/office/officeart/2005/8/layout/orgChart1#1"/>
    <dgm:cxn modelId="{AB42DCD9-D9DE-416D-A5DD-684355BE524F}" type="presParOf" srcId="{DC52F65C-CEE0-4D8F-937D-9DA01062BD87}" destId="{C82FF083-3CD4-4D0D-8F6B-5D03C1619D9F}" srcOrd="1" destOrd="0" presId="urn:microsoft.com/office/officeart/2005/8/layout/orgChart1#1"/>
    <dgm:cxn modelId="{D5CBB43A-5E68-4AE7-B9E2-A69174527E08}" type="presParOf" srcId="{C82FF083-3CD4-4D0D-8F6B-5D03C1619D9F}" destId="{B8F4AE74-26EE-4BC8-87D5-295719A38E3F}" srcOrd="0" destOrd="0" presId="urn:microsoft.com/office/officeart/2005/8/layout/orgChart1#1"/>
    <dgm:cxn modelId="{8CC1EA3F-4915-4CEF-A2FF-9D036143E86B}" type="presParOf" srcId="{C82FF083-3CD4-4D0D-8F6B-5D03C1619D9F}" destId="{3748836B-94C1-4937-8C1D-DE05166CA13C}" srcOrd="1" destOrd="0" presId="urn:microsoft.com/office/officeart/2005/8/layout/orgChart1#1"/>
    <dgm:cxn modelId="{20084E3E-6D64-40AC-8020-D09CC109077F}" type="presParOf" srcId="{3748836B-94C1-4937-8C1D-DE05166CA13C}" destId="{79DC4518-7BCE-4E3A-BACD-186E63E77A68}" srcOrd="0" destOrd="0" presId="urn:microsoft.com/office/officeart/2005/8/layout/orgChart1#1"/>
    <dgm:cxn modelId="{0EC77B4D-5646-4588-9C19-6D045976C483}" type="presParOf" srcId="{79DC4518-7BCE-4E3A-BACD-186E63E77A68}" destId="{49638FA3-0D33-4CCF-BAB3-E58FA1458900}" srcOrd="0" destOrd="0" presId="urn:microsoft.com/office/officeart/2005/8/layout/orgChart1#1"/>
    <dgm:cxn modelId="{A0A664B3-0212-46FC-AA65-4D727E995274}" type="presParOf" srcId="{79DC4518-7BCE-4E3A-BACD-186E63E77A68}" destId="{749EF8A4-B3D8-4820-A5D4-FFE4A4B2977A}" srcOrd="1" destOrd="0" presId="urn:microsoft.com/office/officeart/2005/8/layout/orgChart1#1"/>
    <dgm:cxn modelId="{2F0FA034-44BF-401A-BFE6-83D2A1BB53BB}" type="presParOf" srcId="{3748836B-94C1-4937-8C1D-DE05166CA13C}" destId="{D935BA36-E928-4821-914B-1726355DBB2A}" srcOrd="1" destOrd="0" presId="urn:microsoft.com/office/officeart/2005/8/layout/orgChart1#1"/>
    <dgm:cxn modelId="{D2C841EE-81B9-40EF-A3F2-4DB7FE38257F}" type="presParOf" srcId="{3748836B-94C1-4937-8C1D-DE05166CA13C}" destId="{126DA9C1-E62A-4BC7-A625-83C84468741F}" srcOrd="2" destOrd="0" presId="urn:microsoft.com/office/officeart/2005/8/layout/orgChart1#1"/>
    <dgm:cxn modelId="{8D4BED1C-EFAD-47E0-989D-90260704F30E}" type="presParOf" srcId="{DC52F65C-CEE0-4D8F-937D-9DA01062BD87}" destId="{62E98B8D-A7A4-4A01-B3C8-D13D4D3FB361}" srcOrd="2" destOrd="0" presId="urn:microsoft.com/office/officeart/2005/8/layout/orgChart1#1"/>
    <dgm:cxn modelId="{EC363B3E-16EC-4EAB-8158-6633099C6B5E}" type="presParOf" srcId="{BFFBDB66-87C7-4169-83FB-72E7B7E2DFA1}" destId="{CCE1D37A-53AC-4512-9BEC-341373987418}" srcOrd="8" destOrd="0" presId="urn:microsoft.com/office/officeart/2005/8/layout/orgChart1#1"/>
    <dgm:cxn modelId="{7EF6DDD8-F431-43CE-BE77-9448E376B098}" type="presParOf" srcId="{BFFBDB66-87C7-4169-83FB-72E7B7E2DFA1}" destId="{5F31563B-43D8-4510-BA9D-137E06E74A56}" srcOrd="9" destOrd="0" presId="urn:microsoft.com/office/officeart/2005/8/layout/orgChart1#1"/>
    <dgm:cxn modelId="{191BC998-612E-48E6-8020-3F638B5EDC5C}" type="presParOf" srcId="{5F31563B-43D8-4510-BA9D-137E06E74A56}" destId="{EF89ECF1-F384-4095-861F-D2422101CAB4}" srcOrd="0" destOrd="0" presId="urn:microsoft.com/office/officeart/2005/8/layout/orgChart1#1"/>
    <dgm:cxn modelId="{433D125F-9B3D-4F4E-AE30-3FE67B602827}" type="presParOf" srcId="{EF89ECF1-F384-4095-861F-D2422101CAB4}" destId="{FB612D29-8AF7-47F2-976C-83B69CF49F9E}" srcOrd="0" destOrd="0" presId="urn:microsoft.com/office/officeart/2005/8/layout/orgChart1#1"/>
    <dgm:cxn modelId="{CE5F5098-F928-4539-84E5-482D0EC0FC35}" type="presParOf" srcId="{EF89ECF1-F384-4095-861F-D2422101CAB4}" destId="{E79B97B5-2982-4188-AC8A-4FEEF2D08251}" srcOrd="1" destOrd="0" presId="urn:microsoft.com/office/officeart/2005/8/layout/orgChart1#1"/>
    <dgm:cxn modelId="{B11DEF7B-F834-4C70-B86D-A9D2EAEA72C3}" type="presParOf" srcId="{5F31563B-43D8-4510-BA9D-137E06E74A56}" destId="{FD2CB92C-E691-4D75-B47C-248B93474D32}" srcOrd="1" destOrd="0" presId="urn:microsoft.com/office/officeart/2005/8/layout/orgChart1#1"/>
    <dgm:cxn modelId="{1F6C74F8-9044-4205-96FB-D633C879B96B}" type="presParOf" srcId="{FD2CB92C-E691-4D75-B47C-248B93474D32}" destId="{CA8E0262-AE5F-4444-840C-946176EE3E5E}" srcOrd="0" destOrd="0" presId="urn:microsoft.com/office/officeart/2005/8/layout/orgChart1#1"/>
    <dgm:cxn modelId="{B48AC549-F82D-45D6-A023-FC19153EEEB2}" type="presParOf" srcId="{FD2CB92C-E691-4D75-B47C-248B93474D32}" destId="{78546DDB-B04C-4763-A058-7FC93D366E2B}" srcOrd="1" destOrd="0" presId="urn:microsoft.com/office/officeart/2005/8/layout/orgChart1#1"/>
    <dgm:cxn modelId="{BAD06D34-DC71-4041-8B88-0A82C7D3448E}" type="presParOf" srcId="{78546DDB-B04C-4763-A058-7FC93D366E2B}" destId="{99C7F9D6-07E6-4CD0-AE77-4592B529ED6D}" srcOrd="0" destOrd="0" presId="urn:microsoft.com/office/officeart/2005/8/layout/orgChart1#1"/>
    <dgm:cxn modelId="{3A3310F9-20F3-4EF3-87CE-9B741885268F}" type="presParOf" srcId="{99C7F9D6-07E6-4CD0-AE77-4592B529ED6D}" destId="{CD44B630-B5DB-4684-B5AD-16BAAFE93255}" srcOrd="0" destOrd="0" presId="urn:microsoft.com/office/officeart/2005/8/layout/orgChart1#1"/>
    <dgm:cxn modelId="{BCF1627D-2CAE-457C-AC81-43CB6641578C}" type="presParOf" srcId="{99C7F9D6-07E6-4CD0-AE77-4592B529ED6D}" destId="{E1A5D000-ECE0-45A9-909F-8CD199265359}" srcOrd="1" destOrd="0" presId="urn:microsoft.com/office/officeart/2005/8/layout/orgChart1#1"/>
    <dgm:cxn modelId="{8EADCF0E-6385-4379-98A5-5B6CEE13EC2A}" type="presParOf" srcId="{78546DDB-B04C-4763-A058-7FC93D366E2B}" destId="{960CB115-3FAE-4552-84A9-F5513FB8DA13}" srcOrd="1" destOrd="0" presId="urn:microsoft.com/office/officeart/2005/8/layout/orgChart1#1"/>
    <dgm:cxn modelId="{907C945A-C44A-4E6B-ABE3-F33C87260765}" type="presParOf" srcId="{78546DDB-B04C-4763-A058-7FC93D366E2B}" destId="{4DDA6DB3-835E-4DDA-9CC7-AB9B96BC34A7}" srcOrd="2" destOrd="0" presId="urn:microsoft.com/office/officeart/2005/8/layout/orgChart1#1"/>
    <dgm:cxn modelId="{FBEC96A6-7B37-4F22-8845-4B1CF3A4879D}" type="presParOf" srcId="{FD2CB92C-E691-4D75-B47C-248B93474D32}" destId="{1097230F-5EE3-42B0-96B8-A343C347794F}" srcOrd="2" destOrd="0" presId="urn:microsoft.com/office/officeart/2005/8/layout/orgChart1#1"/>
    <dgm:cxn modelId="{B61DBCF1-EFA8-4508-B451-9D526361501A}" type="presParOf" srcId="{FD2CB92C-E691-4D75-B47C-248B93474D32}" destId="{F29806BC-01B5-4E05-808B-7DB24ADD5A49}" srcOrd="3" destOrd="0" presId="urn:microsoft.com/office/officeart/2005/8/layout/orgChart1#1"/>
    <dgm:cxn modelId="{57F44CE6-0D44-4507-99EA-046979F58E42}" type="presParOf" srcId="{F29806BC-01B5-4E05-808B-7DB24ADD5A49}" destId="{9E8B3867-8AD6-46E0-8A8A-BF61B5F75F33}" srcOrd="0" destOrd="0" presId="urn:microsoft.com/office/officeart/2005/8/layout/orgChart1#1"/>
    <dgm:cxn modelId="{EA3CB965-2897-4DC3-8B54-4CF62973678A}" type="presParOf" srcId="{9E8B3867-8AD6-46E0-8A8A-BF61B5F75F33}" destId="{803B1017-45A5-40A2-8433-DC1327971637}" srcOrd="0" destOrd="0" presId="urn:microsoft.com/office/officeart/2005/8/layout/orgChart1#1"/>
    <dgm:cxn modelId="{4112A776-C3CE-47E8-8EA8-A9C98B679F87}" type="presParOf" srcId="{9E8B3867-8AD6-46E0-8A8A-BF61B5F75F33}" destId="{D6224722-9F61-4F52-95C2-D9C3256012C6}" srcOrd="1" destOrd="0" presId="urn:microsoft.com/office/officeart/2005/8/layout/orgChart1#1"/>
    <dgm:cxn modelId="{173397F1-9B4E-4A42-AEDC-A68336F27E4D}" type="presParOf" srcId="{F29806BC-01B5-4E05-808B-7DB24ADD5A49}" destId="{F6EE40F7-43D5-47C5-9D91-69C84E8BF0D8}" srcOrd="1" destOrd="0" presId="urn:microsoft.com/office/officeart/2005/8/layout/orgChart1#1"/>
    <dgm:cxn modelId="{E783ABB1-EAF1-4E2D-8414-132F0A8C76EB}" type="presParOf" srcId="{F29806BC-01B5-4E05-808B-7DB24ADD5A49}" destId="{9345885F-0C46-4E19-AC37-FC64C394173A}" srcOrd="2" destOrd="0" presId="urn:microsoft.com/office/officeart/2005/8/layout/orgChart1#1"/>
    <dgm:cxn modelId="{65D0A293-912F-42B5-B049-05AE3ED1E2D3}" type="presParOf" srcId="{FD2CB92C-E691-4D75-B47C-248B93474D32}" destId="{CE3D1FE7-BD2D-4A32-AB85-53FED4B837BA}" srcOrd="4" destOrd="0" presId="urn:microsoft.com/office/officeart/2005/8/layout/orgChart1#1"/>
    <dgm:cxn modelId="{80430FEF-6812-432E-BACA-5E27636FC748}" type="presParOf" srcId="{FD2CB92C-E691-4D75-B47C-248B93474D32}" destId="{B3DBE0CC-3751-44FC-838B-278720FD2CB2}" srcOrd="5" destOrd="0" presId="urn:microsoft.com/office/officeart/2005/8/layout/orgChart1#1"/>
    <dgm:cxn modelId="{E75DCF60-82B6-4777-92A0-49E490A23F66}" type="presParOf" srcId="{B3DBE0CC-3751-44FC-838B-278720FD2CB2}" destId="{BA43EB4B-E861-4014-91E6-72DE5C5A3B3F}" srcOrd="0" destOrd="0" presId="urn:microsoft.com/office/officeart/2005/8/layout/orgChart1#1"/>
    <dgm:cxn modelId="{21636F04-C0BD-4122-AAE2-E75BEE399AC6}" type="presParOf" srcId="{BA43EB4B-E861-4014-91E6-72DE5C5A3B3F}" destId="{FB5D7096-B959-465F-A3C4-2DE33C219D1A}" srcOrd="0" destOrd="0" presId="urn:microsoft.com/office/officeart/2005/8/layout/orgChart1#1"/>
    <dgm:cxn modelId="{B012EC4E-6B4F-4692-B92B-C960DC5084D6}" type="presParOf" srcId="{BA43EB4B-E861-4014-91E6-72DE5C5A3B3F}" destId="{B7522F19-6C24-46FF-A220-72845FEE9705}" srcOrd="1" destOrd="0" presId="urn:microsoft.com/office/officeart/2005/8/layout/orgChart1#1"/>
    <dgm:cxn modelId="{3CE813A3-0AEF-481E-982A-257C81F18048}" type="presParOf" srcId="{B3DBE0CC-3751-44FC-838B-278720FD2CB2}" destId="{BCF12A15-169E-41B1-B14F-A1612584B211}" srcOrd="1" destOrd="0" presId="urn:microsoft.com/office/officeart/2005/8/layout/orgChart1#1"/>
    <dgm:cxn modelId="{7D1787E4-7CDB-4DBE-B5B1-2C6CAA604AE4}" type="presParOf" srcId="{B3DBE0CC-3751-44FC-838B-278720FD2CB2}" destId="{714F6B56-EBED-4642-AEFF-5D2AC24025D1}" srcOrd="2" destOrd="0" presId="urn:microsoft.com/office/officeart/2005/8/layout/orgChart1#1"/>
    <dgm:cxn modelId="{DABF7215-9C35-4057-A7CE-8D1B17F3D47E}" type="presParOf" srcId="{FD2CB92C-E691-4D75-B47C-248B93474D32}" destId="{F29F8536-54CC-4BF1-A961-1B4B9A7BD97F}" srcOrd="6" destOrd="0" presId="urn:microsoft.com/office/officeart/2005/8/layout/orgChart1#1"/>
    <dgm:cxn modelId="{164D1070-A457-4C45-B888-1826E51DE7F2}" type="presParOf" srcId="{FD2CB92C-E691-4D75-B47C-248B93474D32}" destId="{8874E9D1-3F38-4F06-BA6E-5D060C50930C}" srcOrd="7" destOrd="0" presId="urn:microsoft.com/office/officeart/2005/8/layout/orgChart1#1"/>
    <dgm:cxn modelId="{4082AECD-7CDD-4084-B181-A455005B1772}" type="presParOf" srcId="{8874E9D1-3F38-4F06-BA6E-5D060C50930C}" destId="{A13169E4-3EA9-4FB5-9E9D-56DABB37B914}" srcOrd="0" destOrd="0" presId="urn:microsoft.com/office/officeart/2005/8/layout/orgChart1#1"/>
    <dgm:cxn modelId="{F10DEA11-86B2-4CA4-9167-D8F162F2745E}" type="presParOf" srcId="{A13169E4-3EA9-4FB5-9E9D-56DABB37B914}" destId="{DBE28070-A643-4B2A-A440-8E50C406AE24}" srcOrd="0" destOrd="0" presId="urn:microsoft.com/office/officeart/2005/8/layout/orgChart1#1"/>
    <dgm:cxn modelId="{B4174CB3-44C8-4501-8ACD-AC986D70DFE3}" type="presParOf" srcId="{A13169E4-3EA9-4FB5-9E9D-56DABB37B914}" destId="{27B4FAF4-92A3-4E8C-BC17-59D4B8A52EE4}" srcOrd="1" destOrd="0" presId="urn:microsoft.com/office/officeart/2005/8/layout/orgChart1#1"/>
    <dgm:cxn modelId="{FBA698D7-287E-4E52-9545-054BB5F9312D}" type="presParOf" srcId="{8874E9D1-3F38-4F06-BA6E-5D060C50930C}" destId="{054D1327-403C-4BD1-839F-856D32269663}" srcOrd="1" destOrd="0" presId="urn:microsoft.com/office/officeart/2005/8/layout/orgChart1#1"/>
    <dgm:cxn modelId="{813C4157-62FD-4A7C-86EC-FB95DDEC4558}" type="presParOf" srcId="{8874E9D1-3F38-4F06-BA6E-5D060C50930C}" destId="{9D9C6302-0CAE-403A-BD7E-38E350A0992E}" srcOrd="2" destOrd="0" presId="urn:microsoft.com/office/officeart/2005/8/layout/orgChart1#1"/>
    <dgm:cxn modelId="{119111B7-6442-4741-A907-A2213FD2F33A}" type="presParOf" srcId="{5F31563B-43D8-4510-BA9D-137E06E74A56}" destId="{7B7A16AA-CFEB-4FB0-8F73-1E5BCFB61AA5}" srcOrd="2" destOrd="0" presId="urn:microsoft.com/office/officeart/2005/8/layout/orgChart1#1"/>
    <dgm:cxn modelId="{4B1933AD-BB3F-4720-8612-13D57F69B4C5}" type="presParOf" srcId="{BFFBDB66-87C7-4169-83FB-72E7B7E2DFA1}" destId="{401892C9-F688-42E6-9753-1A0C8490D40B}" srcOrd="10" destOrd="0" presId="urn:microsoft.com/office/officeart/2005/8/layout/orgChart1#1"/>
    <dgm:cxn modelId="{04283C72-CF6C-4180-A8C0-16EA9876371A}" type="presParOf" srcId="{BFFBDB66-87C7-4169-83FB-72E7B7E2DFA1}" destId="{5F96D074-95D8-4D17-AEC4-4E7102BE12FC}" srcOrd="11" destOrd="0" presId="urn:microsoft.com/office/officeart/2005/8/layout/orgChart1#1"/>
    <dgm:cxn modelId="{113DE8C1-68F8-42B6-93D9-D97716BFFC17}" type="presParOf" srcId="{5F96D074-95D8-4D17-AEC4-4E7102BE12FC}" destId="{8AEE3BF3-319D-4E81-95C8-D50E01C85978}" srcOrd="0" destOrd="0" presId="urn:microsoft.com/office/officeart/2005/8/layout/orgChart1#1"/>
    <dgm:cxn modelId="{79D1A098-3C9C-4A3C-8C14-16F923CF154E}" type="presParOf" srcId="{8AEE3BF3-319D-4E81-95C8-D50E01C85978}" destId="{9D9BEE24-5AAC-468B-8C44-1A1183CE348A}" srcOrd="0" destOrd="0" presId="urn:microsoft.com/office/officeart/2005/8/layout/orgChart1#1"/>
    <dgm:cxn modelId="{D65F7CBE-AB84-45C7-89E8-B66DB3209962}" type="presParOf" srcId="{8AEE3BF3-319D-4E81-95C8-D50E01C85978}" destId="{86EDDC90-56B9-4870-97E0-01B7D9BE8050}" srcOrd="1" destOrd="0" presId="urn:microsoft.com/office/officeart/2005/8/layout/orgChart1#1"/>
    <dgm:cxn modelId="{39EA15B2-D858-41FA-8987-069A6EBEF883}" type="presParOf" srcId="{5F96D074-95D8-4D17-AEC4-4E7102BE12FC}" destId="{A5F05E8F-F62B-4235-8D2D-E47E177636D7}" srcOrd="1" destOrd="0" presId="urn:microsoft.com/office/officeart/2005/8/layout/orgChart1#1"/>
    <dgm:cxn modelId="{F17289D8-ABDC-4CD2-B29C-DA6F423D7745}" type="presParOf" srcId="{A5F05E8F-F62B-4235-8D2D-E47E177636D7}" destId="{0E4736D6-1144-4E86-9A7B-D5F0EA39D5ED}" srcOrd="0" destOrd="0" presId="urn:microsoft.com/office/officeart/2005/8/layout/orgChart1#1"/>
    <dgm:cxn modelId="{37E04380-6BFE-45D0-A413-2ABF88C62DAA}" type="presParOf" srcId="{A5F05E8F-F62B-4235-8D2D-E47E177636D7}" destId="{E21CC152-33EA-4843-A848-45182B6FCEF5}" srcOrd="1" destOrd="0" presId="urn:microsoft.com/office/officeart/2005/8/layout/orgChart1#1"/>
    <dgm:cxn modelId="{4434EE76-FF9C-4BF2-97F0-811D18503BE4}" type="presParOf" srcId="{E21CC152-33EA-4843-A848-45182B6FCEF5}" destId="{69D2C492-8747-48DE-93FC-4A1E1F3A344B}" srcOrd="0" destOrd="0" presId="urn:microsoft.com/office/officeart/2005/8/layout/orgChart1#1"/>
    <dgm:cxn modelId="{68BEE795-3C4B-4142-89D9-AD722766BE13}" type="presParOf" srcId="{69D2C492-8747-48DE-93FC-4A1E1F3A344B}" destId="{4E75FD99-E68B-4B09-B1AE-736658DDB6BD}" srcOrd="0" destOrd="0" presId="urn:microsoft.com/office/officeart/2005/8/layout/orgChart1#1"/>
    <dgm:cxn modelId="{EB356C3C-C4D1-4B93-A863-74D33779EF37}" type="presParOf" srcId="{69D2C492-8747-48DE-93FC-4A1E1F3A344B}" destId="{B27D0901-F8E5-4BC2-9625-5B0E746E7813}" srcOrd="1" destOrd="0" presId="urn:microsoft.com/office/officeart/2005/8/layout/orgChart1#1"/>
    <dgm:cxn modelId="{4BB198E4-8011-4256-BF1D-FF5880CF7177}" type="presParOf" srcId="{E21CC152-33EA-4843-A848-45182B6FCEF5}" destId="{2047FF84-3331-4566-8E38-0A464F0D9A0A}" srcOrd="1" destOrd="0" presId="urn:microsoft.com/office/officeart/2005/8/layout/orgChart1#1"/>
    <dgm:cxn modelId="{4E998504-D2FB-4132-8D1B-89BF7C354F87}" type="presParOf" srcId="{E21CC152-33EA-4843-A848-45182B6FCEF5}" destId="{B1D85B19-1F43-4C90-8300-3C72A352D406}" srcOrd="2" destOrd="0" presId="urn:microsoft.com/office/officeart/2005/8/layout/orgChart1#1"/>
    <dgm:cxn modelId="{99EC0014-BBEB-47ED-8889-359DE6B1B41A}" type="presParOf" srcId="{A5F05E8F-F62B-4235-8D2D-E47E177636D7}" destId="{E4F887CC-82E9-4016-8CF7-D761FDE73E68}" srcOrd="2" destOrd="0" presId="urn:microsoft.com/office/officeart/2005/8/layout/orgChart1#1"/>
    <dgm:cxn modelId="{0A556158-2021-4D13-A85B-7FF9E3BB1150}" type="presParOf" srcId="{A5F05E8F-F62B-4235-8D2D-E47E177636D7}" destId="{FAC26F84-66C4-4EC7-A6EE-F9616CFAE30F}" srcOrd="3" destOrd="0" presId="urn:microsoft.com/office/officeart/2005/8/layout/orgChart1#1"/>
    <dgm:cxn modelId="{CD56D4CB-1297-4A3D-820F-21AE9B8145A7}" type="presParOf" srcId="{FAC26F84-66C4-4EC7-A6EE-F9616CFAE30F}" destId="{85243CBC-DF6A-48DA-B486-80DB20E86777}" srcOrd="0" destOrd="0" presId="urn:microsoft.com/office/officeart/2005/8/layout/orgChart1#1"/>
    <dgm:cxn modelId="{313EB436-DCB3-43B8-BAFF-9626E8BC0AF2}" type="presParOf" srcId="{85243CBC-DF6A-48DA-B486-80DB20E86777}" destId="{37432AAF-411D-45C8-BC26-4FF0CA22D798}" srcOrd="0" destOrd="0" presId="urn:microsoft.com/office/officeart/2005/8/layout/orgChart1#1"/>
    <dgm:cxn modelId="{7B52459E-ED01-476F-8AF2-09B0BDD50E94}" type="presParOf" srcId="{85243CBC-DF6A-48DA-B486-80DB20E86777}" destId="{5B0743BE-060F-4DF5-826A-39B72509668A}" srcOrd="1" destOrd="0" presId="urn:microsoft.com/office/officeart/2005/8/layout/orgChart1#1"/>
    <dgm:cxn modelId="{68BD94C7-4200-4B02-90E2-4803E39B2982}" type="presParOf" srcId="{FAC26F84-66C4-4EC7-A6EE-F9616CFAE30F}" destId="{727980E0-E1C4-44DD-B0C8-51CC7F39E190}" srcOrd="1" destOrd="0" presId="urn:microsoft.com/office/officeart/2005/8/layout/orgChart1#1"/>
    <dgm:cxn modelId="{F817C727-7BCF-4A14-9AFD-8829ED00A62F}" type="presParOf" srcId="{FAC26F84-66C4-4EC7-A6EE-F9616CFAE30F}" destId="{E593FCB2-B9B4-414E-81BD-90A7F19919F7}" srcOrd="2" destOrd="0" presId="urn:microsoft.com/office/officeart/2005/8/layout/orgChart1#1"/>
    <dgm:cxn modelId="{205BAC98-94E4-4D62-B154-803796403683}" type="presParOf" srcId="{A5F05E8F-F62B-4235-8D2D-E47E177636D7}" destId="{DBA6FC85-3287-401C-A7CB-CB01C668A7FC}" srcOrd="4" destOrd="0" presId="urn:microsoft.com/office/officeart/2005/8/layout/orgChart1#1"/>
    <dgm:cxn modelId="{00E026C6-8A4A-46D1-AA53-8591EF00DD3C}" type="presParOf" srcId="{A5F05E8F-F62B-4235-8D2D-E47E177636D7}" destId="{3F07578B-E9D5-419F-B94C-17FBF9F29B9D}" srcOrd="5" destOrd="0" presId="urn:microsoft.com/office/officeart/2005/8/layout/orgChart1#1"/>
    <dgm:cxn modelId="{96E4F8D1-DA58-4ADF-9AB6-1C23684AE270}" type="presParOf" srcId="{3F07578B-E9D5-419F-B94C-17FBF9F29B9D}" destId="{9509A383-38AE-4EB9-9393-ACD095D8A12F}" srcOrd="0" destOrd="0" presId="urn:microsoft.com/office/officeart/2005/8/layout/orgChart1#1"/>
    <dgm:cxn modelId="{47ECF889-1347-4B18-B74B-BF43B7F13228}" type="presParOf" srcId="{9509A383-38AE-4EB9-9393-ACD095D8A12F}" destId="{B1DD5A57-2D8C-4B72-9E4B-5A21195BE244}" srcOrd="0" destOrd="0" presId="urn:microsoft.com/office/officeart/2005/8/layout/orgChart1#1"/>
    <dgm:cxn modelId="{C0EF6326-3AF8-48DF-86D2-892CF79E8F4B}" type="presParOf" srcId="{9509A383-38AE-4EB9-9393-ACD095D8A12F}" destId="{F9CADDB4-8735-4E5B-8F48-4EA7D4C123C9}" srcOrd="1" destOrd="0" presId="urn:microsoft.com/office/officeart/2005/8/layout/orgChart1#1"/>
    <dgm:cxn modelId="{DEF09854-F02C-4419-AC27-FDD54F48CB8B}" type="presParOf" srcId="{3F07578B-E9D5-419F-B94C-17FBF9F29B9D}" destId="{336AD105-FAE0-47CA-81A7-E9DC9706BFAA}" srcOrd="1" destOrd="0" presId="urn:microsoft.com/office/officeart/2005/8/layout/orgChart1#1"/>
    <dgm:cxn modelId="{4700C01F-3529-420B-AD46-2100B4DC421D}" type="presParOf" srcId="{3F07578B-E9D5-419F-B94C-17FBF9F29B9D}" destId="{1A28EEDB-15C0-404D-B814-4FF489B9E431}" srcOrd="2" destOrd="0" presId="urn:microsoft.com/office/officeart/2005/8/layout/orgChart1#1"/>
    <dgm:cxn modelId="{BB6FDFFD-E231-4B4B-B013-58178EAB54B3}" type="presParOf" srcId="{A5F05E8F-F62B-4235-8D2D-E47E177636D7}" destId="{2778D4DE-AFE5-4EFE-BF8F-679061CF0B06}" srcOrd="6" destOrd="0" presId="urn:microsoft.com/office/officeart/2005/8/layout/orgChart1#1"/>
    <dgm:cxn modelId="{7547DCE4-6754-4CF4-8798-E8EB845FA2A4}" type="presParOf" srcId="{A5F05E8F-F62B-4235-8D2D-E47E177636D7}" destId="{72DC6670-BD36-436A-B1E6-1FF21A37784F}" srcOrd="7" destOrd="0" presId="urn:microsoft.com/office/officeart/2005/8/layout/orgChart1#1"/>
    <dgm:cxn modelId="{84F182FD-E7AA-438F-9B35-27186F44C4AA}" type="presParOf" srcId="{72DC6670-BD36-436A-B1E6-1FF21A37784F}" destId="{D1CF733A-6AE8-4CCB-AAC6-C70E4BABCAE4}" srcOrd="0" destOrd="0" presId="urn:microsoft.com/office/officeart/2005/8/layout/orgChart1#1"/>
    <dgm:cxn modelId="{84453528-3EC6-4479-80DC-7F203EA1ED61}" type="presParOf" srcId="{D1CF733A-6AE8-4CCB-AAC6-C70E4BABCAE4}" destId="{8DF605CB-0DD3-472C-A480-45DA4C376966}" srcOrd="0" destOrd="0" presId="urn:microsoft.com/office/officeart/2005/8/layout/orgChart1#1"/>
    <dgm:cxn modelId="{4E2DA53E-07A4-4029-8AB8-AB97D32AAB44}" type="presParOf" srcId="{D1CF733A-6AE8-4CCB-AAC6-C70E4BABCAE4}" destId="{91CFBAE3-384C-4A00-AB36-FB363B72D5FE}" srcOrd="1" destOrd="0" presId="urn:microsoft.com/office/officeart/2005/8/layout/orgChart1#1"/>
    <dgm:cxn modelId="{D969B080-497A-4563-A3F5-FFFE95008963}" type="presParOf" srcId="{72DC6670-BD36-436A-B1E6-1FF21A37784F}" destId="{0114C81B-CF54-4EDF-A91F-1B576E005FA2}" srcOrd="1" destOrd="0" presId="urn:microsoft.com/office/officeart/2005/8/layout/orgChart1#1"/>
    <dgm:cxn modelId="{59A5CF78-0C23-4E49-A8B3-4889E3D2D75F}" type="presParOf" srcId="{72DC6670-BD36-436A-B1E6-1FF21A37784F}" destId="{F4C97AE3-F03B-4125-9602-10A35CCB5A58}" srcOrd="2" destOrd="0" presId="urn:microsoft.com/office/officeart/2005/8/layout/orgChart1#1"/>
    <dgm:cxn modelId="{50EB461C-48C0-41E7-BF38-F926B9F8C557}" type="presParOf" srcId="{A5F05E8F-F62B-4235-8D2D-E47E177636D7}" destId="{473FFB2C-3A0E-420A-9BC2-4BDCC0893976}" srcOrd="8" destOrd="0" presId="urn:microsoft.com/office/officeart/2005/8/layout/orgChart1#1"/>
    <dgm:cxn modelId="{37954335-2C2E-4037-829B-F9EC09DDE8D2}" type="presParOf" srcId="{A5F05E8F-F62B-4235-8D2D-E47E177636D7}" destId="{2E666788-C084-4A4F-9A17-4860F0B6C0D0}" srcOrd="9" destOrd="0" presId="urn:microsoft.com/office/officeart/2005/8/layout/orgChart1#1"/>
    <dgm:cxn modelId="{2F9882FF-6ACB-4709-99F0-70BFA8EEDF99}" type="presParOf" srcId="{2E666788-C084-4A4F-9A17-4860F0B6C0D0}" destId="{723BEDAD-F476-409A-A6BB-D32ECAF53CB7}" srcOrd="0" destOrd="0" presId="urn:microsoft.com/office/officeart/2005/8/layout/orgChart1#1"/>
    <dgm:cxn modelId="{00995579-135F-4DAD-AA01-BC1F792B37F1}" type="presParOf" srcId="{723BEDAD-F476-409A-A6BB-D32ECAF53CB7}" destId="{88345A5A-8AB8-4475-96BE-4934E8085A05}" srcOrd="0" destOrd="0" presId="urn:microsoft.com/office/officeart/2005/8/layout/orgChart1#1"/>
    <dgm:cxn modelId="{7A99466C-4541-4974-98CF-7E44A442FAD2}" type="presParOf" srcId="{723BEDAD-F476-409A-A6BB-D32ECAF53CB7}" destId="{CA3EC740-8DD9-4297-B645-CC0ECA89FA60}" srcOrd="1" destOrd="0" presId="urn:microsoft.com/office/officeart/2005/8/layout/orgChart1#1"/>
    <dgm:cxn modelId="{A0EFCF3E-3A9C-419B-A916-B14BAE7C1825}" type="presParOf" srcId="{2E666788-C084-4A4F-9A17-4860F0B6C0D0}" destId="{185E8156-DDDF-46AE-AE6F-9170C6419131}" srcOrd="1" destOrd="0" presId="urn:microsoft.com/office/officeart/2005/8/layout/orgChart1#1"/>
    <dgm:cxn modelId="{72DEDA78-9DE0-4F09-ADA8-2043AFA0EE3D}" type="presParOf" srcId="{2E666788-C084-4A4F-9A17-4860F0B6C0D0}" destId="{71F9C9EE-D7A3-4F31-B756-6564DD0A2FD2}" srcOrd="2" destOrd="0" presId="urn:microsoft.com/office/officeart/2005/8/layout/orgChart1#1"/>
    <dgm:cxn modelId="{0433D8EB-63E5-4085-B14C-E58BCC0F8EF6}" type="presParOf" srcId="{A5F05E8F-F62B-4235-8D2D-E47E177636D7}" destId="{FF72CF0F-5DE4-4F80-B2F6-5CAE6CE1DD38}" srcOrd="10" destOrd="0" presId="urn:microsoft.com/office/officeart/2005/8/layout/orgChart1#1"/>
    <dgm:cxn modelId="{E1E72B54-3B2E-461D-80AA-9B182C8CC77B}" type="presParOf" srcId="{A5F05E8F-F62B-4235-8D2D-E47E177636D7}" destId="{20A53A32-C97F-4B2B-900D-5BF40760531A}" srcOrd="11" destOrd="0" presId="urn:microsoft.com/office/officeart/2005/8/layout/orgChart1#1"/>
    <dgm:cxn modelId="{FD2CEF48-3ECC-4C1D-A7C4-2B5B8E37935E}" type="presParOf" srcId="{20A53A32-C97F-4B2B-900D-5BF40760531A}" destId="{767521CD-107D-490D-9207-0629504E5E55}" srcOrd="0" destOrd="0" presId="urn:microsoft.com/office/officeart/2005/8/layout/orgChart1#1"/>
    <dgm:cxn modelId="{CC6CDB6A-10B3-4EFD-85EF-B9374DE39697}" type="presParOf" srcId="{767521CD-107D-490D-9207-0629504E5E55}" destId="{5EC8F9A1-764A-41D4-B9FE-217EA205D525}" srcOrd="0" destOrd="0" presId="urn:microsoft.com/office/officeart/2005/8/layout/orgChart1#1"/>
    <dgm:cxn modelId="{4660A54A-BB27-49D7-9BCB-0E81D4418F0B}" type="presParOf" srcId="{767521CD-107D-490D-9207-0629504E5E55}" destId="{0DE3B2CE-3A3C-4021-B8FB-F98888B999EE}" srcOrd="1" destOrd="0" presId="urn:microsoft.com/office/officeart/2005/8/layout/orgChart1#1"/>
    <dgm:cxn modelId="{A0BE4EF8-2454-4316-A3F1-C4FBF7551E88}" type="presParOf" srcId="{20A53A32-C97F-4B2B-900D-5BF40760531A}" destId="{98A65E26-779B-482D-A8BE-2D476F3D7E1D}" srcOrd="1" destOrd="0" presId="urn:microsoft.com/office/officeart/2005/8/layout/orgChart1#1"/>
    <dgm:cxn modelId="{36C98C35-0A34-4D83-9A85-DB11E9F92229}" type="presParOf" srcId="{20A53A32-C97F-4B2B-900D-5BF40760531A}" destId="{C93DAB5F-7ED1-4B2D-B13C-5141D5EACD62}" srcOrd="2" destOrd="0" presId="urn:microsoft.com/office/officeart/2005/8/layout/orgChart1#1"/>
    <dgm:cxn modelId="{0FBF3FD9-FB0B-4BE5-ACD0-D639C01F1DCC}" type="presParOf" srcId="{A5F05E8F-F62B-4235-8D2D-E47E177636D7}" destId="{2181857C-9469-497D-8551-52B06804ACF6}" srcOrd="12" destOrd="0" presId="urn:microsoft.com/office/officeart/2005/8/layout/orgChart1#1"/>
    <dgm:cxn modelId="{020022FE-B769-4A09-9A50-AD87A162B38B}" type="presParOf" srcId="{A5F05E8F-F62B-4235-8D2D-E47E177636D7}" destId="{6E0DBF91-EB58-49AE-AB36-DCBA7F84E552}" srcOrd="13" destOrd="0" presId="urn:microsoft.com/office/officeart/2005/8/layout/orgChart1#1"/>
    <dgm:cxn modelId="{F63A5E25-A3CF-467C-A7B3-5C8F36CCDAC7}" type="presParOf" srcId="{6E0DBF91-EB58-49AE-AB36-DCBA7F84E552}" destId="{0F425A53-1D08-4349-B693-57AE65D555DD}" srcOrd="0" destOrd="0" presId="urn:microsoft.com/office/officeart/2005/8/layout/orgChart1#1"/>
    <dgm:cxn modelId="{36AA6F8F-03D2-42F4-920A-9C07D34BCDC2}" type="presParOf" srcId="{0F425A53-1D08-4349-B693-57AE65D555DD}" destId="{431FE423-4F0A-45DB-84A9-56D4D6B5E67B}" srcOrd="0" destOrd="0" presId="urn:microsoft.com/office/officeart/2005/8/layout/orgChart1#1"/>
    <dgm:cxn modelId="{12540394-DF41-4215-88F4-C7099ADB168A}" type="presParOf" srcId="{0F425A53-1D08-4349-B693-57AE65D555DD}" destId="{94E6C3E0-55FB-44AC-BB2C-4BBDEC716FAD}" srcOrd="1" destOrd="0" presId="urn:microsoft.com/office/officeart/2005/8/layout/orgChart1#1"/>
    <dgm:cxn modelId="{E9677897-9276-4DBC-ABC7-85FB79B31DD9}" type="presParOf" srcId="{6E0DBF91-EB58-49AE-AB36-DCBA7F84E552}" destId="{E175A48C-27CB-49C0-BB7F-8B4F540B2F8A}" srcOrd="1" destOrd="0" presId="urn:microsoft.com/office/officeart/2005/8/layout/orgChart1#1"/>
    <dgm:cxn modelId="{BC912E6C-CE72-45F6-A7BA-FA8563B98FAD}" type="presParOf" srcId="{6E0DBF91-EB58-49AE-AB36-DCBA7F84E552}" destId="{A90D5471-C63A-4124-9BCF-D0AF6784B0C4}" srcOrd="2" destOrd="0" presId="urn:microsoft.com/office/officeart/2005/8/layout/orgChart1#1"/>
    <dgm:cxn modelId="{34188C57-8E00-48DA-8FFE-1AF7ABCD0752}" type="presParOf" srcId="{A5F05E8F-F62B-4235-8D2D-E47E177636D7}" destId="{803B4EAF-5ACF-4A4C-90B1-58587FB39DDD}" srcOrd="14" destOrd="0" presId="urn:microsoft.com/office/officeart/2005/8/layout/orgChart1#1"/>
    <dgm:cxn modelId="{C948BF6B-1A3F-4162-826F-0F8355A62BCD}" type="presParOf" srcId="{A5F05E8F-F62B-4235-8D2D-E47E177636D7}" destId="{D05D710B-00C6-4A36-B1E9-6AC30E573863}" srcOrd="15" destOrd="0" presId="urn:microsoft.com/office/officeart/2005/8/layout/orgChart1#1"/>
    <dgm:cxn modelId="{B3B23AD9-9D1B-4229-B655-494774D85947}" type="presParOf" srcId="{D05D710B-00C6-4A36-B1E9-6AC30E573863}" destId="{30BA17EC-4349-44C4-A77E-CC7A6722E3D4}" srcOrd="0" destOrd="0" presId="urn:microsoft.com/office/officeart/2005/8/layout/orgChart1#1"/>
    <dgm:cxn modelId="{7B90F739-D2DF-4F3A-B664-CFAA17A89AAF}" type="presParOf" srcId="{30BA17EC-4349-44C4-A77E-CC7A6722E3D4}" destId="{47E9AD63-4FA8-48CF-A6B4-7FEBD5568FCC}" srcOrd="0" destOrd="0" presId="urn:microsoft.com/office/officeart/2005/8/layout/orgChart1#1"/>
    <dgm:cxn modelId="{81637B49-30C7-495C-ACAF-B5650F0429C9}" type="presParOf" srcId="{30BA17EC-4349-44C4-A77E-CC7A6722E3D4}" destId="{949E1DA1-7EFA-42D5-B5E8-B9D47279948A}" srcOrd="1" destOrd="0" presId="urn:microsoft.com/office/officeart/2005/8/layout/orgChart1#1"/>
    <dgm:cxn modelId="{B3C976F6-9FBB-4FB3-9918-5FB5F3B8EF16}" type="presParOf" srcId="{D05D710B-00C6-4A36-B1E9-6AC30E573863}" destId="{B27C156D-9DC5-40B6-A3E3-8953EF1879BF}" srcOrd="1" destOrd="0" presId="urn:microsoft.com/office/officeart/2005/8/layout/orgChart1#1"/>
    <dgm:cxn modelId="{F5B89A9A-97D4-40F9-9364-BF2A5F0F9408}" type="presParOf" srcId="{D05D710B-00C6-4A36-B1E9-6AC30E573863}" destId="{24C3A594-16F8-477E-9056-BB00568A0771}" srcOrd="2" destOrd="0" presId="urn:microsoft.com/office/officeart/2005/8/layout/orgChart1#1"/>
    <dgm:cxn modelId="{D8613481-B8D9-437A-BD99-20A6750A5D68}" type="presParOf" srcId="{A5F05E8F-F62B-4235-8D2D-E47E177636D7}" destId="{C050ADAB-D0D0-4549-894F-BF0DBCFBFE28}" srcOrd="16" destOrd="0" presId="urn:microsoft.com/office/officeart/2005/8/layout/orgChart1#1"/>
    <dgm:cxn modelId="{19BD3618-D5A0-438A-82DD-A234199C1AA9}" type="presParOf" srcId="{A5F05E8F-F62B-4235-8D2D-E47E177636D7}" destId="{C9BC81CD-9ADD-4F63-9A42-5B0F11BB349E}" srcOrd="17" destOrd="0" presId="urn:microsoft.com/office/officeart/2005/8/layout/orgChart1#1"/>
    <dgm:cxn modelId="{075B6FED-DA4F-4CF1-BAA0-87D399322438}" type="presParOf" srcId="{C9BC81CD-9ADD-4F63-9A42-5B0F11BB349E}" destId="{940C14D5-BCD0-49A5-9C06-496FD79E4214}" srcOrd="0" destOrd="0" presId="urn:microsoft.com/office/officeart/2005/8/layout/orgChart1#1"/>
    <dgm:cxn modelId="{0277DFF2-8EFA-4A44-A5E4-ECC536916C33}" type="presParOf" srcId="{940C14D5-BCD0-49A5-9C06-496FD79E4214}" destId="{E301F119-A5AC-49AE-BA1E-24B783C4C75C}" srcOrd="0" destOrd="0" presId="urn:microsoft.com/office/officeart/2005/8/layout/orgChart1#1"/>
    <dgm:cxn modelId="{25C5D609-EAC8-40C2-AA0D-28ED0A79D1D4}" type="presParOf" srcId="{940C14D5-BCD0-49A5-9C06-496FD79E4214}" destId="{AE322E96-1608-407A-8500-8C7AC2BC903B}" srcOrd="1" destOrd="0" presId="urn:microsoft.com/office/officeart/2005/8/layout/orgChart1#1"/>
    <dgm:cxn modelId="{F75DD466-1BF7-4B49-975B-C4B36EAC47C7}" type="presParOf" srcId="{C9BC81CD-9ADD-4F63-9A42-5B0F11BB349E}" destId="{F65B3B82-13F8-4CED-B38A-3075F1C328E0}" srcOrd="1" destOrd="0" presId="urn:microsoft.com/office/officeart/2005/8/layout/orgChart1#1"/>
    <dgm:cxn modelId="{4A9D8781-1960-4AA5-94D1-6D72C8943E81}" type="presParOf" srcId="{C9BC81CD-9ADD-4F63-9A42-5B0F11BB349E}" destId="{E49A64DC-6E84-49C2-8564-1E2C3FABECBF}" srcOrd="2" destOrd="0" presId="urn:microsoft.com/office/officeart/2005/8/layout/orgChart1#1"/>
    <dgm:cxn modelId="{23698981-E7ED-46B4-916B-CB8FFA31DDB4}" type="presParOf" srcId="{5F96D074-95D8-4D17-AEC4-4E7102BE12FC}" destId="{044C5A38-02E8-4636-99C7-138CD5EF68F7}" srcOrd="2" destOrd="0" presId="urn:microsoft.com/office/officeart/2005/8/layout/orgChart1#1"/>
    <dgm:cxn modelId="{6E6123F2-A725-41AB-9734-3BB4414B939C}" type="presParOf" srcId="{7C0C1E23-D0CB-43A5-B65E-BBCE290D0B24}" destId="{3049C3DE-1E5A-41A9-8E60-71FF9F500FAD}" srcOrd="2" destOrd="0" presId="urn:microsoft.com/office/officeart/2005/8/layout/orgChart1#1"/>
  </dgm:cxnLst>
  <dgm:bg>
    <a:solidFill>
      <a:schemeClr val="bg1">
        <a:lumMod val="95000"/>
      </a:schemeClr>
    </a:solid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B920C8-8C94-4920-8931-23C86C8B95C3}" type="doc">
      <dgm:prSet loTypeId="urn:microsoft.com/office/officeart/2005/8/layout/vList5" loCatId="list" qsTypeId="urn:microsoft.com/office/officeart/2005/8/quickstyle/simple1#10" qsCatId="simple" csTypeId="urn:microsoft.com/office/officeart/2005/8/colors/accent1_2#9" csCatId="accent1" phldr="1"/>
      <dgm:spPr/>
      <dgm:t>
        <a:bodyPr/>
        <a:lstStyle/>
        <a:p>
          <a:endParaRPr lang="zh-CN" altLang="en-US"/>
        </a:p>
      </dgm:t>
    </dgm:pt>
    <dgm:pt modelId="{C344E08E-3E96-4704-9D35-F2EF61C3CE73}">
      <dgm:prSet phldrT="[文本]" custT="1"/>
      <dgm:spPr>
        <a:solidFill>
          <a:schemeClr val="tx1">
            <a:lumMod val="65000"/>
            <a:lumOff val="35000"/>
          </a:schemeClr>
        </a:solidFill>
      </dgm:spPr>
      <dgm:t>
        <a:bodyPr/>
        <a:lstStyle/>
        <a:p>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项目启动</a:t>
          </a:r>
        </a:p>
      </dgm:t>
    </dgm:pt>
    <dgm:pt modelId="{E959AE41-5964-4C2D-9F42-BDD4FDD1EBBD}" type="parTrans" cxnId="{74B906A7-4E0F-4725-8AEF-87B8F2D3AB77}">
      <dgm:prSet/>
      <dgm:spPr/>
      <dgm:t>
        <a:bodyPr/>
        <a:lstStyle/>
        <a:p>
          <a:endParaRPr lang="zh-CN" altLang="en-US"/>
        </a:p>
      </dgm:t>
    </dgm:pt>
    <dgm:pt modelId="{00837175-3908-4252-A537-ED9BE34444B1}" type="sibTrans" cxnId="{74B906A7-4E0F-4725-8AEF-87B8F2D3AB77}">
      <dgm:prSet/>
      <dgm:spPr/>
      <dgm:t>
        <a:bodyPr/>
        <a:lstStyle/>
        <a:p>
          <a:endParaRPr lang="zh-CN" altLang="en-US"/>
        </a:p>
      </dgm:t>
    </dgm:pt>
    <dgm:pt modelId="{D3B1EE19-0902-44BA-930D-FDEBA7E9AA58}">
      <dgm:prSet phldrT="[文本]"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36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项目立项</a:t>
          </a:r>
        </a:p>
      </dgm:t>
    </dgm:pt>
    <dgm:pt modelId="{420E484F-45DA-4599-A2B1-08B8B0EDC96E}" type="parTrans" cxnId="{21CCFF9E-BF91-44AE-BA27-E0FC18579BF1}">
      <dgm:prSet/>
      <dgm:spPr/>
      <dgm:t>
        <a:bodyPr/>
        <a:lstStyle/>
        <a:p>
          <a:endParaRPr lang="zh-CN" altLang="en-US"/>
        </a:p>
      </dgm:t>
    </dgm:pt>
    <dgm:pt modelId="{4D24BF18-A387-458B-B924-3335C19C179F}" type="sibTrans" cxnId="{21CCFF9E-BF91-44AE-BA27-E0FC18579BF1}">
      <dgm:prSet/>
      <dgm:spPr/>
      <dgm:t>
        <a:bodyPr/>
        <a:lstStyle/>
        <a:p>
          <a:endParaRPr lang="zh-CN" altLang="en-US"/>
        </a:p>
      </dgm:t>
    </dgm:pt>
    <dgm:pt modelId="{76CD023E-E5F0-449F-A7C1-B33152116462}">
      <dgm:prSet custT="1"/>
      <dgm:spPr>
        <a:solidFill>
          <a:schemeClr val="tx1">
            <a:lumMod val="65000"/>
            <a:lumOff val="35000"/>
          </a:schemeClr>
        </a:solidFill>
      </dgm:spPr>
      <dgm:t>
        <a:bodyPr/>
        <a:lstStyle/>
        <a:p>
          <a:r>
            <a:rPr lang="zh-CN" altLang="en-US"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制定计划</a:t>
          </a:r>
        </a:p>
      </dgm:t>
    </dgm:pt>
    <dgm:pt modelId="{3454D683-F5F6-4911-ABD7-B3887BE2D40A}" type="parTrans" cxnId="{6654B87D-A12C-4CB5-B68C-989DA20285A7}">
      <dgm:prSet/>
      <dgm:spPr/>
      <dgm:t>
        <a:bodyPr/>
        <a:lstStyle/>
        <a:p>
          <a:endParaRPr lang="zh-CN" altLang="en-US"/>
        </a:p>
      </dgm:t>
    </dgm:pt>
    <dgm:pt modelId="{BB36F892-E783-48AE-8C58-3E75B71DF2DB}" type="sibTrans" cxnId="{6654B87D-A12C-4CB5-B68C-989DA20285A7}">
      <dgm:prSet/>
      <dgm:spPr/>
      <dgm:t>
        <a:bodyPr/>
        <a:lstStyle/>
        <a:p>
          <a:endParaRPr lang="zh-CN" altLang="en-US"/>
        </a:p>
      </dgm:t>
    </dgm:pt>
    <dgm:pt modelId="{461717C4-251B-47FD-A1F6-2C74CEC3ADA8}">
      <dgm:prSet phldrT="[文本]"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36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项目交付计划</a:t>
          </a:r>
        </a:p>
      </dgm:t>
    </dgm:pt>
    <dgm:pt modelId="{BC1C15DF-ECBD-49EA-AE09-6A7094754815}" type="parTrans" cxnId="{8F99F465-0FF1-448D-ACED-377A981C5294}">
      <dgm:prSet/>
      <dgm:spPr/>
      <dgm:t>
        <a:bodyPr/>
        <a:lstStyle/>
        <a:p>
          <a:endParaRPr lang="zh-CN" altLang="en-US"/>
        </a:p>
      </dgm:t>
    </dgm:pt>
    <dgm:pt modelId="{A5A8FC46-96A4-4B8A-BB50-CA52D18B2E50}" type="sibTrans" cxnId="{8F99F465-0FF1-448D-ACED-377A981C5294}">
      <dgm:prSet/>
      <dgm:spPr/>
      <dgm:t>
        <a:bodyPr/>
        <a:lstStyle/>
        <a:p>
          <a:endParaRPr lang="zh-CN" altLang="en-US"/>
        </a:p>
      </dgm:t>
    </dgm:pt>
    <dgm:pt modelId="{E71AE2B7-5F39-4B93-B955-95BFB11D54B9}">
      <dgm:prSet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36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资源投入计划</a:t>
          </a:r>
        </a:p>
      </dgm:t>
    </dgm:pt>
    <dgm:pt modelId="{5A3901E4-CE62-4299-8847-09C6F2AF32E3}" type="parTrans" cxnId="{93B3180A-89EE-4C62-A5AE-9A9A1A7756DB}">
      <dgm:prSet/>
      <dgm:spPr/>
      <dgm:t>
        <a:bodyPr/>
        <a:lstStyle/>
        <a:p>
          <a:endParaRPr lang="zh-CN" altLang="en-US"/>
        </a:p>
      </dgm:t>
    </dgm:pt>
    <dgm:pt modelId="{5706486A-4F76-48A1-B7CA-B242457860EA}" type="sibTrans" cxnId="{93B3180A-89EE-4C62-A5AE-9A9A1A7756DB}">
      <dgm:prSet/>
      <dgm:spPr/>
      <dgm:t>
        <a:bodyPr/>
        <a:lstStyle/>
        <a:p>
          <a:endParaRPr lang="zh-CN" altLang="en-US"/>
        </a:p>
      </dgm:t>
    </dgm:pt>
    <dgm:pt modelId="{31186D4E-D43A-448F-8586-18BD2F46ED3A}">
      <dgm:prSet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36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沟通管理计划</a:t>
          </a:r>
        </a:p>
      </dgm:t>
    </dgm:pt>
    <dgm:pt modelId="{477CE546-475F-411C-A195-7392EC0C16AF}" type="parTrans" cxnId="{4E74E638-794E-47ED-B6A8-24555330C8C0}">
      <dgm:prSet/>
      <dgm:spPr/>
      <dgm:t>
        <a:bodyPr/>
        <a:lstStyle/>
        <a:p>
          <a:endParaRPr lang="zh-CN" altLang="en-US"/>
        </a:p>
      </dgm:t>
    </dgm:pt>
    <dgm:pt modelId="{7F0B0A2E-DA7D-4217-8B8B-5B36D2B3ECDB}" type="sibTrans" cxnId="{4E74E638-794E-47ED-B6A8-24555330C8C0}">
      <dgm:prSet/>
      <dgm:spPr/>
      <dgm:t>
        <a:bodyPr/>
        <a:lstStyle/>
        <a:p>
          <a:endParaRPr lang="zh-CN" altLang="en-US"/>
        </a:p>
      </dgm:t>
    </dgm:pt>
    <dgm:pt modelId="{1DDE8FF8-B5B6-4005-BA2B-2DA92A834790}">
      <dgm:prSet custT="1"/>
      <dgm:spPr>
        <a:solidFill>
          <a:schemeClr val="tx1">
            <a:lumMod val="65000"/>
            <a:lumOff val="35000"/>
          </a:schemeClr>
        </a:solidFill>
      </dgm:spPr>
      <dgm:t>
        <a:bodyPr/>
        <a:lstStyle/>
        <a:p>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召开启动会</a:t>
          </a:r>
        </a:p>
      </dgm:t>
    </dgm:pt>
    <dgm:pt modelId="{CF57A940-4B42-4E55-AA1F-192FC4E23689}" type="parTrans" cxnId="{C0429281-0E2E-4829-82EF-4A9C5C3B9CDA}">
      <dgm:prSet/>
      <dgm:spPr/>
      <dgm:t>
        <a:bodyPr/>
        <a:lstStyle/>
        <a:p>
          <a:endParaRPr lang="zh-CN" altLang="en-US"/>
        </a:p>
      </dgm:t>
    </dgm:pt>
    <dgm:pt modelId="{509AC092-39CA-4830-877B-60F295BF78EF}" type="sibTrans" cxnId="{C0429281-0E2E-4829-82EF-4A9C5C3B9CDA}">
      <dgm:prSet/>
      <dgm:spPr/>
      <dgm:t>
        <a:bodyPr/>
        <a:lstStyle/>
        <a:p>
          <a:endParaRPr lang="zh-CN" altLang="en-US"/>
        </a:p>
      </dgm:t>
    </dgm:pt>
    <dgm:pt modelId="{3A018EDC-F432-422B-86F5-BBC3A92C5901}">
      <dgm:prSet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36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召开启动会</a:t>
          </a:r>
        </a:p>
      </dgm:t>
    </dgm:pt>
    <dgm:pt modelId="{DD4FF697-41D7-4B6C-A548-0BC37B75019A}" type="parTrans" cxnId="{5F4D0A5E-3FCA-4D1C-B2BD-7850FD7204F2}">
      <dgm:prSet/>
      <dgm:spPr/>
      <dgm:t>
        <a:bodyPr/>
        <a:lstStyle/>
        <a:p>
          <a:endParaRPr lang="zh-CN" altLang="en-US"/>
        </a:p>
      </dgm:t>
    </dgm:pt>
    <dgm:pt modelId="{AA6FE366-C246-41D8-949C-E048EBE06476}" type="sibTrans" cxnId="{5F4D0A5E-3FCA-4D1C-B2BD-7850FD7204F2}">
      <dgm:prSet/>
      <dgm:spPr/>
      <dgm:t>
        <a:bodyPr/>
        <a:lstStyle/>
        <a:p>
          <a:endParaRPr lang="zh-CN" altLang="en-US"/>
        </a:p>
      </dgm:t>
    </dgm:pt>
    <dgm:pt modelId="{E41DD413-FC8D-4B3D-8D0A-7EA1DB79E446}">
      <dgm:prSet phldrT="[文本]"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36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项目通讯录</a:t>
          </a:r>
        </a:p>
      </dgm:t>
    </dgm:pt>
    <dgm:pt modelId="{BA9F50F7-9760-460B-8B96-564A3D153964}" type="parTrans" cxnId="{EBFE024E-80E6-4465-89CC-80954B5A305D}">
      <dgm:prSet/>
      <dgm:spPr/>
      <dgm:t>
        <a:bodyPr/>
        <a:lstStyle/>
        <a:p>
          <a:endParaRPr lang="zh-CN" altLang="en-US"/>
        </a:p>
      </dgm:t>
    </dgm:pt>
    <dgm:pt modelId="{50901009-34CD-4BD8-A9C9-7A01B531E2B1}" type="sibTrans" cxnId="{EBFE024E-80E6-4465-89CC-80954B5A305D}">
      <dgm:prSet/>
      <dgm:spPr/>
      <dgm:t>
        <a:bodyPr/>
        <a:lstStyle/>
        <a:p>
          <a:endParaRPr lang="zh-CN" altLang="en-US"/>
        </a:p>
      </dgm:t>
    </dgm:pt>
    <dgm:pt modelId="{39C7ED3C-D72E-4356-B31C-2B5B96BB5583}">
      <dgm:prSet phldrT="[文本]"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36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项目筹备</a:t>
          </a:r>
        </a:p>
      </dgm:t>
    </dgm:pt>
    <dgm:pt modelId="{F3F05644-7A6A-4535-8C3F-22205B6FE39C}" type="parTrans" cxnId="{449FB4AD-BBAA-4E6C-9958-E1B8F99BC9D9}">
      <dgm:prSet/>
      <dgm:spPr/>
      <dgm:t>
        <a:bodyPr/>
        <a:lstStyle/>
        <a:p>
          <a:endParaRPr lang="zh-CN" altLang="en-US"/>
        </a:p>
      </dgm:t>
    </dgm:pt>
    <dgm:pt modelId="{8873D5DE-266E-435B-98CE-A0AF50A0A3A5}" type="sibTrans" cxnId="{449FB4AD-BBAA-4E6C-9958-E1B8F99BC9D9}">
      <dgm:prSet/>
      <dgm:spPr/>
      <dgm:t>
        <a:bodyPr/>
        <a:lstStyle/>
        <a:p>
          <a:endParaRPr lang="zh-CN" altLang="en-US"/>
        </a:p>
      </dgm:t>
    </dgm:pt>
    <dgm:pt modelId="{DA95A0CB-5147-488B-A7D2-9AC6576793BD}">
      <dgm:prSet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36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签署项目公约</a:t>
          </a:r>
        </a:p>
      </dgm:t>
    </dgm:pt>
    <dgm:pt modelId="{E11384B6-68C5-4F72-8FAD-F83329EB4D80}" type="parTrans" cxnId="{9450AAAA-661B-47D4-89F9-5ED315E60906}">
      <dgm:prSet/>
      <dgm:spPr/>
      <dgm:t>
        <a:bodyPr/>
        <a:lstStyle/>
        <a:p>
          <a:endParaRPr lang="zh-CN" altLang="en-US"/>
        </a:p>
      </dgm:t>
    </dgm:pt>
    <dgm:pt modelId="{E0217CE1-B1AF-433F-94D1-23BE8ACDC402}" type="sibTrans" cxnId="{9450AAAA-661B-47D4-89F9-5ED315E60906}">
      <dgm:prSet/>
      <dgm:spPr/>
      <dgm:t>
        <a:bodyPr/>
        <a:lstStyle/>
        <a:p>
          <a:endParaRPr lang="zh-CN" altLang="en-US"/>
        </a:p>
      </dgm:t>
    </dgm:pt>
    <dgm:pt modelId="{9E33BD76-20ED-4B84-A248-5AFF3D5A28E4}" type="pres">
      <dgm:prSet presAssocID="{ADB920C8-8C94-4920-8931-23C86C8B95C3}" presName="Name0" presStyleCnt="0">
        <dgm:presLayoutVars>
          <dgm:dir/>
          <dgm:animLvl val="lvl"/>
          <dgm:resizeHandles val="exact"/>
        </dgm:presLayoutVars>
      </dgm:prSet>
      <dgm:spPr/>
    </dgm:pt>
    <dgm:pt modelId="{85F718E4-B804-421D-9155-074AF71B55A9}" type="pres">
      <dgm:prSet presAssocID="{C344E08E-3E96-4704-9D35-F2EF61C3CE73}" presName="linNode" presStyleCnt="0"/>
      <dgm:spPr/>
    </dgm:pt>
    <dgm:pt modelId="{E0D9B3A1-DD52-482E-A87C-FC367D951794}" type="pres">
      <dgm:prSet presAssocID="{C344E08E-3E96-4704-9D35-F2EF61C3CE73}" presName="parentText" presStyleLbl="node1" presStyleIdx="0" presStyleCnt="3" custScaleX="63219" custScaleY="62866">
        <dgm:presLayoutVars>
          <dgm:chMax val="1"/>
          <dgm:bulletEnabled val="1"/>
        </dgm:presLayoutVars>
      </dgm:prSet>
      <dgm:spPr/>
    </dgm:pt>
    <dgm:pt modelId="{D704F8EF-6A07-47F6-AB13-D712C18C5514}" type="pres">
      <dgm:prSet presAssocID="{C344E08E-3E96-4704-9D35-F2EF61C3CE73}" presName="descendantText" presStyleLbl="alignAccFollowNode1" presStyleIdx="0" presStyleCnt="3" custScaleX="224501" custScaleY="80476">
        <dgm:presLayoutVars>
          <dgm:bulletEnabled val="1"/>
        </dgm:presLayoutVars>
      </dgm:prSet>
      <dgm:spPr>
        <a:xfrm rot="5400000">
          <a:off x="557950" y="1422981"/>
          <a:ext cx="767401" cy="1364984"/>
        </a:xfrm>
        <a:prstGeom prst="round2SameRect">
          <a:avLst/>
        </a:prstGeom>
      </dgm:spPr>
    </dgm:pt>
    <dgm:pt modelId="{3509D7A4-353D-4EB1-8F92-3191989EEB8A}" type="pres">
      <dgm:prSet presAssocID="{00837175-3908-4252-A537-ED9BE34444B1}" presName="sp" presStyleCnt="0"/>
      <dgm:spPr/>
    </dgm:pt>
    <dgm:pt modelId="{C0379300-8BA1-424E-8DCF-CF36CE265563}" type="pres">
      <dgm:prSet presAssocID="{76CD023E-E5F0-449F-A7C1-B33152116462}" presName="linNode" presStyleCnt="0"/>
      <dgm:spPr/>
    </dgm:pt>
    <dgm:pt modelId="{02EDE981-D539-484F-8966-C873CDA0E394}" type="pres">
      <dgm:prSet presAssocID="{76CD023E-E5F0-449F-A7C1-B33152116462}" presName="parentText" presStyleLbl="node1" presStyleIdx="1" presStyleCnt="3" custScaleX="65890" custScaleY="52495">
        <dgm:presLayoutVars>
          <dgm:chMax val="1"/>
          <dgm:bulletEnabled val="1"/>
        </dgm:presLayoutVars>
      </dgm:prSet>
      <dgm:spPr/>
    </dgm:pt>
    <dgm:pt modelId="{6B9E6348-F3CF-466B-B8A6-09A90FEC1E49}" type="pres">
      <dgm:prSet presAssocID="{76CD023E-E5F0-449F-A7C1-B33152116462}" presName="descendantText" presStyleLbl="alignAccFollowNode1" presStyleIdx="1" presStyleCnt="3" custScaleX="224501" custScaleY="65362">
        <dgm:presLayoutVars>
          <dgm:bulletEnabled val="1"/>
        </dgm:presLayoutVars>
      </dgm:prSet>
      <dgm:spPr>
        <a:xfrm rot="5400000">
          <a:off x="540210" y="2271917"/>
          <a:ext cx="802880" cy="1364984"/>
        </a:xfrm>
        <a:prstGeom prst="round2SameRect">
          <a:avLst/>
        </a:prstGeom>
      </dgm:spPr>
    </dgm:pt>
    <dgm:pt modelId="{33145F1B-82F8-4883-BD86-E1FBE1F56714}" type="pres">
      <dgm:prSet presAssocID="{BB36F892-E783-48AE-8C58-3E75B71DF2DB}" presName="sp" presStyleCnt="0"/>
      <dgm:spPr/>
    </dgm:pt>
    <dgm:pt modelId="{A74E1B08-9108-4486-AFCA-A873E619D2FE}" type="pres">
      <dgm:prSet presAssocID="{1DDE8FF8-B5B6-4005-BA2B-2DA92A834790}" presName="linNode" presStyleCnt="0"/>
      <dgm:spPr/>
    </dgm:pt>
    <dgm:pt modelId="{7BE8944E-1CD5-41B0-82E0-AFDC3F96B672}" type="pres">
      <dgm:prSet presAssocID="{1DDE8FF8-B5B6-4005-BA2B-2DA92A834790}" presName="parentText" presStyleLbl="node1" presStyleIdx="2" presStyleCnt="3" custScaleX="78493" custScaleY="63587">
        <dgm:presLayoutVars>
          <dgm:chMax val="1"/>
          <dgm:bulletEnabled val="1"/>
        </dgm:presLayoutVars>
      </dgm:prSet>
      <dgm:spPr/>
    </dgm:pt>
    <dgm:pt modelId="{DB883D8B-5323-4AEB-A6E6-1095E7A639F6}" type="pres">
      <dgm:prSet presAssocID="{1DDE8FF8-B5B6-4005-BA2B-2DA92A834790}" presName="descendantText" presStyleLbl="alignAccFollowNode1" presStyleIdx="2" presStyleCnt="3" custScaleX="238233" custScaleY="78151" custLinFactNeighborX="-1314" custLinFactNeighborY="3995">
        <dgm:presLayoutVars>
          <dgm:bulletEnabled val="1"/>
        </dgm:presLayoutVars>
      </dgm:prSet>
      <dgm:spPr>
        <a:xfrm rot="5400000">
          <a:off x="444586" y="3227626"/>
          <a:ext cx="959338" cy="1378457"/>
        </a:xfrm>
        <a:prstGeom prst="round2SameRect">
          <a:avLst/>
        </a:prstGeom>
      </dgm:spPr>
    </dgm:pt>
  </dgm:ptLst>
  <dgm:cxnLst>
    <dgm:cxn modelId="{93B3180A-89EE-4C62-A5AE-9A9A1A7756DB}" srcId="{76CD023E-E5F0-449F-A7C1-B33152116462}" destId="{E71AE2B7-5F39-4B93-B955-95BFB11D54B9}" srcOrd="1" destOrd="0" parTransId="{5A3901E4-CE62-4299-8847-09C6F2AF32E3}" sibTransId="{5706486A-4F76-48A1-B7CA-B242457860EA}"/>
    <dgm:cxn modelId="{B3703029-7A5F-455B-A15B-477D88F3A298}" type="presOf" srcId="{D3B1EE19-0902-44BA-930D-FDEBA7E9AA58}" destId="{D704F8EF-6A07-47F6-AB13-D712C18C5514}" srcOrd="0" destOrd="0" presId="urn:microsoft.com/office/officeart/2005/8/layout/vList5"/>
    <dgm:cxn modelId="{4E74E638-794E-47ED-B6A8-24555330C8C0}" srcId="{76CD023E-E5F0-449F-A7C1-B33152116462}" destId="{31186D4E-D43A-448F-8586-18BD2F46ED3A}" srcOrd="2" destOrd="0" parTransId="{477CE546-475F-411C-A195-7392EC0C16AF}" sibTransId="{7F0B0A2E-DA7D-4217-8B8B-5B36D2B3ECDB}"/>
    <dgm:cxn modelId="{5F4D0A5E-3FCA-4D1C-B2BD-7850FD7204F2}" srcId="{1DDE8FF8-B5B6-4005-BA2B-2DA92A834790}" destId="{3A018EDC-F432-422B-86F5-BBC3A92C5901}" srcOrd="0" destOrd="0" parTransId="{DD4FF697-41D7-4B6C-A548-0BC37B75019A}" sibTransId="{AA6FE366-C246-41D8-949C-E048EBE06476}"/>
    <dgm:cxn modelId="{903BAB60-476B-4592-A68F-E63A9FEB9A67}" type="presOf" srcId="{31186D4E-D43A-448F-8586-18BD2F46ED3A}" destId="{6B9E6348-F3CF-466B-B8A6-09A90FEC1E49}" srcOrd="0" destOrd="2" presId="urn:microsoft.com/office/officeart/2005/8/layout/vList5"/>
    <dgm:cxn modelId="{8F99F465-0FF1-448D-ACED-377A981C5294}" srcId="{76CD023E-E5F0-449F-A7C1-B33152116462}" destId="{461717C4-251B-47FD-A1F6-2C74CEC3ADA8}" srcOrd="0" destOrd="0" parTransId="{BC1C15DF-ECBD-49EA-AE09-6A7094754815}" sibTransId="{A5A8FC46-96A4-4B8A-BB50-CA52D18B2E50}"/>
    <dgm:cxn modelId="{EBFE024E-80E6-4465-89CC-80954B5A305D}" srcId="{C344E08E-3E96-4704-9D35-F2EF61C3CE73}" destId="{E41DD413-FC8D-4B3D-8D0A-7EA1DB79E446}" srcOrd="2" destOrd="0" parTransId="{BA9F50F7-9760-460B-8B96-564A3D153964}" sibTransId="{50901009-34CD-4BD8-A9C9-7A01B531E2B1}"/>
    <dgm:cxn modelId="{6654B87D-A12C-4CB5-B68C-989DA20285A7}" srcId="{ADB920C8-8C94-4920-8931-23C86C8B95C3}" destId="{76CD023E-E5F0-449F-A7C1-B33152116462}" srcOrd="1" destOrd="0" parTransId="{3454D683-F5F6-4911-ABD7-B3887BE2D40A}" sibTransId="{BB36F892-E783-48AE-8C58-3E75B71DF2DB}"/>
    <dgm:cxn modelId="{C0429281-0E2E-4829-82EF-4A9C5C3B9CDA}" srcId="{ADB920C8-8C94-4920-8931-23C86C8B95C3}" destId="{1DDE8FF8-B5B6-4005-BA2B-2DA92A834790}" srcOrd="2" destOrd="0" parTransId="{CF57A940-4B42-4E55-AA1F-192FC4E23689}" sibTransId="{509AC092-39CA-4830-877B-60F295BF78EF}"/>
    <dgm:cxn modelId="{40C76885-7845-41A6-9FAE-17B6DBE11D3D}" type="presOf" srcId="{C344E08E-3E96-4704-9D35-F2EF61C3CE73}" destId="{E0D9B3A1-DD52-482E-A87C-FC367D951794}" srcOrd="0" destOrd="0" presId="urn:microsoft.com/office/officeart/2005/8/layout/vList5"/>
    <dgm:cxn modelId="{74EEDB9D-5E7A-49F0-89E7-E3C066F39700}" type="presOf" srcId="{E71AE2B7-5F39-4B93-B955-95BFB11D54B9}" destId="{6B9E6348-F3CF-466B-B8A6-09A90FEC1E49}" srcOrd="0" destOrd="1" presId="urn:microsoft.com/office/officeart/2005/8/layout/vList5"/>
    <dgm:cxn modelId="{21CCFF9E-BF91-44AE-BA27-E0FC18579BF1}" srcId="{C344E08E-3E96-4704-9D35-F2EF61C3CE73}" destId="{D3B1EE19-0902-44BA-930D-FDEBA7E9AA58}" srcOrd="0" destOrd="0" parTransId="{420E484F-45DA-4599-A2B1-08B8B0EDC96E}" sibTransId="{4D24BF18-A387-458B-B924-3335C19C179F}"/>
    <dgm:cxn modelId="{74B906A7-4E0F-4725-8AEF-87B8F2D3AB77}" srcId="{ADB920C8-8C94-4920-8931-23C86C8B95C3}" destId="{C344E08E-3E96-4704-9D35-F2EF61C3CE73}" srcOrd="0" destOrd="0" parTransId="{E959AE41-5964-4C2D-9F42-BDD4FDD1EBBD}" sibTransId="{00837175-3908-4252-A537-ED9BE34444B1}"/>
    <dgm:cxn modelId="{C4277FA7-254E-4ACC-B0E9-4E0DF3B97F64}" type="presOf" srcId="{ADB920C8-8C94-4920-8931-23C86C8B95C3}" destId="{9E33BD76-20ED-4B84-A248-5AFF3D5A28E4}" srcOrd="0" destOrd="0" presId="urn:microsoft.com/office/officeart/2005/8/layout/vList5"/>
    <dgm:cxn modelId="{9450AAAA-661B-47D4-89F9-5ED315E60906}" srcId="{1DDE8FF8-B5B6-4005-BA2B-2DA92A834790}" destId="{DA95A0CB-5147-488B-A7D2-9AC6576793BD}" srcOrd="1" destOrd="0" parTransId="{E11384B6-68C5-4F72-8FAD-F83329EB4D80}" sibTransId="{E0217CE1-B1AF-433F-94D1-23BE8ACDC402}"/>
    <dgm:cxn modelId="{449FB4AD-BBAA-4E6C-9958-E1B8F99BC9D9}" srcId="{C344E08E-3E96-4704-9D35-F2EF61C3CE73}" destId="{39C7ED3C-D72E-4356-B31C-2B5B96BB5583}" srcOrd="1" destOrd="0" parTransId="{F3F05644-7A6A-4535-8C3F-22205B6FE39C}" sibTransId="{8873D5DE-266E-435B-98CE-A0AF50A0A3A5}"/>
    <dgm:cxn modelId="{2D5DE5B5-8315-435B-BC84-D9FED2AF9720}" type="presOf" srcId="{DA95A0CB-5147-488B-A7D2-9AC6576793BD}" destId="{DB883D8B-5323-4AEB-A6E6-1095E7A639F6}" srcOrd="0" destOrd="1" presId="urn:microsoft.com/office/officeart/2005/8/layout/vList5"/>
    <dgm:cxn modelId="{39CBDBB8-AD6B-4C39-AC08-326154F7FDC3}" type="presOf" srcId="{76CD023E-E5F0-449F-A7C1-B33152116462}" destId="{02EDE981-D539-484F-8966-C873CDA0E394}" srcOrd="0" destOrd="0" presId="urn:microsoft.com/office/officeart/2005/8/layout/vList5"/>
    <dgm:cxn modelId="{60D000BA-1A77-4A8E-AB7C-41153873F064}" type="presOf" srcId="{E41DD413-FC8D-4B3D-8D0A-7EA1DB79E446}" destId="{D704F8EF-6A07-47F6-AB13-D712C18C5514}" srcOrd="0" destOrd="2" presId="urn:microsoft.com/office/officeart/2005/8/layout/vList5"/>
    <dgm:cxn modelId="{D5EA6BBD-FC8F-4116-8CED-46E8E9CE0D3C}" type="presOf" srcId="{3A018EDC-F432-422B-86F5-BBC3A92C5901}" destId="{DB883D8B-5323-4AEB-A6E6-1095E7A639F6}" srcOrd="0" destOrd="0" presId="urn:microsoft.com/office/officeart/2005/8/layout/vList5"/>
    <dgm:cxn modelId="{10B830C4-7895-4437-B821-D324E38D96A7}" type="presOf" srcId="{1DDE8FF8-B5B6-4005-BA2B-2DA92A834790}" destId="{7BE8944E-1CD5-41B0-82E0-AFDC3F96B672}" srcOrd="0" destOrd="0" presId="urn:microsoft.com/office/officeart/2005/8/layout/vList5"/>
    <dgm:cxn modelId="{8376C1D9-596E-4702-AA50-F0714CABCA24}" type="presOf" srcId="{39C7ED3C-D72E-4356-B31C-2B5B96BB5583}" destId="{D704F8EF-6A07-47F6-AB13-D712C18C5514}" srcOrd="0" destOrd="1" presId="urn:microsoft.com/office/officeart/2005/8/layout/vList5"/>
    <dgm:cxn modelId="{713842EE-F70A-43A4-B386-1D3DB2B102D8}" type="presOf" srcId="{461717C4-251B-47FD-A1F6-2C74CEC3ADA8}" destId="{6B9E6348-F3CF-466B-B8A6-09A90FEC1E49}" srcOrd="0" destOrd="0" presId="urn:microsoft.com/office/officeart/2005/8/layout/vList5"/>
    <dgm:cxn modelId="{B8FE3854-A6B8-49AF-A054-FCC7880A1F2C}" type="presParOf" srcId="{9E33BD76-20ED-4B84-A248-5AFF3D5A28E4}" destId="{85F718E4-B804-421D-9155-074AF71B55A9}" srcOrd="0" destOrd="0" presId="urn:microsoft.com/office/officeart/2005/8/layout/vList5"/>
    <dgm:cxn modelId="{8202C798-BF64-404B-BFEA-7CD9AE61034B}" type="presParOf" srcId="{85F718E4-B804-421D-9155-074AF71B55A9}" destId="{E0D9B3A1-DD52-482E-A87C-FC367D951794}" srcOrd="0" destOrd="0" presId="urn:microsoft.com/office/officeart/2005/8/layout/vList5"/>
    <dgm:cxn modelId="{B52B0A9D-E93F-4766-9AFB-21935F0FE1E5}" type="presParOf" srcId="{85F718E4-B804-421D-9155-074AF71B55A9}" destId="{D704F8EF-6A07-47F6-AB13-D712C18C5514}" srcOrd="1" destOrd="0" presId="urn:microsoft.com/office/officeart/2005/8/layout/vList5"/>
    <dgm:cxn modelId="{E1445AF9-AC70-4316-9628-AF9526A64DF6}" type="presParOf" srcId="{9E33BD76-20ED-4B84-A248-5AFF3D5A28E4}" destId="{3509D7A4-353D-4EB1-8F92-3191989EEB8A}" srcOrd="1" destOrd="0" presId="urn:microsoft.com/office/officeart/2005/8/layout/vList5"/>
    <dgm:cxn modelId="{10554520-88CF-493A-99DA-DA1ACD09FF54}" type="presParOf" srcId="{9E33BD76-20ED-4B84-A248-5AFF3D5A28E4}" destId="{C0379300-8BA1-424E-8DCF-CF36CE265563}" srcOrd="2" destOrd="0" presId="urn:microsoft.com/office/officeart/2005/8/layout/vList5"/>
    <dgm:cxn modelId="{128E37C6-3AC2-46D8-9BAE-CCB15F5CAC44}" type="presParOf" srcId="{C0379300-8BA1-424E-8DCF-CF36CE265563}" destId="{02EDE981-D539-484F-8966-C873CDA0E394}" srcOrd="0" destOrd="0" presId="urn:microsoft.com/office/officeart/2005/8/layout/vList5"/>
    <dgm:cxn modelId="{D8CE1878-AEF7-4283-B2B2-71126312001C}" type="presParOf" srcId="{C0379300-8BA1-424E-8DCF-CF36CE265563}" destId="{6B9E6348-F3CF-466B-B8A6-09A90FEC1E49}" srcOrd="1" destOrd="0" presId="urn:microsoft.com/office/officeart/2005/8/layout/vList5"/>
    <dgm:cxn modelId="{15DE8EAA-E7F6-4C01-9018-8D7F65BF25B1}" type="presParOf" srcId="{9E33BD76-20ED-4B84-A248-5AFF3D5A28E4}" destId="{33145F1B-82F8-4883-BD86-E1FBE1F56714}" srcOrd="3" destOrd="0" presId="urn:microsoft.com/office/officeart/2005/8/layout/vList5"/>
    <dgm:cxn modelId="{5D0AC6B7-45FB-4C8B-9550-9186E83A262B}" type="presParOf" srcId="{9E33BD76-20ED-4B84-A248-5AFF3D5A28E4}" destId="{A74E1B08-9108-4486-AFCA-A873E619D2FE}" srcOrd="4" destOrd="0" presId="urn:microsoft.com/office/officeart/2005/8/layout/vList5"/>
    <dgm:cxn modelId="{A6529C30-8874-453B-B6F2-702817F67252}" type="presParOf" srcId="{A74E1B08-9108-4486-AFCA-A873E619D2FE}" destId="{7BE8944E-1CD5-41B0-82E0-AFDC3F96B672}" srcOrd="0" destOrd="0" presId="urn:microsoft.com/office/officeart/2005/8/layout/vList5"/>
    <dgm:cxn modelId="{A3176AC1-FEB8-42F2-A714-B617BFB30C25}" type="presParOf" srcId="{A74E1B08-9108-4486-AFCA-A873E619D2FE}" destId="{DB883D8B-5323-4AEB-A6E6-1095E7A639F6}"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B920C8-8C94-4920-8931-23C86C8B95C3}" type="doc">
      <dgm:prSet loTypeId="urn:microsoft.com/office/officeart/2005/8/layout/vList5" loCatId="list" qsTypeId="urn:microsoft.com/office/officeart/2005/8/quickstyle/simple1#11" qsCatId="simple" csTypeId="urn:microsoft.com/office/officeart/2005/8/colors/accent1_2#10" csCatId="accent1" phldr="1"/>
      <dgm:spPr/>
      <dgm:t>
        <a:bodyPr/>
        <a:lstStyle/>
        <a:p>
          <a:endParaRPr lang="zh-CN" altLang="en-US"/>
        </a:p>
      </dgm:t>
    </dgm:pt>
    <dgm:pt modelId="{89FD8518-1C01-4B1A-A6FC-9D5764F099CE}">
      <dgm:prSet phldrT="[文本]"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72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项目文档交接</a:t>
          </a:r>
        </a:p>
      </dgm:t>
    </dgm:pt>
    <dgm:pt modelId="{B19FE9E5-D16D-4242-91C7-1099C2D18DE9}" type="parTrans" cxnId="{321B60C0-03EB-4A2A-BA9E-90EF2EB28935}">
      <dgm:prSet/>
      <dgm:spPr/>
      <dgm:t>
        <a:bodyPr/>
        <a:lstStyle/>
        <a:p>
          <a:endParaRPr lang="zh-CN" altLang="en-US"/>
        </a:p>
      </dgm:t>
    </dgm:pt>
    <dgm:pt modelId="{36C18CBD-EEFA-4B86-BF09-65A1D095208B}" type="sibTrans" cxnId="{321B60C0-03EB-4A2A-BA9E-90EF2EB28935}">
      <dgm:prSet/>
      <dgm:spPr/>
      <dgm:t>
        <a:bodyPr/>
        <a:lstStyle/>
        <a:p>
          <a:endParaRPr lang="zh-CN" altLang="en-US"/>
        </a:p>
      </dgm:t>
    </dgm:pt>
    <dgm:pt modelId="{E00BFC38-19DD-41D9-8771-2D6656E5258F}">
      <dgm:prSet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72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项目验收会</a:t>
          </a:r>
        </a:p>
      </dgm:t>
    </dgm:pt>
    <dgm:pt modelId="{F0A830FB-A24D-439D-99BF-0D5A71E60B6B}" type="parTrans" cxnId="{E751EB20-C293-4A93-B14A-DA166F641C7E}">
      <dgm:prSet/>
      <dgm:spPr/>
      <dgm:t>
        <a:bodyPr/>
        <a:lstStyle/>
        <a:p>
          <a:endParaRPr lang="zh-CN" altLang="en-US"/>
        </a:p>
      </dgm:t>
    </dgm:pt>
    <dgm:pt modelId="{63BC9FBD-998B-43E8-9F31-B8619783C81D}" type="sibTrans" cxnId="{E751EB20-C293-4A93-B14A-DA166F641C7E}">
      <dgm:prSet/>
      <dgm:spPr/>
      <dgm:t>
        <a:bodyPr/>
        <a:lstStyle/>
        <a:p>
          <a:endParaRPr lang="zh-CN" altLang="en-US"/>
        </a:p>
      </dgm:t>
    </dgm:pt>
    <dgm:pt modelId="{491E60BC-879F-4BE0-A014-2F9EF764DB3F}">
      <dgm:prSet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72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项目验收报告</a:t>
          </a:r>
        </a:p>
      </dgm:t>
    </dgm:pt>
    <dgm:pt modelId="{916394A7-599B-478E-8DC3-D678AFA05B52}" type="parTrans" cxnId="{918939AC-43A6-4819-A3DB-8605AD44F4F1}">
      <dgm:prSet/>
      <dgm:spPr/>
      <dgm:t>
        <a:bodyPr/>
        <a:lstStyle/>
        <a:p>
          <a:endParaRPr lang="zh-CN" altLang="en-US"/>
        </a:p>
      </dgm:t>
    </dgm:pt>
    <dgm:pt modelId="{BC64DD73-29DD-423D-9C77-CAB8DF962898}" type="sibTrans" cxnId="{918939AC-43A6-4819-A3DB-8605AD44F4F1}">
      <dgm:prSet/>
      <dgm:spPr/>
      <dgm:t>
        <a:bodyPr/>
        <a:lstStyle/>
        <a:p>
          <a:endParaRPr lang="zh-CN" altLang="en-US"/>
        </a:p>
      </dgm:t>
    </dgm:pt>
    <dgm:pt modelId="{A5359E20-E891-4406-AE83-1F6DB088CCB9}">
      <dgm:prSet phldrT="[文本]" custT="1"/>
      <dgm:spPr>
        <a:solidFill>
          <a:schemeClr val="tx1">
            <a:lumMod val="65000"/>
            <a:lumOff val="35000"/>
          </a:schemeClr>
        </a:solidFill>
      </dgm:spPr>
      <dgm:t>
        <a:bodyPr/>
        <a:lstStyle/>
        <a:p>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交接验收</a:t>
          </a:r>
        </a:p>
      </dgm:t>
    </dgm:pt>
    <dgm:pt modelId="{A4CC9E39-A625-4DED-A012-405FA19689C1}" type="parTrans" cxnId="{768B58D9-5BE6-45FD-822E-B3840ECBD237}">
      <dgm:prSet/>
      <dgm:spPr/>
      <dgm:t>
        <a:bodyPr/>
        <a:lstStyle/>
        <a:p>
          <a:endParaRPr lang="zh-CN" altLang="en-US"/>
        </a:p>
      </dgm:t>
    </dgm:pt>
    <dgm:pt modelId="{4E9F210D-BEE3-4927-A3DD-C4A9117FC43A}" type="sibTrans" cxnId="{768B58D9-5BE6-45FD-822E-B3840ECBD237}">
      <dgm:prSet/>
      <dgm:spPr/>
      <dgm:t>
        <a:bodyPr/>
        <a:lstStyle/>
        <a:p>
          <a:endParaRPr lang="zh-CN" altLang="en-US"/>
        </a:p>
      </dgm:t>
    </dgm:pt>
    <dgm:pt modelId="{E956E2FA-B533-49EC-81E0-10ED7CD8A3AB}">
      <dgm:prSet custT="1"/>
      <dgm:spPr>
        <a:solidFill>
          <a:schemeClr val="tx1">
            <a:lumMod val="65000"/>
            <a:lumOff val="35000"/>
          </a:schemeClr>
        </a:solidFill>
      </dgm:spPr>
      <dgm:t>
        <a:bodyPr/>
        <a:lstStyle/>
        <a:p>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运行维护</a:t>
          </a:r>
          <a:endParaRPr lang="zh-CN" altLang="zh-CN" sz="1200" b="1" dirty="0">
            <a:latin typeface="微软雅黑 Light" panose="020B0502040204020203" pitchFamily="34" charset="-122"/>
            <a:ea typeface="微软雅黑" panose="020B0503020204020204" pitchFamily="34" charset="-122"/>
            <a:sym typeface="微软雅黑 Light" panose="020B0502040204020203" pitchFamily="34" charset="-122"/>
          </a:endParaRPr>
        </a:p>
      </dgm:t>
    </dgm:pt>
    <dgm:pt modelId="{87F27CC2-F041-47F6-A0DE-AC0C53EDB139}" type="parTrans" cxnId="{121560F0-D944-4819-B7F1-04B6F6352FCB}">
      <dgm:prSet/>
      <dgm:spPr/>
      <dgm:t>
        <a:bodyPr/>
        <a:lstStyle/>
        <a:p>
          <a:endParaRPr lang="zh-CN" altLang="en-US"/>
        </a:p>
      </dgm:t>
    </dgm:pt>
    <dgm:pt modelId="{627ED4E3-90E4-439D-832F-5CAB52DE48C9}" type="sibTrans" cxnId="{121560F0-D944-4819-B7F1-04B6F6352FCB}">
      <dgm:prSet/>
      <dgm:spPr/>
      <dgm:t>
        <a:bodyPr/>
        <a:lstStyle/>
        <a:p>
          <a:endParaRPr lang="zh-CN" altLang="en-US"/>
        </a:p>
      </dgm:t>
    </dgm:pt>
    <dgm:pt modelId="{144B228E-0E6D-463A-9894-E2836354C382}">
      <dgm:prSet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72000" tIns="72000" rIns="72000" bIns="72000" numCol="1" spcCol="1270" anchor="ctr" anchorCtr="0"/>
        <a:lstStyle/>
        <a:p>
          <a:pPr marL="0" lvl="1" indent="-57150" algn="l" defTabSz="355600">
            <a:lnSpc>
              <a:spcPct val="100000"/>
            </a:lnSpc>
            <a:spcBef>
              <a:spcPct val="0"/>
            </a:spcBef>
            <a:spcAft>
              <a:spcPts val="0"/>
            </a:spcAft>
            <a:buChar char="•"/>
          </a:pPr>
          <a:r>
            <a:rPr lang="zh-CN" altLang="zh-CN"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实施转</a:t>
          </a: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接</a:t>
          </a:r>
          <a:endParaRPr lang="zh-CN" altLang="zh-CN"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dgm:t>
    </dgm:pt>
    <dgm:pt modelId="{DE8E4AF5-B354-49B1-97A5-F6C4CB0D947A}" type="parTrans" cxnId="{64ACCD49-07B8-40CE-A462-7C7F44D950D5}">
      <dgm:prSet/>
      <dgm:spPr/>
      <dgm:t>
        <a:bodyPr/>
        <a:lstStyle/>
        <a:p>
          <a:endParaRPr lang="zh-CN" altLang="en-US"/>
        </a:p>
      </dgm:t>
    </dgm:pt>
    <dgm:pt modelId="{495A1F8D-E98F-4B5F-8A47-FA2DA2F2FFBF}" type="sibTrans" cxnId="{64ACCD49-07B8-40CE-A462-7C7F44D950D5}">
      <dgm:prSet/>
      <dgm:spPr/>
      <dgm:t>
        <a:bodyPr/>
        <a:lstStyle/>
        <a:p>
          <a:endParaRPr lang="zh-CN" altLang="en-US"/>
        </a:p>
      </dgm:t>
    </dgm:pt>
    <dgm:pt modelId="{D9FB980B-D383-684E-8E33-829AAE26BF89}">
      <dgm:prSet custT="1"/>
      <dgm:spPr>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gm:spPr>
      <dgm:t>
        <a:bodyPr spcFirstLastPara="0" vert="horz" wrap="square" lIns="72000" tIns="72000" rIns="72000" bIns="72000" numCol="1" spcCol="1270" anchor="ctr" anchorCtr="0"/>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运维</a:t>
          </a:r>
          <a:r>
            <a:rPr lang="zh-CN" altLang="zh-CN"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服务</a:t>
          </a:r>
        </a:p>
      </dgm:t>
    </dgm:pt>
    <dgm:pt modelId="{B3B5389A-B12D-F442-B66E-3BFA4A16CD45}" type="parTrans" cxnId="{E5F7D006-1948-4843-8CA0-4E9489DA76B9}">
      <dgm:prSet/>
      <dgm:spPr/>
      <dgm:t>
        <a:bodyPr/>
        <a:lstStyle/>
        <a:p>
          <a:endParaRPr lang="zh-CN" altLang="en-US"/>
        </a:p>
      </dgm:t>
    </dgm:pt>
    <dgm:pt modelId="{57AFCB39-1084-C845-805D-9B6BC9FA88EC}" type="sibTrans" cxnId="{E5F7D006-1948-4843-8CA0-4E9489DA76B9}">
      <dgm:prSet/>
      <dgm:spPr/>
      <dgm:t>
        <a:bodyPr/>
        <a:lstStyle/>
        <a:p>
          <a:endParaRPr lang="zh-CN" altLang="en-US"/>
        </a:p>
      </dgm:t>
    </dgm:pt>
    <dgm:pt modelId="{9E33BD76-20ED-4B84-A248-5AFF3D5A28E4}" type="pres">
      <dgm:prSet presAssocID="{ADB920C8-8C94-4920-8931-23C86C8B95C3}" presName="Name0" presStyleCnt="0">
        <dgm:presLayoutVars>
          <dgm:dir/>
          <dgm:animLvl val="lvl"/>
          <dgm:resizeHandles val="exact"/>
        </dgm:presLayoutVars>
      </dgm:prSet>
      <dgm:spPr/>
    </dgm:pt>
    <dgm:pt modelId="{5BD08DE8-1C1F-493B-99A2-6D3456F883AE}" type="pres">
      <dgm:prSet presAssocID="{A5359E20-E891-4406-AE83-1F6DB088CCB9}" presName="linNode" presStyleCnt="0"/>
      <dgm:spPr/>
    </dgm:pt>
    <dgm:pt modelId="{E325C1A5-FAD7-4B6A-8EF5-0D46AB0C16A5}" type="pres">
      <dgm:prSet presAssocID="{A5359E20-E891-4406-AE83-1F6DB088CCB9}" presName="parentText" presStyleLbl="node1" presStyleIdx="0" presStyleCnt="2" custScaleX="48866" custScaleY="79673" custLinFactNeighborX="-12" custLinFactNeighborY="-2473">
        <dgm:presLayoutVars>
          <dgm:chMax val="1"/>
          <dgm:bulletEnabled val="1"/>
        </dgm:presLayoutVars>
      </dgm:prSet>
      <dgm:spPr/>
    </dgm:pt>
    <dgm:pt modelId="{A3E3A190-3207-4797-BAD4-56486B5677E6}" type="pres">
      <dgm:prSet presAssocID="{A5359E20-E891-4406-AE83-1F6DB088CCB9}" presName="descendantText" presStyleLbl="alignAccFollowNode1" presStyleIdx="0" presStyleCnt="2" custScaleX="128889">
        <dgm:presLayoutVars>
          <dgm:bulletEnabled val="1"/>
        </dgm:presLayoutVars>
      </dgm:prSet>
      <dgm:spPr>
        <a:xfrm rot="5400000">
          <a:off x="50059" y="185935"/>
          <a:ext cx="1474988" cy="1103997"/>
        </a:xfrm>
        <a:prstGeom prst="rect">
          <a:avLst/>
        </a:prstGeom>
      </dgm:spPr>
    </dgm:pt>
    <dgm:pt modelId="{D868B854-9E3B-4968-94A8-567BEF1E8845}" type="pres">
      <dgm:prSet presAssocID="{4E9F210D-BEE3-4927-A3DD-C4A9117FC43A}" presName="sp" presStyleCnt="0"/>
      <dgm:spPr/>
    </dgm:pt>
    <dgm:pt modelId="{A48FC31C-AC41-4D69-8C12-1E45F798F434}" type="pres">
      <dgm:prSet presAssocID="{E956E2FA-B533-49EC-81E0-10ED7CD8A3AB}" presName="linNode" presStyleCnt="0"/>
      <dgm:spPr/>
    </dgm:pt>
    <dgm:pt modelId="{75E78E57-F865-45F1-A654-83ED87FEA15E}" type="pres">
      <dgm:prSet presAssocID="{E956E2FA-B533-49EC-81E0-10ED7CD8A3AB}" presName="parentText" presStyleLbl="node1" presStyleIdx="1" presStyleCnt="2" custScaleX="46213" custScaleY="70642" custLinFactNeighborX="1049" custLinFactNeighborY="4898">
        <dgm:presLayoutVars>
          <dgm:chMax val="1"/>
          <dgm:bulletEnabled val="1"/>
        </dgm:presLayoutVars>
      </dgm:prSet>
      <dgm:spPr/>
    </dgm:pt>
    <dgm:pt modelId="{BCACEA37-7C7A-48C4-9321-2A2DF1571FC9}" type="pres">
      <dgm:prSet presAssocID="{E956E2FA-B533-49EC-81E0-10ED7CD8A3AB}" presName="descendantText" presStyleLbl="alignAccFollowNode1" presStyleIdx="1" presStyleCnt="2" custScaleX="128889" custScaleY="88456" custLinFactNeighborX="2405" custLinFactNeighborY="779">
        <dgm:presLayoutVars>
          <dgm:bulletEnabled val="1"/>
        </dgm:presLayoutVars>
      </dgm:prSet>
      <dgm:spPr>
        <a:xfrm rot="5400000">
          <a:off x="131664" y="3255320"/>
          <a:ext cx="1310925" cy="1105076"/>
        </a:xfrm>
        <a:prstGeom prst="rect">
          <a:avLst/>
        </a:prstGeom>
      </dgm:spPr>
    </dgm:pt>
  </dgm:ptLst>
  <dgm:cxnLst>
    <dgm:cxn modelId="{E5F7D006-1948-4843-8CA0-4E9489DA76B9}" srcId="{E956E2FA-B533-49EC-81E0-10ED7CD8A3AB}" destId="{D9FB980B-D383-684E-8E33-829AAE26BF89}" srcOrd="1" destOrd="0" parTransId="{B3B5389A-B12D-F442-B66E-3BFA4A16CD45}" sibTransId="{57AFCB39-1084-C845-805D-9B6BC9FA88EC}"/>
    <dgm:cxn modelId="{CDA72C17-6E09-460A-A0A9-1871E69FF289}" type="presOf" srcId="{144B228E-0E6D-463A-9894-E2836354C382}" destId="{BCACEA37-7C7A-48C4-9321-2A2DF1571FC9}" srcOrd="0" destOrd="0" presId="urn:microsoft.com/office/officeart/2005/8/layout/vList5"/>
    <dgm:cxn modelId="{CBEA7320-0176-45F7-8EE5-FEC48FA0A2E5}" type="presOf" srcId="{491E60BC-879F-4BE0-A014-2F9EF764DB3F}" destId="{A3E3A190-3207-4797-BAD4-56486B5677E6}" srcOrd="0" destOrd="2" presId="urn:microsoft.com/office/officeart/2005/8/layout/vList5"/>
    <dgm:cxn modelId="{E751EB20-C293-4A93-B14A-DA166F641C7E}" srcId="{A5359E20-E891-4406-AE83-1F6DB088CCB9}" destId="{E00BFC38-19DD-41D9-8771-2D6656E5258F}" srcOrd="1" destOrd="0" parTransId="{F0A830FB-A24D-439D-99BF-0D5A71E60B6B}" sibTransId="{63BC9FBD-998B-43E8-9F31-B8619783C81D}"/>
    <dgm:cxn modelId="{25D23E30-5EF3-4545-BEA5-AFD2866947E4}" type="presOf" srcId="{E00BFC38-19DD-41D9-8771-2D6656E5258F}" destId="{A3E3A190-3207-4797-BAD4-56486B5677E6}" srcOrd="0" destOrd="1" presId="urn:microsoft.com/office/officeart/2005/8/layout/vList5"/>
    <dgm:cxn modelId="{72757766-E92C-4A09-A8DA-E100FE48A5C0}" type="presOf" srcId="{E956E2FA-B533-49EC-81E0-10ED7CD8A3AB}" destId="{75E78E57-F865-45F1-A654-83ED87FEA15E}" srcOrd="0" destOrd="0" presId="urn:microsoft.com/office/officeart/2005/8/layout/vList5"/>
    <dgm:cxn modelId="{64ACCD49-07B8-40CE-A462-7C7F44D950D5}" srcId="{E956E2FA-B533-49EC-81E0-10ED7CD8A3AB}" destId="{144B228E-0E6D-463A-9894-E2836354C382}" srcOrd="0" destOrd="0" parTransId="{DE8E4AF5-B354-49B1-97A5-F6C4CB0D947A}" sibTransId="{495A1F8D-E98F-4B5F-8A47-FA2DA2F2FFBF}"/>
    <dgm:cxn modelId="{73E74B51-A27A-4F5D-82EB-E549668487D3}" type="presOf" srcId="{A5359E20-E891-4406-AE83-1F6DB088CCB9}" destId="{E325C1A5-FAD7-4B6A-8EF5-0D46AB0C16A5}" srcOrd="0" destOrd="0" presId="urn:microsoft.com/office/officeart/2005/8/layout/vList5"/>
    <dgm:cxn modelId="{DAB65792-8857-4D82-A3AD-FE0F69B64BA5}" type="presOf" srcId="{ADB920C8-8C94-4920-8931-23C86C8B95C3}" destId="{9E33BD76-20ED-4B84-A248-5AFF3D5A28E4}" srcOrd="0" destOrd="0" presId="urn:microsoft.com/office/officeart/2005/8/layout/vList5"/>
    <dgm:cxn modelId="{16D75994-BF3A-4D60-8ACC-A318CABD4F61}" type="presOf" srcId="{89FD8518-1C01-4B1A-A6FC-9D5764F099CE}" destId="{A3E3A190-3207-4797-BAD4-56486B5677E6}" srcOrd="0" destOrd="0" presId="urn:microsoft.com/office/officeart/2005/8/layout/vList5"/>
    <dgm:cxn modelId="{918939AC-43A6-4819-A3DB-8605AD44F4F1}" srcId="{A5359E20-E891-4406-AE83-1F6DB088CCB9}" destId="{491E60BC-879F-4BE0-A014-2F9EF764DB3F}" srcOrd="2" destOrd="0" parTransId="{916394A7-599B-478E-8DC3-D678AFA05B52}" sibTransId="{BC64DD73-29DD-423D-9C77-CAB8DF962898}"/>
    <dgm:cxn modelId="{B6ABC8B7-EC6F-4CF8-ACE6-4D9410AE38A2}" type="presOf" srcId="{D9FB980B-D383-684E-8E33-829AAE26BF89}" destId="{BCACEA37-7C7A-48C4-9321-2A2DF1571FC9}" srcOrd="0" destOrd="1" presId="urn:microsoft.com/office/officeart/2005/8/layout/vList5"/>
    <dgm:cxn modelId="{321B60C0-03EB-4A2A-BA9E-90EF2EB28935}" srcId="{A5359E20-E891-4406-AE83-1F6DB088CCB9}" destId="{89FD8518-1C01-4B1A-A6FC-9D5764F099CE}" srcOrd="0" destOrd="0" parTransId="{B19FE9E5-D16D-4242-91C7-1099C2D18DE9}" sibTransId="{36C18CBD-EEFA-4B86-BF09-65A1D095208B}"/>
    <dgm:cxn modelId="{768B58D9-5BE6-45FD-822E-B3840ECBD237}" srcId="{ADB920C8-8C94-4920-8931-23C86C8B95C3}" destId="{A5359E20-E891-4406-AE83-1F6DB088CCB9}" srcOrd="0" destOrd="0" parTransId="{A4CC9E39-A625-4DED-A012-405FA19689C1}" sibTransId="{4E9F210D-BEE3-4927-A3DD-C4A9117FC43A}"/>
    <dgm:cxn modelId="{121560F0-D944-4819-B7F1-04B6F6352FCB}" srcId="{ADB920C8-8C94-4920-8931-23C86C8B95C3}" destId="{E956E2FA-B533-49EC-81E0-10ED7CD8A3AB}" srcOrd="1" destOrd="0" parTransId="{87F27CC2-F041-47F6-A0DE-AC0C53EDB139}" sibTransId="{627ED4E3-90E4-439D-832F-5CAB52DE48C9}"/>
    <dgm:cxn modelId="{568D99AF-690B-463F-ADD6-C0BA6176BB75}" type="presParOf" srcId="{9E33BD76-20ED-4B84-A248-5AFF3D5A28E4}" destId="{5BD08DE8-1C1F-493B-99A2-6D3456F883AE}" srcOrd="0" destOrd="0" presId="urn:microsoft.com/office/officeart/2005/8/layout/vList5"/>
    <dgm:cxn modelId="{B2692216-6F90-4BD9-B665-0CFBA55A9DBF}" type="presParOf" srcId="{5BD08DE8-1C1F-493B-99A2-6D3456F883AE}" destId="{E325C1A5-FAD7-4B6A-8EF5-0D46AB0C16A5}" srcOrd="0" destOrd="0" presId="urn:microsoft.com/office/officeart/2005/8/layout/vList5"/>
    <dgm:cxn modelId="{67C446E7-B8DA-4DE4-BD4F-6EA5EF6EB385}" type="presParOf" srcId="{5BD08DE8-1C1F-493B-99A2-6D3456F883AE}" destId="{A3E3A190-3207-4797-BAD4-56486B5677E6}" srcOrd="1" destOrd="0" presId="urn:microsoft.com/office/officeart/2005/8/layout/vList5"/>
    <dgm:cxn modelId="{BD920287-A45C-4199-A4C6-AB044E134824}" type="presParOf" srcId="{9E33BD76-20ED-4B84-A248-5AFF3D5A28E4}" destId="{D868B854-9E3B-4968-94A8-567BEF1E8845}" srcOrd="1" destOrd="0" presId="urn:microsoft.com/office/officeart/2005/8/layout/vList5"/>
    <dgm:cxn modelId="{80D88020-9688-40C1-AF31-DA9F507E755A}" type="presParOf" srcId="{9E33BD76-20ED-4B84-A248-5AFF3D5A28E4}" destId="{A48FC31C-AC41-4D69-8C12-1E45F798F434}" srcOrd="2" destOrd="0" presId="urn:microsoft.com/office/officeart/2005/8/layout/vList5"/>
    <dgm:cxn modelId="{717E3BAF-0E85-470D-B0A9-49C31F958287}" type="presParOf" srcId="{A48FC31C-AC41-4D69-8C12-1E45F798F434}" destId="{75E78E57-F865-45F1-A654-83ED87FEA15E}" srcOrd="0" destOrd="0" presId="urn:microsoft.com/office/officeart/2005/8/layout/vList5"/>
    <dgm:cxn modelId="{56F29DAB-BBC5-4F72-85B9-4363BCB7DD44}" type="presParOf" srcId="{A48FC31C-AC41-4D69-8C12-1E45F798F434}" destId="{BCACEA37-7C7A-48C4-9321-2A2DF1571FC9}" srcOrd="1" destOrd="0" presId="urn:microsoft.com/office/officeart/2005/8/layout/vList5"/>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0ADAB-D0D0-4549-894F-BF0DBCFBFE28}">
      <dsp:nvSpPr>
        <dsp:cNvPr id="0" name=""/>
        <dsp:cNvSpPr/>
      </dsp:nvSpPr>
      <dsp:spPr>
        <a:xfrm>
          <a:off x="10621192" y="1149347"/>
          <a:ext cx="139677" cy="3786003"/>
        </a:xfrm>
        <a:custGeom>
          <a:avLst/>
          <a:gdLst/>
          <a:ahLst/>
          <a:cxnLst/>
          <a:rect l="0" t="0" r="0" b="0"/>
          <a:pathLst>
            <a:path>
              <a:moveTo>
                <a:pt x="0" y="0"/>
              </a:moveTo>
              <a:lnTo>
                <a:pt x="0" y="3786003"/>
              </a:lnTo>
              <a:lnTo>
                <a:pt x="139677" y="378600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3B4EAF-5ACF-4A4C-90B1-58587FB39DDD}">
      <dsp:nvSpPr>
        <dsp:cNvPr id="0" name=""/>
        <dsp:cNvSpPr/>
      </dsp:nvSpPr>
      <dsp:spPr>
        <a:xfrm>
          <a:off x="10621192" y="1149347"/>
          <a:ext cx="139677" cy="3348208"/>
        </a:xfrm>
        <a:custGeom>
          <a:avLst/>
          <a:gdLst/>
          <a:ahLst/>
          <a:cxnLst/>
          <a:rect l="0" t="0" r="0" b="0"/>
          <a:pathLst>
            <a:path>
              <a:moveTo>
                <a:pt x="0" y="0"/>
              </a:moveTo>
              <a:lnTo>
                <a:pt x="0" y="3348208"/>
              </a:lnTo>
              <a:lnTo>
                <a:pt x="139677" y="334820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81857C-9469-497D-8551-52B06804ACF6}">
      <dsp:nvSpPr>
        <dsp:cNvPr id="0" name=""/>
        <dsp:cNvSpPr/>
      </dsp:nvSpPr>
      <dsp:spPr>
        <a:xfrm>
          <a:off x="10621192" y="1149347"/>
          <a:ext cx="139677" cy="2910412"/>
        </a:xfrm>
        <a:custGeom>
          <a:avLst/>
          <a:gdLst/>
          <a:ahLst/>
          <a:cxnLst/>
          <a:rect l="0" t="0" r="0" b="0"/>
          <a:pathLst>
            <a:path>
              <a:moveTo>
                <a:pt x="0" y="0"/>
              </a:moveTo>
              <a:lnTo>
                <a:pt x="0" y="2910412"/>
              </a:lnTo>
              <a:lnTo>
                <a:pt x="139677" y="29104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72CF0F-5DE4-4F80-B2F6-5CAE6CE1DD38}">
      <dsp:nvSpPr>
        <dsp:cNvPr id="0" name=""/>
        <dsp:cNvSpPr/>
      </dsp:nvSpPr>
      <dsp:spPr>
        <a:xfrm>
          <a:off x="10621192" y="1149347"/>
          <a:ext cx="139677" cy="2472617"/>
        </a:xfrm>
        <a:custGeom>
          <a:avLst/>
          <a:gdLst/>
          <a:ahLst/>
          <a:cxnLst/>
          <a:rect l="0" t="0" r="0" b="0"/>
          <a:pathLst>
            <a:path>
              <a:moveTo>
                <a:pt x="0" y="0"/>
              </a:moveTo>
              <a:lnTo>
                <a:pt x="0" y="2472617"/>
              </a:lnTo>
              <a:lnTo>
                <a:pt x="139677" y="247261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3FFB2C-3A0E-420A-9BC2-4BDCC0893976}">
      <dsp:nvSpPr>
        <dsp:cNvPr id="0" name=""/>
        <dsp:cNvSpPr/>
      </dsp:nvSpPr>
      <dsp:spPr>
        <a:xfrm>
          <a:off x="10621192" y="1149347"/>
          <a:ext cx="139677" cy="2034822"/>
        </a:xfrm>
        <a:custGeom>
          <a:avLst/>
          <a:gdLst/>
          <a:ahLst/>
          <a:cxnLst/>
          <a:rect l="0" t="0" r="0" b="0"/>
          <a:pathLst>
            <a:path>
              <a:moveTo>
                <a:pt x="0" y="0"/>
              </a:moveTo>
              <a:lnTo>
                <a:pt x="0" y="2034822"/>
              </a:lnTo>
              <a:lnTo>
                <a:pt x="139677" y="20348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78D4DE-AFE5-4EFE-BF8F-679061CF0B06}">
      <dsp:nvSpPr>
        <dsp:cNvPr id="0" name=""/>
        <dsp:cNvSpPr/>
      </dsp:nvSpPr>
      <dsp:spPr>
        <a:xfrm>
          <a:off x="10621192" y="1149347"/>
          <a:ext cx="139677" cy="1597027"/>
        </a:xfrm>
        <a:custGeom>
          <a:avLst/>
          <a:gdLst/>
          <a:ahLst/>
          <a:cxnLst/>
          <a:rect l="0" t="0" r="0" b="0"/>
          <a:pathLst>
            <a:path>
              <a:moveTo>
                <a:pt x="0" y="0"/>
              </a:moveTo>
              <a:lnTo>
                <a:pt x="0" y="1597027"/>
              </a:lnTo>
              <a:lnTo>
                <a:pt x="139677"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A6FC85-3287-401C-A7CB-CB01C668A7FC}">
      <dsp:nvSpPr>
        <dsp:cNvPr id="0" name=""/>
        <dsp:cNvSpPr/>
      </dsp:nvSpPr>
      <dsp:spPr>
        <a:xfrm>
          <a:off x="10621192" y="1149347"/>
          <a:ext cx="139677" cy="1159232"/>
        </a:xfrm>
        <a:custGeom>
          <a:avLst/>
          <a:gdLst/>
          <a:ahLst/>
          <a:cxnLst/>
          <a:rect l="0" t="0" r="0" b="0"/>
          <a:pathLst>
            <a:path>
              <a:moveTo>
                <a:pt x="0" y="0"/>
              </a:moveTo>
              <a:lnTo>
                <a:pt x="0" y="1159232"/>
              </a:lnTo>
              <a:lnTo>
                <a:pt x="139677"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F887CC-82E9-4016-8CF7-D761FDE73E68}">
      <dsp:nvSpPr>
        <dsp:cNvPr id="0" name=""/>
        <dsp:cNvSpPr/>
      </dsp:nvSpPr>
      <dsp:spPr>
        <a:xfrm>
          <a:off x="10621192" y="1149347"/>
          <a:ext cx="152644" cy="721437"/>
        </a:xfrm>
        <a:custGeom>
          <a:avLst/>
          <a:gdLst/>
          <a:ahLst/>
          <a:cxnLst/>
          <a:rect l="0" t="0" r="0" b="0"/>
          <a:pathLst>
            <a:path>
              <a:moveTo>
                <a:pt x="0" y="0"/>
              </a:moveTo>
              <a:lnTo>
                <a:pt x="0" y="721437"/>
              </a:lnTo>
              <a:lnTo>
                <a:pt x="152644"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4736D6-1144-4E86-9A7B-D5F0EA39D5ED}">
      <dsp:nvSpPr>
        <dsp:cNvPr id="0" name=""/>
        <dsp:cNvSpPr/>
      </dsp:nvSpPr>
      <dsp:spPr>
        <a:xfrm>
          <a:off x="10621192" y="1149347"/>
          <a:ext cx="139677" cy="283641"/>
        </a:xfrm>
        <a:custGeom>
          <a:avLst/>
          <a:gdLst/>
          <a:ahLst/>
          <a:cxnLst/>
          <a:rect l="0" t="0" r="0" b="0"/>
          <a:pathLst>
            <a:path>
              <a:moveTo>
                <a:pt x="0" y="0"/>
              </a:moveTo>
              <a:lnTo>
                <a:pt x="0" y="283641"/>
              </a:lnTo>
              <a:lnTo>
                <a:pt x="139677"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1892C9-F688-42E6-9753-1A0C8490D40B}">
      <dsp:nvSpPr>
        <dsp:cNvPr id="0" name=""/>
        <dsp:cNvSpPr/>
      </dsp:nvSpPr>
      <dsp:spPr>
        <a:xfrm>
          <a:off x="6437960" y="711552"/>
          <a:ext cx="4555705" cy="129488"/>
        </a:xfrm>
        <a:custGeom>
          <a:avLst/>
          <a:gdLst/>
          <a:ahLst/>
          <a:cxnLst/>
          <a:rect l="0" t="0" r="0" b="0"/>
          <a:pathLst>
            <a:path>
              <a:moveTo>
                <a:pt x="0" y="0"/>
              </a:moveTo>
              <a:lnTo>
                <a:pt x="0" y="64744"/>
              </a:lnTo>
              <a:lnTo>
                <a:pt x="4555705" y="64744"/>
              </a:lnTo>
              <a:lnTo>
                <a:pt x="4555705"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9F8536-54CC-4BF1-A961-1B4B9A7BD97F}">
      <dsp:nvSpPr>
        <dsp:cNvPr id="0" name=""/>
        <dsp:cNvSpPr/>
      </dsp:nvSpPr>
      <dsp:spPr>
        <a:xfrm>
          <a:off x="9456943" y="1149347"/>
          <a:ext cx="156940" cy="1597027"/>
        </a:xfrm>
        <a:custGeom>
          <a:avLst/>
          <a:gdLst/>
          <a:ahLst/>
          <a:cxnLst/>
          <a:rect l="0" t="0" r="0" b="0"/>
          <a:pathLst>
            <a:path>
              <a:moveTo>
                <a:pt x="0" y="0"/>
              </a:moveTo>
              <a:lnTo>
                <a:pt x="0" y="1597027"/>
              </a:lnTo>
              <a:lnTo>
                <a:pt x="156940"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3D1FE7-BD2D-4A32-AB85-53FED4B837BA}">
      <dsp:nvSpPr>
        <dsp:cNvPr id="0" name=""/>
        <dsp:cNvSpPr/>
      </dsp:nvSpPr>
      <dsp:spPr>
        <a:xfrm>
          <a:off x="9456943" y="1149347"/>
          <a:ext cx="156940" cy="1159232"/>
        </a:xfrm>
        <a:custGeom>
          <a:avLst/>
          <a:gdLst/>
          <a:ahLst/>
          <a:cxnLst/>
          <a:rect l="0" t="0" r="0" b="0"/>
          <a:pathLst>
            <a:path>
              <a:moveTo>
                <a:pt x="0" y="0"/>
              </a:moveTo>
              <a:lnTo>
                <a:pt x="0" y="1159232"/>
              </a:lnTo>
              <a:lnTo>
                <a:pt x="156940"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97230F-5EE3-42B0-96B8-A343C347794F}">
      <dsp:nvSpPr>
        <dsp:cNvPr id="0" name=""/>
        <dsp:cNvSpPr/>
      </dsp:nvSpPr>
      <dsp:spPr>
        <a:xfrm>
          <a:off x="9456943" y="1149347"/>
          <a:ext cx="156940" cy="721437"/>
        </a:xfrm>
        <a:custGeom>
          <a:avLst/>
          <a:gdLst/>
          <a:ahLst/>
          <a:cxnLst/>
          <a:rect l="0" t="0" r="0" b="0"/>
          <a:pathLst>
            <a:path>
              <a:moveTo>
                <a:pt x="0" y="0"/>
              </a:moveTo>
              <a:lnTo>
                <a:pt x="0" y="721437"/>
              </a:lnTo>
              <a:lnTo>
                <a:pt x="156940"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8E0262-AE5F-4444-840C-946176EE3E5E}">
      <dsp:nvSpPr>
        <dsp:cNvPr id="0" name=""/>
        <dsp:cNvSpPr/>
      </dsp:nvSpPr>
      <dsp:spPr>
        <a:xfrm>
          <a:off x="9456943" y="1149347"/>
          <a:ext cx="156940" cy="283641"/>
        </a:xfrm>
        <a:custGeom>
          <a:avLst/>
          <a:gdLst/>
          <a:ahLst/>
          <a:cxnLst/>
          <a:rect l="0" t="0" r="0" b="0"/>
          <a:pathLst>
            <a:path>
              <a:moveTo>
                <a:pt x="0" y="0"/>
              </a:moveTo>
              <a:lnTo>
                <a:pt x="0" y="283641"/>
              </a:lnTo>
              <a:lnTo>
                <a:pt x="156940"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E1D37A-53AC-4512-9BEC-341373987418}">
      <dsp:nvSpPr>
        <dsp:cNvPr id="0" name=""/>
        <dsp:cNvSpPr/>
      </dsp:nvSpPr>
      <dsp:spPr>
        <a:xfrm>
          <a:off x="6437960" y="711552"/>
          <a:ext cx="3437490" cy="129488"/>
        </a:xfrm>
        <a:custGeom>
          <a:avLst/>
          <a:gdLst/>
          <a:ahLst/>
          <a:cxnLst/>
          <a:rect l="0" t="0" r="0" b="0"/>
          <a:pathLst>
            <a:path>
              <a:moveTo>
                <a:pt x="0" y="0"/>
              </a:moveTo>
              <a:lnTo>
                <a:pt x="0" y="64744"/>
              </a:lnTo>
              <a:lnTo>
                <a:pt x="3437490" y="64744"/>
              </a:lnTo>
              <a:lnTo>
                <a:pt x="3437490"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F4AE74-26EE-4BC8-87D5-295719A38E3F}">
      <dsp:nvSpPr>
        <dsp:cNvPr id="0" name=""/>
        <dsp:cNvSpPr/>
      </dsp:nvSpPr>
      <dsp:spPr>
        <a:xfrm>
          <a:off x="8384762" y="1149347"/>
          <a:ext cx="139677" cy="283641"/>
        </a:xfrm>
        <a:custGeom>
          <a:avLst/>
          <a:gdLst/>
          <a:ahLst/>
          <a:cxnLst/>
          <a:rect l="0" t="0" r="0" b="0"/>
          <a:pathLst>
            <a:path>
              <a:moveTo>
                <a:pt x="0" y="0"/>
              </a:moveTo>
              <a:lnTo>
                <a:pt x="0" y="283641"/>
              </a:lnTo>
              <a:lnTo>
                <a:pt x="139677"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79A5ED-D261-4047-81BF-0099B47C78EA}">
      <dsp:nvSpPr>
        <dsp:cNvPr id="0" name=""/>
        <dsp:cNvSpPr/>
      </dsp:nvSpPr>
      <dsp:spPr>
        <a:xfrm>
          <a:off x="6437960" y="711552"/>
          <a:ext cx="2319275" cy="129488"/>
        </a:xfrm>
        <a:custGeom>
          <a:avLst/>
          <a:gdLst/>
          <a:ahLst/>
          <a:cxnLst/>
          <a:rect l="0" t="0" r="0" b="0"/>
          <a:pathLst>
            <a:path>
              <a:moveTo>
                <a:pt x="0" y="0"/>
              </a:moveTo>
              <a:lnTo>
                <a:pt x="0" y="64744"/>
              </a:lnTo>
              <a:lnTo>
                <a:pt x="2319275" y="64744"/>
              </a:lnTo>
              <a:lnTo>
                <a:pt x="2319275"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9AB08F-257C-4DE9-80C8-365C901C8C43}">
      <dsp:nvSpPr>
        <dsp:cNvPr id="0" name=""/>
        <dsp:cNvSpPr/>
      </dsp:nvSpPr>
      <dsp:spPr>
        <a:xfrm>
          <a:off x="7839999" y="1587142"/>
          <a:ext cx="92491" cy="1597027"/>
        </a:xfrm>
        <a:custGeom>
          <a:avLst/>
          <a:gdLst/>
          <a:ahLst/>
          <a:cxnLst/>
          <a:rect l="0" t="0" r="0" b="0"/>
          <a:pathLst>
            <a:path>
              <a:moveTo>
                <a:pt x="0" y="0"/>
              </a:moveTo>
              <a:lnTo>
                <a:pt x="0" y="1597027"/>
              </a:lnTo>
              <a:lnTo>
                <a:pt x="92491"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D0A6C4-582E-4083-97F9-CE83537205D2}">
      <dsp:nvSpPr>
        <dsp:cNvPr id="0" name=""/>
        <dsp:cNvSpPr/>
      </dsp:nvSpPr>
      <dsp:spPr>
        <a:xfrm>
          <a:off x="7839999" y="1587142"/>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8C6ED6-6825-4EAD-A276-ADD96254C8B3}">
      <dsp:nvSpPr>
        <dsp:cNvPr id="0" name=""/>
        <dsp:cNvSpPr/>
      </dsp:nvSpPr>
      <dsp:spPr>
        <a:xfrm>
          <a:off x="7839999" y="1587142"/>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F131C2-FE80-4A1E-A223-4B6D50033373}">
      <dsp:nvSpPr>
        <dsp:cNvPr id="0" name=""/>
        <dsp:cNvSpPr/>
      </dsp:nvSpPr>
      <dsp:spPr>
        <a:xfrm>
          <a:off x="7839999" y="1587142"/>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F4D583-32A8-49B6-AE98-B11F1F613F37}">
      <dsp:nvSpPr>
        <dsp:cNvPr id="0" name=""/>
        <dsp:cNvSpPr/>
      </dsp:nvSpPr>
      <dsp:spPr>
        <a:xfrm>
          <a:off x="6452438" y="1149347"/>
          <a:ext cx="1634206" cy="129488"/>
        </a:xfrm>
        <a:custGeom>
          <a:avLst/>
          <a:gdLst/>
          <a:ahLst/>
          <a:cxnLst/>
          <a:rect l="0" t="0" r="0" b="0"/>
          <a:pathLst>
            <a:path>
              <a:moveTo>
                <a:pt x="0" y="0"/>
              </a:moveTo>
              <a:lnTo>
                <a:pt x="0" y="64744"/>
              </a:lnTo>
              <a:lnTo>
                <a:pt x="1634206" y="64744"/>
              </a:lnTo>
              <a:lnTo>
                <a:pt x="1634206"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18A867-07E6-4C1E-A80E-035DF06C38D7}">
      <dsp:nvSpPr>
        <dsp:cNvPr id="0" name=""/>
        <dsp:cNvSpPr/>
      </dsp:nvSpPr>
      <dsp:spPr>
        <a:xfrm>
          <a:off x="6921869" y="2462733"/>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161A0B-A44A-491A-91BF-F9F918850178}">
      <dsp:nvSpPr>
        <dsp:cNvPr id="0" name=""/>
        <dsp:cNvSpPr/>
      </dsp:nvSpPr>
      <dsp:spPr>
        <a:xfrm>
          <a:off x="7122794" y="2024937"/>
          <a:ext cx="91440" cy="129488"/>
        </a:xfrm>
        <a:custGeom>
          <a:avLst/>
          <a:gdLst/>
          <a:ahLst/>
          <a:cxnLst/>
          <a:rect l="0" t="0" r="0" b="0"/>
          <a:pathLst>
            <a:path>
              <a:moveTo>
                <a:pt x="45720" y="0"/>
              </a:moveTo>
              <a:lnTo>
                <a:pt x="4572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E99A06-312A-4874-8D89-ABEB43DACD6C}">
      <dsp:nvSpPr>
        <dsp:cNvPr id="0" name=""/>
        <dsp:cNvSpPr/>
      </dsp:nvSpPr>
      <dsp:spPr>
        <a:xfrm>
          <a:off x="6718386" y="1587142"/>
          <a:ext cx="450127" cy="129488"/>
        </a:xfrm>
        <a:custGeom>
          <a:avLst/>
          <a:gdLst/>
          <a:ahLst/>
          <a:cxnLst/>
          <a:rect l="0" t="0" r="0" b="0"/>
          <a:pathLst>
            <a:path>
              <a:moveTo>
                <a:pt x="0" y="0"/>
              </a:moveTo>
              <a:lnTo>
                <a:pt x="0" y="64744"/>
              </a:lnTo>
              <a:lnTo>
                <a:pt x="450127" y="64744"/>
              </a:lnTo>
              <a:lnTo>
                <a:pt x="450127"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BA81D6-81CE-48CB-A1C4-F1BFD9761C8B}">
      <dsp:nvSpPr>
        <dsp:cNvPr id="0" name=""/>
        <dsp:cNvSpPr/>
      </dsp:nvSpPr>
      <dsp:spPr>
        <a:xfrm>
          <a:off x="6021614" y="2024937"/>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7DB99E-C7F7-46EF-A8D3-9A023FE790C7}">
      <dsp:nvSpPr>
        <dsp:cNvPr id="0" name=""/>
        <dsp:cNvSpPr/>
      </dsp:nvSpPr>
      <dsp:spPr>
        <a:xfrm>
          <a:off x="6021614" y="2024937"/>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B2BCB4-8449-429D-82BC-3E35EADB42AE}">
      <dsp:nvSpPr>
        <dsp:cNvPr id="0" name=""/>
        <dsp:cNvSpPr/>
      </dsp:nvSpPr>
      <dsp:spPr>
        <a:xfrm>
          <a:off x="6021614" y="2024937"/>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B0D6DA-FBC1-4BED-A61C-74DF7094E956}">
      <dsp:nvSpPr>
        <dsp:cNvPr id="0" name=""/>
        <dsp:cNvSpPr/>
      </dsp:nvSpPr>
      <dsp:spPr>
        <a:xfrm>
          <a:off x="6268259" y="1587142"/>
          <a:ext cx="450127" cy="129488"/>
        </a:xfrm>
        <a:custGeom>
          <a:avLst/>
          <a:gdLst/>
          <a:ahLst/>
          <a:cxnLst/>
          <a:rect l="0" t="0" r="0" b="0"/>
          <a:pathLst>
            <a:path>
              <a:moveTo>
                <a:pt x="450127" y="0"/>
              </a:moveTo>
              <a:lnTo>
                <a:pt x="450127"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B5499D-15FC-45B9-BFDC-DD8C35FE3E81}">
      <dsp:nvSpPr>
        <dsp:cNvPr id="0" name=""/>
        <dsp:cNvSpPr/>
      </dsp:nvSpPr>
      <dsp:spPr>
        <a:xfrm>
          <a:off x="6452438" y="1149347"/>
          <a:ext cx="265948" cy="129488"/>
        </a:xfrm>
        <a:custGeom>
          <a:avLst/>
          <a:gdLst/>
          <a:ahLst/>
          <a:cxnLst/>
          <a:rect l="0" t="0" r="0" b="0"/>
          <a:pathLst>
            <a:path>
              <a:moveTo>
                <a:pt x="0" y="0"/>
              </a:moveTo>
              <a:lnTo>
                <a:pt x="0" y="64744"/>
              </a:lnTo>
              <a:lnTo>
                <a:pt x="265948" y="64744"/>
              </a:lnTo>
              <a:lnTo>
                <a:pt x="265948"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0C072C-3C53-4A64-8050-4BD886180353}">
      <dsp:nvSpPr>
        <dsp:cNvPr id="0" name=""/>
        <dsp:cNvSpPr/>
      </dsp:nvSpPr>
      <dsp:spPr>
        <a:xfrm>
          <a:off x="5609692" y="1149347"/>
          <a:ext cx="842746" cy="129488"/>
        </a:xfrm>
        <a:custGeom>
          <a:avLst/>
          <a:gdLst/>
          <a:ahLst/>
          <a:cxnLst/>
          <a:rect l="0" t="0" r="0" b="0"/>
          <a:pathLst>
            <a:path>
              <a:moveTo>
                <a:pt x="842746" y="0"/>
              </a:moveTo>
              <a:lnTo>
                <a:pt x="842746"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3973EF-6A96-411B-B109-DCAD7332F06A}">
      <dsp:nvSpPr>
        <dsp:cNvPr id="0" name=""/>
        <dsp:cNvSpPr/>
      </dsp:nvSpPr>
      <dsp:spPr>
        <a:xfrm>
          <a:off x="5067072" y="2462733"/>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025602-7831-4399-AC16-698255FB8971}">
      <dsp:nvSpPr>
        <dsp:cNvPr id="0" name=""/>
        <dsp:cNvSpPr/>
      </dsp:nvSpPr>
      <dsp:spPr>
        <a:xfrm>
          <a:off x="5267998" y="2024937"/>
          <a:ext cx="91440" cy="129488"/>
        </a:xfrm>
        <a:custGeom>
          <a:avLst/>
          <a:gdLst/>
          <a:ahLst/>
          <a:cxnLst/>
          <a:rect l="0" t="0" r="0" b="0"/>
          <a:pathLst>
            <a:path>
              <a:moveTo>
                <a:pt x="45720" y="0"/>
              </a:moveTo>
              <a:lnTo>
                <a:pt x="4572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547702-9610-449B-AD58-C0539E99C36C}">
      <dsp:nvSpPr>
        <dsp:cNvPr id="0" name=""/>
        <dsp:cNvSpPr/>
      </dsp:nvSpPr>
      <dsp:spPr>
        <a:xfrm>
          <a:off x="4863590" y="1587142"/>
          <a:ext cx="450127" cy="129488"/>
        </a:xfrm>
        <a:custGeom>
          <a:avLst/>
          <a:gdLst/>
          <a:ahLst/>
          <a:cxnLst/>
          <a:rect l="0" t="0" r="0" b="0"/>
          <a:pathLst>
            <a:path>
              <a:moveTo>
                <a:pt x="0" y="0"/>
              </a:moveTo>
              <a:lnTo>
                <a:pt x="0" y="64744"/>
              </a:lnTo>
              <a:lnTo>
                <a:pt x="450127" y="64744"/>
              </a:lnTo>
              <a:lnTo>
                <a:pt x="450127"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8A4485-50D5-42F2-8E8C-74C17A1994D6}">
      <dsp:nvSpPr>
        <dsp:cNvPr id="0" name=""/>
        <dsp:cNvSpPr/>
      </dsp:nvSpPr>
      <dsp:spPr>
        <a:xfrm>
          <a:off x="4166818" y="2024937"/>
          <a:ext cx="92491" cy="2034822"/>
        </a:xfrm>
        <a:custGeom>
          <a:avLst/>
          <a:gdLst/>
          <a:ahLst/>
          <a:cxnLst/>
          <a:rect l="0" t="0" r="0" b="0"/>
          <a:pathLst>
            <a:path>
              <a:moveTo>
                <a:pt x="0" y="0"/>
              </a:moveTo>
              <a:lnTo>
                <a:pt x="0" y="2034822"/>
              </a:lnTo>
              <a:lnTo>
                <a:pt x="92491" y="20348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7674C3-F9F4-408E-82DA-14CAFCB53AB3}">
      <dsp:nvSpPr>
        <dsp:cNvPr id="0" name=""/>
        <dsp:cNvSpPr/>
      </dsp:nvSpPr>
      <dsp:spPr>
        <a:xfrm>
          <a:off x="4166818" y="2024937"/>
          <a:ext cx="92491" cy="1597027"/>
        </a:xfrm>
        <a:custGeom>
          <a:avLst/>
          <a:gdLst/>
          <a:ahLst/>
          <a:cxnLst/>
          <a:rect l="0" t="0" r="0" b="0"/>
          <a:pathLst>
            <a:path>
              <a:moveTo>
                <a:pt x="0" y="0"/>
              </a:moveTo>
              <a:lnTo>
                <a:pt x="0" y="1597027"/>
              </a:lnTo>
              <a:lnTo>
                <a:pt x="92491"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2C4F16-C245-4099-9F3B-ADD36A3A4221}">
      <dsp:nvSpPr>
        <dsp:cNvPr id="0" name=""/>
        <dsp:cNvSpPr/>
      </dsp:nvSpPr>
      <dsp:spPr>
        <a:xfrm>
          <a:off x="4166818" y="2024937"/>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72E551-5456-4E8F-8FB8-2E9DD6B15206}">
      <dsp:nvSpPr>
        <dsp:cNvPr id="0" name=""/>
        <dsp:cNvSpPr/>
      </dsp:nvSpPr>
      <dsp:spPr>
        <a:xfrm>
          <a:off x="4166818" y="2024937"/>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E3810A-BBEE-4226-B93E-A8B0CE1CCC04}">
      <dsp:nvSpPr>
        <dsp:cNvPr id="0" name=""/>
        <dsp:cNvSpPr/>
      </dsp:nvSpPr>
      <dsp:spPr>
        <a:xfrm>
          <a:off x="4166818" y="2024937"/>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4023E3-7367-451F-A8CB-0C679BEF50AE}">
      <dsp:nvSpPr>
        <dsp:cNvPr id="0" name=""/>
        <dsp:cNvSpPr/>
      </dsp:nvSpPr>
      <dsp:spPr>
        <a:xfrm>
          <a:off x="4413463" y="1587142"/>
          <a:ext cx="450127" cy="129488"/>
        </a:xfrm>
        <a:custGeom>
          <a:avLst/>
          <a:gdLst/>
          <a:ahLst/>
          <a:cxnLst/>
          <a:rect l="0" t="0" r="0" b="0"/>
          <a:pathLst>
            <a:path>
              <a:moveTo>
                <a:pt x="450127" y="0"/>
              </a:moveTo>
              <a:lnTo>
                <a:pt x="450127"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12D27A-0237-46B5-A13C-9CA63BB90903}">
      <dsp:nvSpPr>
        <dsp:cNvPr id="0" name=""/>
        <dsp:cNvSpPr/>
      </dsp:nvSpPr>
      <dsp:spPr>
        <a:xfrm>
          <a:off x="4863590" y="1149347"/>
          <a:ext cx="1588848" cy="129488"/>
        </a:xfrm>
        <a:custGeom>
          <a:avLst/>
          <a:gdLst/>
          <a:ahLst/>
          <a:cxnLst/>
          <a:rect l="0" t="0" r="0" b="0"/>
          <a:pathLst>
            <a:path>
              <a:moveTo>
                <a:pt x="1588848" y="0"/>
              </a:moveTo>
              <a:lnTo>
                <a:pt x="1588848"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131FED-1ACC-4735-9E4D-A42805C7E664}">
      <dsp:nvSpPr>
        <dsp:cNvPr id="0" name=""/>
        <dsp:cNvSpPr/>
      </dsp:nvSpPr>
      <dsp:spPr>
        <a:xfrm>
          <a:off x="6392240" y="711552"/>
          <a:ext cx="91440" cy="129488"/>
        </a:xfrm>
        <a:custGeom>
          <a:avLst/>
          <a:gdLst/>
          <a:ahLst/>
          <a:cxnLst/>
          <a:rect l="0" t="0" r="0" b="0"/>
          <a:pathLst>
            <a:path>
              <a:moveTo>
                <a:pt x="45720" y="0"/>
              </a:moveTo>
              <a:lnTo>
                <a:pt x="45720" y="64744"/>
              </a:lnTo>
              <a:lnTo>
                <a:pt x="60198" y="64744"/>
              </a:lnTo>
              <a:lnTo>
                <a:pt x="60198"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6EDBD6-A83F-467A-B370-7BAC7C3641D1}">
      <dsp:nvSpPr>
        <dsp:cNvPr id="0" name=""/>
        <dsp:cNvSpPr/>
      </dsp:nvSpPr>
      <dsp:spPr>
        <a:xfrm>
          <a:off x="3261597" y="1149347"/>
          <a:ext cx="177604" cy="283641"/>
        </a:xfrm>
        <a:custGeom>
          <a:avLst/>
          <a:gdLst/>
          <a:ahLst/>
          <a:cxnLst/>
          <a:rect l="0" t="0" r="0" b="0"/>
          <a:pathLst>
            <a:path>
              <a:moveTo>
                <a:pt x="0" y="0"/>
              </a:moveTo>
              <a:lnTo>
                <a:pt x="0" y="283641"/>
              </a:lnTo>
              <a:lnTo>
                <a:pt x="177604"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1C96AF-F469-4569-B554-4D74EE01696E}">
      <dsp:nvSpPr>
        <dsp:cNvPr id="0" name=""/>
        <dsp:cNvSpPr/>
      </dsp:nvSpPr>
      <dsp:spPr>
        <a:xfrm>
          <a:off x="3735210" y="711552"/>
          <a:ext cx="2702749" cy="129488"/>
        </a:xfrm>
        <a:custGeom>
          <a:avLst/>
          <a:gdLst/>
          <a:ahLst/>
          <a:cxnLst/>
          <a:rect l="0" t="0" r="0" b="0"/>
          <a:pathLst>
            <a:path>
              <a:moveTo>
                <a:pt x="2702749" y="0"/>
              </a:moveTo>
              <a:lnTo>
                <a:pt x="2702749" y="64744"/>
              </a:lnTo>
              <a:lnTo>
                <a:pt x="0" y="64744"/>
              </a:lnTo>
              <a:lnTo>
                <a:pt x="0"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C3EF7B-55F0-43F4-8B39-CA23FCA9D68F}">
      <dsp:nvSpPr>
        <dsp:cNvPr id="0" name=""/>
        <dsp:cNvSpPr/>
      </dsp:nvSpPr>
      <dsp:spPr>
        <a:xfrm>
          <a:off x="2754762" y="1587142"/>
          <a:ext cx="92491" cy="1597027"/>
        </a:xfrm>
        <a:custGeom>
          <a:avLst/>
          <a:gdLst/>
          <a:ahLst/>
          <a:cxnLst/>
          <a:rect l="0" t="0" r="0" b="0"/>
          <a:pathLst>
            <a:path>
              <a:moveTo>
                <a:pt x="0" y="0"/>
              </a:moveTo>
              <a:lnTo>
                <a:pt x="0" y="1597027"/>
              </a:lnTo>
              <a:lnTo>
                <a:pt x="92491"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AAC9B9-7845-495C-A902-4DFE365B063F}">
      <dsp:nvSpPr>
        <dsp:cNvPr id="0" name=""/>
        <dsp:cNvSpPr/>
      </dsp:nvSpPr>
      <dsp:spPr>
        <a:xfrm>
          <a:off x="2754762" y="1587142"/>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A5A96D-D360-465A-B571-84BD2E4FBED2}">
      <dsp:nvSpPr>
        <dsp:cNvPr id="0" name=""/>
        <dsp:cNvSpPr/>
      </dsp:nvSpPr>
      <dsp:spPr>
        <a:xfrm>
          <a:off x="2754762" y="1587142"/>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9C2BEB-DD45-478C-8DC6-5BEC9AE7F5B2}">
      <dsp:nvSpPr>
        <dsp:cNvPr id="0" name=""/>
        <dsp:cNvSpPr/>
      </dsp:nvSpPr>
      <dsp:spPr>
        <a:xfrm>
          <a:off x="2754762" y="1587142"/>
          <a:ext cx="92491" cy="283638"/>
        </a:xfrm>
        <a:custGeom>
          <a:avLst/>
          <a:gdLst/>
          <a:ahLst/>
          <a:cxnLst/>
          <a:rect l="0" t="0" r="0" b="0"/>
          <a:pathLst>
            <a:path>
              <a:moveTo>
                <a:pt x="0" y="0"/>
              </a:moveTo>
              <a:lnTo>
                <a:pt x="0" y="283638"/>
              </a:lnTo>
              <a:lnTo>
                <a:pt x="92491" y="28363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1944BF-9C64-4ECF-A445-9BF1F66816C1}">
      <dsp:nvSpPr>
        <dsp:cNvPr id="0" name=""/>
        <dsp:cNvSpPr/>
      </dsp:nvSpPr>
      <dsp:spPr>
        <a:xfrm>
          <a:off x="1882254" y="1149347"/>
          <a:ext cx="1119152" cy="129488"/>
        </a:xfrm>
        <a:custGeom>
          <a:avLst/>
          <a:gdLst/>
          <a:ahLst/>
          <a:cxnLst/>
          <a:rect l="0" t="0" r="0" b="0"/>
          <a:pathLst>
            <a:path>
              <a:moveTo>
                <a:pt x="0" y="0"/>
              </a:moveTo>
              <a:lnTo>
                <a:pt x="0" y="64744"/>
              </a:lnTo>
              <a:lnTo>
                <a:pt x="1119152" y="64744"/>
              </a:lnTo>
              <a:lnTo>
                <a:pt x="1119152"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AC2A7A-8963-41D1-9A6D-C2CEE6E32216}">
      <dsp:nvSpPr>
        <dsp:cNvPr id="0" name=""/>
        <dsp:cNvSpPr/>
      </dsp:nvSpPr>
      <dsp:spPr>
        <a:xfrm>
          <a:off x="1882254" y="1149347"/>
          <a:ext cx="373050" cy="129488"/>
        </a:xfrm>
        <a:custGeom>
          <a:avLst/>
          <a:gdLst/>
          <a:ahLst/>
          <a:cxnLst/>
          <a:rect l="0" t="0" r="0" b="0"/>
          <a:pathLst>
            <a:path>
              <a:moveTo>
                <a:pt x="0" y="0"/>
              </a:moveTo>
              <a:lnTo>
                <a:pt x="0" y="64744"/>
              </a:lnTo>
              <a:lnTo>
                <a:pt x="373050" y="64744"/>
              </a:lnTo>
              <a:lnTo>
                <a:pt x="37305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53A0A-9BBE-4371-9F58-2990B90CD68B}">
      <dsp:nvSpPr>
        <dsp:cNvPr id="0" name=""/>
        <dsp:cNvSpPr/>
      </dsp:nvSpPr>
      <dsp:spPr>
        <a:xfrm>
          <a:off x="1509204" y="1149347"/>
          <a:ext cx="373050" cy="129488"/>
        </a:xfrm>
        <a:custGeom>
          <a:avLst/>
          <a:gdLst/>
          <a:ahLst/>
          <a:cxnLst/>
          <a:rect l="0" t="0" r="0" b="0"/>
          <a:pathLst>
            <a:path>
              <a:moveTo>
                <a:pt x="373050" y="0"/>
              </a:moveTo>
              <a:lnTo>
                <a:pt x="373050"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F80ADB-F7BE-4D58-9C07-FF5D663FEB54}">
      <dsp:nvSpPr>
        <dsp:cNvPr id="0" name=""/>
        <dsp:cNvSpPr/>
      </dsp:nvSpPr>
      <dsp:spPr>
        <a:xfrm>
          <a:off x="966584" y="2462733"/>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47AF86-826B-43FC-866F-1F9499F00CEB}">
      <dsp:nvSpPr>
        <dsp:cNvPr id="0" name=""/>
        <dsp:cNvSpPr/>
      </dsp:nvSpPr>
      <dsp:spPr>
        <a:xfrm>
          <a:off x="1167509" y="2024937"/>
          <a:ext cx="91440" cy="129488"/>
        </a:xfrm>
        <a:custGeom>
          <a:avLst/>
          <a:gdLst/>
          <a:ahLst/>
          <a:cxnLst/>
          <a:rect l="0" t="0" r="0" b="0"/>
          <a:pathLst>
            <a:path>
              <a:moveTo>
                <a:pt x="45720" y="0"/>
              </a:moveTo>
              <a:lnTo>
                <a:pt x="4572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06C07D-F405-48BD-93BB-7874E6EDF1C9}">
      <dsp:nvSpPr>
        <dsp:cNvPr id="0" name=""/>
        <dsp:cNvSpPr/>
      </dsp:nvSpPr>
      <dsp:spPr>
        <a:xfrm>
          <a:off x="763102" y="1587142"/>
          <a:ext cx="450127" cy="129488"/>
        </a:xfrm>
        <a:custGeom>
          <a:avLst/>
          <a:gdLst/>
          <a:ahLst/>
          <a:cxnLst/>
          <a:rect l="0" t="0" r="0" b="0"/>
          <a:pathLst>
            <a:path>
              <a:moveTo>
                <a:pt x="0" y="0"/>
              </a:moveTo>
              <a:lnTo>
                <a:pt x="0" y="64744"/>
              </a:lnTo>
              <a:lnTo>
                <a:pt x="450127" y="64744"/>
              </a:lnTo>
              <a:lnTo>
                <a:pt x="450127"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5758BE-0539-4ED4-ACE9-B86356F8B2E1}">
      <dsp:nvSpPr>
        <dsp:cNvPr id="0" name=""/>
        <dsp:cNvSpPr/>
      </dsp:nvSpPr>
      <dsp:spPr>
        <a:xfrm>
          <a:off x="66329" y="2024937"/>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E49EC7-2DD0-41EF-9F8E-C275735B3B16}">
      <dsp:nvSpPr>
        <dsp:cNvPr id="0" name=""/>
        <dsp:cNvSpPr/>
      </dsp:nvSpPr>
      <dsp:spPr>
        <a:xfrm>
          <a:off x="66329" y="2024937"/>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1DD295-31D4-4F58-8E54-973078397B12}">
      <dsp:nvSpPr>
        <dsp:cNvPr id="0" name=""/>
        <dsp:cNvSpPr/>
      </dsp:nvSpPr>
      <dsp:spPr>
        <a:xfrm>
          <a:off x="66329" y="2024937"/>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B38439-3C10-453A-9F77-B629EF1C4D7A}">
      <dsp:nvSpPr>
        <dsp:cNvPr id="0" name=""/>
        <dsp:cNvSpPr/>
      </dsp:nvSpPr>
      <dsp:spPr>
        <a:xfrm>
          <a:off x="312975" y="1587142"/>
          <a:ext cx="450127" cy="129488"/>
        </a:xfrm>
        <a:custGeom>
          <a:avLst/>
          <a:gdLst/>
          <a:ahLst/>
          <a:cxnLst/>
          <a:rect l="0" t="0" r="0" b="0"/>
          <a:pathLst>
            <a:path>
              <a:moveTo>
                <a:pt x="450127" y="0"/>
              </a:moveTo>
              <a:lnTo>
                <a:pt x="450127"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5727D0-E127-4895-94F6-024FDE16E36C}">
      <dsp:nvSpPr>
        <dsp:cNvPr id="0" name=""/>
        <dsp:cNvSpPr/>
      </dsp:nvSpPr>
      <dsp:spPr>
        <a:xfrm>
          <a:off x="763102" y="1149347"/>
          <a:ext cx="1119152" cy="129488"/>
        </a:xfrm>
        <a:custGeom>
          <a:avLst/>
          <a:gdLst/>
          <a:ahLst/>
          <a:cxnLst/>
          <a:rect l="0" t="0" r="0" b="0"/>
          <a:pathLst>
            <a:path>
              <a:moveTo>
                <a:pt x="1119152" y="0"/>
              </a:moveTo>
              <a:lnTo>
                <a:pt x="1119152"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B20E74-4F1D-4290-80A1-D0C85F303E5A}">
      <dsp:nvSpPr>
        <dsp:cNvPr id="0" name=""/>
        <dsp:cNvSpPr/>
      </dsp:nvSpPr>
      <dsp:spPr>
        <a:xfrm>
          <a:off x="1882254" y="711552"/>
          <a:ext cx="4555705" cy="129488"/>
        </a:xfrm>
        <a:custGeom>
          <a:avLst/>
          <a:gdLst/>
          <a:ahLst/>
          <a:cxnLst/>
          <a:rect l="0" t="0" r="0" b="0"/>
          <a:pathLst>
            <a:path>
              <a:moveTo>
                <a:pt x="4555705" y="0"/>
              </a:moveTo>
              <a:lnTo>
                <a:pt x="4555705" y="64744"/>
              </a:lnTo>
              <a:lnTo>
                <a:pt x="0" y="64744"/>
              </a:lnTo>
              <a:lnTo>
                <a:pt x="0"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F5A508-7D50-43B1-A475-E16FCFA5138E}">
      <dsp:nvSpPr>
        <dsp:cNvPr id="0" name=""/>
        <dsp:cNvSpPr/>
      </dsp:nvSpPr>
      <dsp:spPr>
        <a:xfrm>
          <a:off x="5714658" y="403245"/>
          <a:ext cx="1446604"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altLang="zh-CN" sz="1050" b="1"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1050" b="1" kern="1200" dirty="0">
              <a:latin typeface="微软雅黑 Light" panose="020B0502040204020203" pitchFamily="34" charset="-122"/>
              <a:ea typeface="微软雅黑" panose="020B0503020204020204" pitchFamily="34" charset="-122"/>
              <a:sym typeface="微软雅黑 Light" panose="020B0502040204020203" pitchFamily="34" charset="-122"/>
            </a:rPr>
            <a:t>集团</a:t>
          </a:r>
        </a:p>
      </dsp:txBody>
      <dsp:txXfrm>
        <a:off x="5714658" y="403245"/>
        <a:ext cx="1446604" cy="308306"/>
      </dsp:txXfrm>
    </dsp:sp>
    <dsp:sp modelId="{E32963E7-1070-41B0-A9D0-567F799B213C}">
      <dsp:nvSpPr>
        <dsp:cNvPr id="0" name=""/>
        <dsp:cNvSpPr/>
      </dsp:nvSpPr>
      <dsp:spPr>
        <a:xfrm>
          <a:off x="1416662" y="841041"/>
          <a:ext cx="931184"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900" b="1" kern="1200" dirty="0">
              <a:latin typeface="微软雅黑 Light" panose="020B0502040204020203" pitchFamily="34" charset="-122"/>
              <a:ea typeface="微软雅黑" panose="020B0503020204020204" pitchFamily="34" charset="-122"/>
              <a:sym typeface="微软雅黑 Light" panose="020B0502040204020203" pitchFamily="34" charset="-122"/>
            </a:rPr>
            <a:t>集团</a:t>
          </a:r>
        </a:p>
      </dsp:txBody>
      <dsp:txXfrm>
        <a:off x="1416662" y="841041"/>
        <a:ext cx="931184" cy="308306"/>
      </dsp:txXfrm>
    </dsp:sp>
    <dsp:sp modelId="{44045D78-1E3E-469B-81AD-9E63F76AB7A6}">
      <dsp:nvSpPr>
        <dsp:cNvPr id="0" name=""/>
        <dsp:cNvSpPr/>
      </dsp:nvSpPr>
      <dsp:spPr>
        <a:xfrm>
          <a:off x="454796"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科技</a:t>
          </a:r>
        </a:p>
      </dsp:txBody>
      <dsp:txXfrm>
        <a:off x="454796" y="1278836"/>
        <a:ext cx="616612" cy="308306"/>
      </dsp:txXfrm>
    </dsp:sp>
    <dsp:sp modelId="{75BD3AC7-A3A3-4E6B-8B14-FE1E0865C20B}">
      <dsp:nvSpPr>
        <dsp:cNvPr id="0" name=""/>
        <dsp:cNvSpPr/>
      </dsp:nvSpPr>
      <dsp:spPr>
        <a:xfrm>
          <a:off x="4668"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基地</a:t>
          </a:r>
        </a:p>
      </dsp:txBody>
      <dsp:txXfrm>
        <a:off x="4668" y="1716631"/>
        <a:ext cx="616612" cy="308306"/>
      </dsp:txXfrm>
    </dsp:sp>
    <dsp:sp modelId="{FB73A9C3-30AF-4BB7-8426-392E707C046D}">
      <dsp:nvSpPr>
        <dsp:cNvPr id="0" name=""/>
        <dsp:cNvSpPr/>
      </dsp:nvSpPr>
      <dsp:spPr>
        <a:xfrm>
          <a:off x="158821"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工厂</a:t>
          </a:r>
        </a:p>
      </dsp:txBody>
      <dsp:txXfrm>
        <a:off x="158821" y="2154426"/>
        <a:ext cx="616612" cy="308306"/>
      </dsp:txXfrm>
    </dsp:sp>
    <dsp:sp modelId="{680E67F0-7C38-482D-A6A5-083C3DB3C9B8}">
      <dsp:nvSpPr>
        <dsp:cNvPr id="0" name=""/>
        <dsp:cNvSpPr/>
      </dsp:nvSpPr>
      <dsp:spPr>
        <a:xfrm>
          <a:off x="158821"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电子</a:t>
          </a:r>
        </a:p>
      </dsp:txBody>
      <dsp:txXfrm>
        <a:off x="158821" y="2592221"/>
        <a:ext cx="616612" cy="308306"/>
      </dsp:txXfrm>
    </dsp:sp>
    <dsp:sp modelId="{D4942B56-3A5E-4586-AAE4-F1CE3C40E0BE}">
      <dsp:nvSpPr>
        <dsp:cNvPr id="0" name=""/>
        <dsp:cNvSpPr/>
      </dsp:nvSpPr>
      <dsp:spPr>
        <a:xfrm>
          <a:off x="158821"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电子</a:t>
          </a:r>
        </a:p>
      </dsp:txBody>
      <dsp:txXfrm>
        <a:off x="158821" y="3030016"/>
        <a:ext cx="616612" cy="308306"/>
      </dsp:txXfrm>
    </dsp:sp>
    <dsp:sp modelId="{55E75226-96EC-427D-AED0-640E43A976CB}">
      <dsp:nvSpPr>
        <dsp:cNvPr id="0" name=""/>
        <dsp:cNvSpPr/>
      </dsp:nvSpPr>
      <dsp:spPr>
        <a:xfrm>
          <a:off x="904923"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904923" y="1716631"/>
        <a:ext cx="616612" cy="308306"/>
      </dsp:txXfrm>
    </dsp:sp>
    <dsp:sp modelId="{5D7B54D6-AA19-4673-9EDB-53D54A4D8437}">
      <dsp:nvSpPr>
        <dsp:cNvPr id="0" name=""/>
        <dsp:cNvSpPr/>
      </dsp:nvSpPr>
      <dsp:spPr>
        <a:xfrm>
          <a:off x="904923"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904923" y="2154426"/>
        <a:ext cx="616612" cy="308306"/>
      </dsp:txXfrm>
    </dsp:sp>
    <dsp:sp modelId="{84246F70-5D5E-4F69-8690-0B96D2C77333}">
      <dsp:nvSpPr>
        <dsp:cNvPr id="0" name=""/>
        <dsp:cNvSpPr/>
      </dsp:nvSpPr>
      <dsp:spPr>
        <a:xfrm>
          <a:off x="1059076" y="2592221"/>
          <a:ext cx="788641"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a:latin typeface="微软雅黑 Light" panose="020B0502040204020203" pitchFamily="34" charset="-122"/>
              <a:ea typeface="微软雅黑" panose="020B0503020204020204" pitchFamily="34" charset="-122"/>
              <a:sym typeface="微软雅黑 Light" panose="020B0502040204020203" pitchFamily="34" charset="-122"/>
            </a:rPr>
            <a:t>35</a:t>
          </a:r>
          <a:r>
            <a:rPr lang="zh-CN" altLang="en-US" sz="800" kern="1200">
              <a:latin typeface="微软雅黑 Light" panose="020B0502040204020203" pitchFamily="34" charset="-122"/>
              <a:ea typeface="微软雅黑" panose="020B0503020204020204" pitchFamily="34" charset="-122"/>
              <a:sym typeface="微软雅黑 Light" panose="020B0502040204020203" pitchFamily="34" charset="-122"/>
            </a:rPr>
            <a:t>个分公司</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059076" y="2592221"/>
        <a:ext cx="788641" cy="308306"/>
      </dsp:txXfrm>
    </dsp:sp>
    <dsp:sp modelId="{8CB3BECD-8936-4792-BA28-7A3CEBC0CB42}">
      <dsp:nvSpPr>
        <dsp:cNvPr id="0" name=""/>
        <dsp:cNvSpPr/>
      </dsp:nvSpPr>
      <dsp:spPr>
        <a:xfrm>
          <a:off x="1200897"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pitchFamily="34" charset="-122"/>
              <a:sym typeface="微软雅黑 Light" panose="020B0502040204020203" pitchFamily="34" charset="-122"/>
            </a:rPr>
            <a:t>激光显示</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200897" y="1278836"/>
        <a:ext cx="616612" cy="308306"/>
      </dsp:txXfrm>
    </dsp:sp>
    <dsp:sp modelId="{21254379-4FB3-4470-90C3-4BE75722C436}">
      <dsp:nvSpPr>
        <dsp:cNvPr id="0" name=""/>
        <dsp:cNvSpPr/>
      </dsp:nvSpPr>
      <dsp:spPr>
        <a:xfrm>
          <a:off x="1946999"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pitchFamily="34" charset="-122"/>
              <a:sym typeface="微软雅黑 Light" panose="020B0502040204020203" pitchFamily="34" charset="-122"/>
            </a:rPr>
            <a:t>商用显示</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946999" y="1278836"/>
        <a:ext cx="616612" cy="308306"/>
      </dsp:txXfrm>
    </dsp:sp>
    <dsp:sp modelId="{46B580D2-9344-4F0F-844E-5B255D47A27D}">
      <dsp:nvSpPr>
        <dsp:cNvPr id="0" name=""/>
        <dsp:cNvSpPr/>
      </dsp:nvSpPr>
      <dsp:spPr>
        <a:xfrm>
          <a:off x="2693100"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pitchFamily="34" charset="-122"/>
              <a:sym typeface="微软雅黑 Light" panose="020B0502040204020203" pitchFamily="34" charset="-122"/>
            </a:rPr>
            <a:t>其他公司</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2693100" y="1278836"/>
        <a:ext cx="616612" cy="308306"/>
      </dsp:txXfrm>
    </dsp:sp>
    <dsp:sp modelId="{75EE77FC-64EE-4528-B6E3-91824E4447A6}">
      <dsp:nvSpPr>
        <dsp:cNvPr id="0" name=""/>
        <dsp:cNvSpPr/>
      </dsp:nvSpPr>
      <dsp:spPr>
        <a:xfrm>
          <a:off x="2847254" y="1716628"/>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2847254" y="1716628"/>
        <a:ext cx="616612" cy="308306"/>
      </dsp:txXfrm>
    </dsp:sp>
    <dsp:sp modelId="{9C941496-FD47-408D-9CFE-29A220651A19}">
      <dsp:nvSpPr>
        <dsp:cNvPr id="0" name=""/>
        <dsp:cNvSpPr/>
      </dsp:nvSpPr>
      <dsp:spPr>
        <a:xfrm>
          <a:off x="2847254"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2847254" y="2154426"/>
        <a:ext cx="616612" cy="308306"/>
      </dsp:txXfrm>
    </dsp:sp>
    <dsp:sp modelId="{E8F255F0-693E-417A-BF34-D98CDFF70E0C}">
      <dsp:nvSpPr>
        <dsp:cNvPr id="0" name=""/>
        <dsp:cNvSpPr/>
      </dsp:nvSpPr>
      <dsp:spPr>
        <a:xfrm>
          <a:off x="2847254"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2847254" y="2592221"/>
        <a:ext cx="616612" cy="308306"/>
      </dsp:txXfrm>
    </dsp:sp>
    <dsp:sp modelId="{9B5D8D8F-DCFB-423B-A93E-2F5C03662CEC}">
      <dsp:nvSpPr>
        <dsp:cNvPr id="0" name=""/>
        <dsp:cNvSpPr/>
      </dsp:nvSpPr>
      <dsp:spPr>
        <a:xfrm>
          <a:off x="2847254"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2847254" y="3030016"/>
        <a:ext cx="616612" cy="308306"/>
      </dsp:txXfrm>
    </dsp:sp>
    <dsp:sp modelId="{DEA2FD8D-1946-4C64-9506-E907A46802A2}">
      <dsp:nvSpPr>
        <dsp:cNvPr id="0" name=""/>
        <dsp:cNvSpPr/>
      </dsp:nvSpPr>
      <dsp:spPr>
        <a:xfrm>
          <a:off x="3143194" y="841041"/>
          <a:ext cx="118403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900" b="1"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3143194" y="841041"/>
        <a:ext cx="1184032" cy="308306"/>
      </dsp:txXfrm>
    </dsp:sp>
    <dsp:sp modelId="{888EA135-A956-41C3-BF6E-5906FEBE7027}">
      <dsp:nvSpPr>
        <dsp:cNvPr id="0" name=""/>
        <dsp:cNvSpPr/>
      </dsp:nvSpPr>
      <dsp:spPr>
        <a:xfrm>
          <a:off x="3439202" y="1278836"/>
          <a:ext cx="98659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a:latin typeface="微软雅黑 Light" panose="020B0502040204020203" pitchFamily="34" charset="-122"/>
              <a:ea typeface="微软雅黑" panose="020B0503020204020204" pitchFamily="34" charset="-122"/>
              <a:sym typeface="微软雅黑 Light" panose="020B0502040204020203" pitchFamily="34" charset="-122"/>
            </a:rPr>
            <a:t>34</a:t>
          </a:r>
          <a:r>
            <a:rPr lang="zh-CN" altLang="en-US" sz="800" kern="1200">
              <a:latin typeface="微软雅黑 Light" panose="020B0502040204020203" pitchFamily="34" charset="-122"/>
              <a:ea typeface="微软雅黑" panose="020B0503020204020204" pitchFamily="34" charset="-122"/>
              <a:sym typeface="微软雅黑 Light" panose="020B0502040204020203" pitchFamily="34" charset="-122"/>
            </a:rPr>
            <a:t>个营销中心</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3439202" y="1278836"/>
        <a:ext cx="986592" cy="308306"/>
      </dsp:txXfrm>
    </dsp:sp>
    <dsp:sp modelId="{DE487BAB-FCDB-429C-8046-5F372332A0F0}">
      <dsp:nvSpPr>
        <dsp:cNvPr id="0" name=""/>
        <dsp:cNvSpPr/>
      </dsp:nvSpPr>
      <dsp:spPr>
        <a:xfrm>
          <a:off x="5883092" y="841041"/>
          <a:ext cx="113869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900" b="1" kern="1200" dirty="0">
              <a:latin typeface="微软雅黑 Light" panose="020B0502040204020203" pitchFamily="34" charset="-122"/>
              <a:ea typeface="微软雅黑" panose="020B0503020204020204" pitchFamily="34" charset="-122"/>
              <a:sym typeface="微软雅黑 Light" panose="020B0502040204020203" pitchFamily="34" charset="-122"/>
            </a:rPr>
            <a:t>集团</a:t>
          </a:r>
        </a:p>
      </dsp:txBody>
      <dsp:txXfrm>
        <a:off x="5883092" y="841041"/>
        <a:ext cx="1138692" cy="308306"/>
      </dsp:txXfrm>
    </dsp:sp>
    <dsp:sp modelId="{52CE73B7-0211-4F40-9FBE-2A98B3B820A0}">
      <dsp:nvSpPr>
        <dsp:cNvPr id="0" name=""/>
        <dsp:cNvSpPr/>
      </dsp:nvSpPr>
      <dsp:spPr>
        <a:xfrm>
          <a:off x="4555284"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4555284" y="1278836"/>
        <a:ext cx="616612" cy="308306"/>
      </dsp:txXfrm>
    </dsp:sp>
    <dsp:sp modelId="{8B0C657F-DE93-4CBC-9D42-62DF9BAFA4D7}">
      <dsp:nvSpPr>
        <dsp:cNvPr id="0" name=""/>
        <dsp:cNvSpPr/>
      </dsp:nvSpPr>
      <dsp:spPr>
        <a:xfrm>
          <a:off x="4105156"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基地</a:t>
          </a:r>
        </a:p>
      </dsp:txBody>
      <dsp:txXfrm>
        <a:off x="4105156" y="1716631"/>
        <a:ext cx="616612" cy="308306"/>
      </dsp:txXfrm>
    </dsp:sp>
    <dsp:sp modelId="{CDC58C45-248D-4CF3-B1D1-C072FC0CDD32}">
      <dsp:nvSpPr>
        <dsp:cNvPr id="0" name=""/>
        <dsp:cNvSpPr/>
      </dsp:nvSpPr>
      <dsp:spPr>
        <a:xfrm>
          <a:off x="4259310"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冰箱</a:t>
          </a:r>
        </a:p>
      </dsp:txBody>
      <dsp:txXfrm>
        <a:off x="4259310" y="2154426"/>
        <a:ext cx="616612" cy="308306"/>
      </dsp:txXfrm>
    </dsp:sp>
    <dsp:sp modelId="{F8F23397-20D9-4F70-9C88-4304161BDA15}">
      <dsp:nvSpPr>
        <dsp:cNvPr id="0" name=""/>
        <dsp:cNvSpPr/>
      </dsp:nvSpPr>
      <dsp:spPr>
        <a:xfrm>
          <a:off x="4259310"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冰冷</a:t>
          </a:r>
        </a:p>
      </dsp:txBody>
      <dsp:txXfrm>
        <a:off x="4259310" y="2592221"/>
        <a:ext cx="616612" cy="308306"/>
      </dsp:txXfrm>
    </dsp:sp>
    <dsp:sp modelId="{00A1E9E1-9BA4-4A92-8603-5130E1CC15E6}">
      <dsp:nvSpPr>
        <dsp:cNvPr id="0" name=""/>
        <dsp:cNvSpPr/>
      </dsp:nvSpPr>
      <dsp:spPr>
        <a:xfrm>
          <a:off x="4259310"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冰箱</a:t>
          </a:r>
        </a:p>
      </dsp:txBody>
      <dsp:txXfrm>
        <a:off x="4259310" y="3030016"/>
        <a:ext cx="616612" cy="308306"/>
      </dsp:txXfrm>
    </dsp:sp>
    <dsp:sp modelId="{BA7A29E6-A56C-4695-9771-F05A28DDB135}">
      <dsp:nvSpPr>
        <dsp:cNvPr id="0" name=""/>
        <dsp:cNvSpPr/>
      </dsp:nvSpPr>
      <dsp:spPr>
        <a:xfrm>
          <a:off x="4259310" y="3467812"/>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洗衣机</a:t>
          </a:r>
        </a:p>
      </dsp:txBody>
      <dsp:txXfrm>
        <a:off x="4259310" y="3467812"/>
        <a:ext cx="616612" cy="308306"/>
      </dsp:txXfrm>
    </dsp:sp>
    <dsp:sp modelId="{02DACEFD-FDB1-439C-B447-28620B4EFC24}">
      <dsp:nvSpPr>
        <dsp:cNvPr id="0" name=""/>
        <dsp:cNvSpPr/>
      </dsp:nvSpPr>
      <dsp:spPr>
        <a:xfrm>
          <a:off x="4259310" y="3905607"/>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冰箱</a:t>
          </a:r>
        </a:p>
      </dsp:txBody>
      <dsp:txXfrm>
        <a:off x="4259310" y="3905607"/>
        <a:ext cx="616612" cy="308306"/>
      </dsp:txXfrm>
    </dsp:sp>
    <dsp:sp modelId="{C8395663-2B46-4E5C-BE3B-6307120E52EB}">
      <dsp:nvSpPr>
        <dsp:cNvPr id="0" name=""/>
        <dsp:cNvSpPr/>
      </dsp:nvSpPr>
      <dsp:spPr>
        <a:xfrm>
          <a:off x="5005411"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5005411" y="1716631"/>
        <a:ext cx="616612" cy="308306"/>
      </dsp:txXfrm>
    </dsp:sp>
    <dsp:sp modelId="{60874623-E076-47A6-A373-FC8CD4875463}">
      <dsp:nvSpPr>
        <dsp:cNvPr id="0" name=""/>
        <dsp:cNvSpPr/>
      </dsp:nvSpPr>
      <dsp:spPr>
        <a:xfrm>
          <a:off x="5005411"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pitchFamily="34" charset="-122"/>
              <a:sym typeface="微软雅黑 Light" panose="020B0502040204020203" pitchFamily="34" charset="-122"/>
            </a:rPr>
            <a:t>营销公司</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5005411" y="2154426"/>
        <a:ext cx="616612" cy="308306"/>
      </dsp:txXfrm>
    </dsp:sp>
    <dsp:sp modelId="{A4000CE0-EAC5-40F2-97B8-5A3109E99B77}">
      <dsp:nvSpPr>
        <dsp:cNvPr id="0" name=""/>
        <dsp:cNvSpPr/>
      </dsp:nvSpPr>
      <dsp:spPr>
        <a:xfrm>
          <a:off x="5159564" y="2592221"/>
          <a:ext cx="82505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zh-CN" sz="700" kern="1200">
              <a:latin typeface="微软雅黑 Light" panose="020B0502040204020203" pitchFamily="34" charset="-122"/>
              <a:ea typeface="微软雅黑" panose="020B0503020204020204" pitchFamily="34" charset="-122"/>
              <a:sym typeface="微软雅黑 Light" panose="020B0502040204020203" pitchFamily="34" charset="-122"/>
            </a:rPr>
            <a:t>34</a:t>
          </a:r>
          <a:r>
            <a:rPr lang="zh-CN" altLang="en-US" sz="700" kern="1200">
              <a:latin typeface="微软雅黑 Light" panose="020B0502040204020203" pitchFamily="34" charset="-122"/>
              <a:ea typeface="微软雅黑" panose="020B0503020204020204" pitchFamily="34" charset="-122"/>
              <a:sym typeface="微软雅黑 Light" panose="020B0502040204020203" pitchFamily="34" charset="-122"/>
            </a:rPr>
            <a:t>个分公司</a:t>
          </a:r>
          <a:endParaRPr lang="zh-CN" altLang="en-US" sz="7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5159564" y="2592221"/>
        <a:ext cx="825052" cy="308306"/>
      </dsp:txXfrm>
    </dsp:sp>
    <dsp:sp modelId="{DBB6864D-ED3C-449C-97A6-B1504CF98517}">
      <dsp:nvSpPr>
        <dsp:cNvPr id="0" name=""/>
        <dsp:cNvSpPr/>
      </dsp:nvSpPr>
      <dsp:spPr>
        <a:xfrm>
          <a:off x="5301385"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5301385" y="1278836"/>
        <a:ext cx="616612" cy="308306"/>
      </dsp:txXfrm>
    </dsp:sp>
    <dsp:sp modelId="{813503CD-6646-4B1A-8B3C-08E0C40D7C79}">
      <dsp:nvSpPr>
        <dsp:cNvPr id="0" name=""/>
        <dsp:cNvSpPr/>
      </dsp:nvSpPr>
      <dsp:spPr>
        <a:xfrm>
          <a:off x="6410080"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6410080" y="1278836"/>
        <a:ext cx="616612" cy="308306"/>
      </dsp:txXfrm>
    </dsp:sp>
    <dsp:sp modelId="{9E1B3C09-FC57-4686-B430-44BAF37BD514}">
      <dsp:nvSpPr>
        <dsp:cNvPr id="0" name=""/>
        <dsp:cNvSpPr/>
      </dsp:nvSpPr>
      <dsp:spPr>
        <a:xfrm>
          <a:off x="5959953"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基地</a:t>
          </a:r>
        </a:p>
      </dsp:txBody>
      <dsp:txXfrm>
        <a:off x="5959953" y="1716631"/>
        <a:ext cx="616612" cy="308306"/>
      </dsp:txXfrm>
    </dsp:sp>
    <dsp:sp modelId="{CA87B0E9-C6D2-44EB-9A78-114912DCF01B}">
      <dsp:nvSpPr>
        <dsp:cNvPr id="0" name=""/>
        <dsp:cNvSpPr/>
      </dsp:nvSpPr>
      <dsp:spPr>
        <a:xfrm>
          <a:off x="6114106"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空调</a:t>
          </a:r>
        </a:p>
      </dsp:txBody>
      <dsp:txXfrm>
        <a:off x="6114106" y="2154426"/>
        <a:ext cx="616612" cy="308306"/>
      </dsp:txXfrm>
    </dsp:sp>
    <dsp:sp modelId="{69E2C565-BF19-43EB-8CA5-A81007C913D7}">
      <dsp:nvSpPr>
        <dsp:cNvPr id="0" name=""/>
        <dsp:cNvSpPr/>
      </dsp:nvSpPr>
      <dsp:spPr>
        <a:xfrm>
          <a:off x="6114106"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空调</a:t>
          </a:r>
        </a:p>
      </dsp:txBody>
      <dsp:txXfrm>
        <a:off x="6114106" y="2592221"/>
        <a:ext cx="616612" cy="308306"/>
      </dsp:txXfrm>
    </dsp:sp>
    <dsp:sp modelId="{095F0404-1F8F-4D27-884D-FF07A3244F80}">
      <dsp:nvSpPr>
        <dsp:cNvPr id="0" name=""/>
        <dsp:cNvSpPr/>
      </dsp:nvSpPr>
      <dsp:spPr>
        <a:xfrm>
          <a:off x="6114106"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空调</a:t>
          </a:r>
        </a:p>
      </dsp:txBody>
      <dsp:txXfrm>
        <a:off x="6114106" y="3030016"/>
        <a:ext cx="616612" cy="308306"/>
      </dsp:txXfrm>
    </dsp:sp>
    <dsp:sp modelId="{3349D738-9400-4C65-BA64-040472E3DCBC}">
      <dsp:nvSpPr>
        <dsp:cNvPr id="0" name=""/>
        <dsp:cNvSpPr/>
      </dsp:nvSpPr>
      <dsp:spPr>
        <a:xfrm>
          <a:off x="6860207"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6860207" y="1716631"/>
        <a:ext cx="616612" cy="308306"/>
      </dsp:txXfrm>
    </dsp:sp>
    <dsp:sp modelId="{11A3E2AB-4E4C-4620-AEF7-6931E120F390}">
      <dsp:nvSpPr>
        <dsp:cNvPr id="0" name=""/>
        <dsp:cNvSpPr/>
      </dsp:nvSpPr>
      <dsp:spPr>
        <a:xfrm>
          <a:off x="6860207"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6860207" y="2154426"/>
        <a:ext cx="616612" cy="308306"/>
      </dsp:txXfrm>
    </dsp:sp>
    <dsp:sp modelId="{7E9712DD-BED0-4A42-B373-6E9499981C99}">
      <dsp:nvSpPr>
        <dsp:cNvPr id="0" name=""/>
        <dsp:cNvSpPr/>
      </dsp:nvSpPr>
      <dsp:spPr>
        <a:xfrm>
          <a:off x="7014361" y="2592221"/>
          <a:ext cx="788641"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29</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个分公司</a:t>
          </a:r>
        </a:p>
      </dsp:txBody>
      <dsp:txXfrm>
        <a:off x="7014361" y="2592221"/>
        <a:ext cx="788641" cy="308306"/>
      </dsp:txXfrm>
    </dsp:sp>
    <dsp:sp modelId="{61F2AB79-478C-409D-9DFA-8CC5669B657D}">
      <dsp:nvSpPr>
        <dsp:cNvPr id="0" name=""/>
        <dsp:cNvSpPr/>
      </dsp:nvSpPr>
      <dsp:spPr>
        <a:xfrm>
          <a:off x="7778338"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pitchFamily="34" charset="-122"/>
              <a:sym typeface="微软雅黑 Light" panose="020B0502040204020203" pitchFamily="34" charset="-122"/>
            </a:rPr>
            <a:t>其他公司</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7778338" y="1278836"/>
        <a:ext cx="616612" cy="308306"/>
      </dsp:txXfrm>
    </dsp:sp>
    <dsp:sp modelId="{28BCC8D4-D010-4CD3-AF5D-3CAED40ABB60}">
      <dsp:nvSpPr>
        <dsp:cNvPr id="0" name=""/>
        <dsp:cNvSpPr/>
      </dsp:nvSpPr>
      <dsp:spPr>
        <a:xfrm>
          <a:off x="7932491"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7932491" y="1716631"/>
        <a:ext cx="616612" cy="308306"/>
      </dsp:txXfrm>
    </dsp:sp>
    <dsp:sp modelId="{9C04EF03-8377-45E6-9AA2-C89D66FB4BA6}">
      <dsp:nvSpPr>
        <dsp:cNvPr id="0" name=""/>
        <dsp:cNvSpPr/>
      </dsp:nvSpPr>
      <dsp:spPr>
        <a:xfrm>
          <a:off x="7932491"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7932491" y="2154426"/>
        <a:ext cx="616612" cy="308306"/>
      </dsp:txXfrm>
    </dsp:sp>
    <dsp:sp modelId="{789E0DE1-3313-4B96-860A-FDF5786FD69B}">
      <dsp:nvSpPr>
        <dsp:cNvPr id="0" name=""/>
        <dsp:cNvSpPr/>
      </dsp:nvSpPr>
      <dsp:spPr>
        <a:xfrm>
          <a:off x="7932491"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7932491" y="2592221"/>
        <a:ext cx="616612" cy="308306"/>
      </dsp:txXfrm>
    </dsp:sp>
    <dsp:sp modelId="{D299F08B-5B80-416A-ADE8-849578E92CBE}">
      <dsp:nvSpPr>
        <dsp:cNvPr id="0" name=""/>
        <dsp:cNvSpPr/>
      </dsp:nvSpPr>
      <dsp:spPr>
        <a:xfrm>
          <a:off x="7932491"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7932491" y="3030016"/>
        <a:ext cx="616612" cy="308306"/>
      </dsp:txXfrm>
    </dsp:sp>
    <dsp:sp modelId="{B0D91288-7FBE-4A95-9F86-EB5945905A43}">
      <dsp:nvSpPr>
        <dsp:cNvPr id="0" name=""/>
        <dsp:cNvSpPr/>
      </dsp:nvSpPr>
      <dsp:spPr>
        <a:xfrm>
          <a:off x="8291643" y="841041"/>
          <a:ext cx="931184"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endParaRPr lang="zh-CN" altLang="en-US" sz="900" b="1"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8291643" y="841041"/>
        <a:ext cx="931184" cy="308306"/>
      </dsp:txXfrm>
    </dsp:sp>
    <dsp:sp modelId="{49638FA3-0D33-4CCF-BAB3-E58FA1458900}">
      <dsp:nvSpPr>
        <dsp:cNvPr id="0" name=""/>
        <dsp:cNvSpPr/>
      </dsp:nvSpPr>
      <dsp:spPr>
        <a:xfrm>
          <a:off x="8524439" y="1278836"/>
          <a:ext cx="847145"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a:latin typeface="微软雅黑 Light" panose="020B0502040204020203" pitchFamily="34" charset="-122"/>
              <a:ea typeface="微软雅黑" panose="020B0503020204020204" pitchFamily="34" charset="-122"/>
              <a:sym typeface="微软雅黑 Light" panose="020B0502040204020203" pitchFamily="34" charset="-122"/>
            </a:rPr>
            <a:t>33</a:t>
          </a:r>
          <a:r>
            <a:rPr lang="zh-CN" altLang="en-US" sz="800" kern="1200">
              <a:latin typeface="微软雅黑 Light" panose="020B0502040204020203" pitchFamily="34" charset="-122"/>
              <a:ea typeface="微软雅黑" panose="020B0503020204020204" pitchFamily="34" charset="-122"/>
              <a:sym typeface="微软雅黑 Light" panose="020B0502040204020203" pitchFamily="34" charset="-122"/>
            </a:rPr>
            <a:t>个分公司</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8524439" y="1278836"/>
        <a:ext cx="847145" cy="308306"/>
      </dsp:txXfrm>
    </dsp:sp>
    <dsp:sp modelId="{FB612D29-8AF7-47F2-976C-83B69CF49F9E}">
      <dsp:nvSpPr>
        <dsp:cNvPr id="0" name=""/>
        <dsp:cNvSpPr/>
      </dsp:nvSpPr>
      <dsp:spPr>
        <a:xfrm>
          <a:off x="9352316" y="841041"/>
          <a:ext cx="1046268"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900" b="1" kern="1200" dirty="0">
              <a:latin typeface="微软雅黑 Light" panose="020B0502040204020203" pitchFamily="34" charset="-122"/>
              <a:ea typeface="微软雅黑" panose="020B0503020204020204" pitchFamily="34" charset="-122"/>
              <a:sym typeface="微软雅黑 Light" panose="020B0502040204020203" pitchFamily="34" charset="-122"/>
            </a:rPr>
            <a:t>集团</a:t>
          </a:r>
        </a:p>
      </dsp:txBody>
      <dsp:txXfrm>
        <a:off x="9352316" y="841041"/>
        <a:ext cx="1046268" cy="308306"/>
      </dsp:txXfrm>
    </dsp:sp>
    <dsp:sp modelId="{CD44B630-B5DB-4684-B5AD-16BAAFE93255}">
      <dsp:nvSpPr>
        <dsp:cNvPr id="0" name=""/>
        <dsp:cNvSpPr/>
      </dsp:nvSpPr>
      <dsp:spPr>
        <a:xfrm>
          <a:off x="9613883"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科技</a:t>
          </a:r>
        </a:p>
      </dsp:txBody>
      <dsp:txXfrm>
        <a:off x="9613883" y="1278836"/>
        <a:ext cx="616612" cy="308306"/>
      </dsp:txXfrm>
    </dsp:sp>
    <dsp:sp modelId="{803B1017-45A5-40A2-8433-DC1327971637}">
      <dsp:nvSpPr>
        <dsp:cNvPr id="0" name=""/>
        <dsp:cNvSpPr/>
      </dsp:nvSpPr>
      <dsp:spPr>
        <a:xfrm>
          <a:off x="9613883"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9613883" y="1716631"/>
        <a:ext cx="616612" cy="308306"/>
      </dsp:txXfrm>
    </dsp:sp>
    <dsp:sp modelId="{FB5D7096-B959-465F-A3C4-2DE33C219D1A}">
      <dsp:nvSpPr>
        <dsp:cNvPr id="0" name=""/>
        <dsp:cNvSpPr/>
      </dsp:nvSpPr>
      <dsp:spPr>
        <a:xfrm>
          <a:off x="9613883"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9613883" y="2154426"/>
        <a:ext cx="616612" cy="308306"/>
      </dsp:txXfrm>
    </dsp:sp>
    <dsp:sp modelId="{DBE28070-A643-4B2A-A440-8E50C406AE24}">
      <dsp:nvSpPr>
        <dsp:cNvPr id="0" name=""/>
        <dsp:cNvSpPr/>
      </dsp:nvSpPr>
      <dsp:spPr>
        <a:xfrm>
          <a:off x="9613883"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9613883" y="2592221"/>
        <a:ext cx="616612" cy="308306"/>
      </dsp:txXfrm>
    </dsp:sp>
    <dsp:sp modelId="{9D9BEE24-5AAC-468B-8C44-1A1183CE348A}">
      <dsp:nvSpPr>
        <dsp:cNvPr id="0" name=""/>
        <dsp:cNvSpPr/>
      </dsp:nvSpPr>
      <dsp:spPr>
        <a:xfrm>
          <a:off x="10528074" y="841041"/>
          <a:ext cx="931184"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zh-CN" altLang="en-US" sz="900" b="1" kern="1200">
              <a:latin typeface="微软雅黑 Light" panose="020B0502040204020203" pitchFamily="34" charset="-122"/>
              <a:ea typeface="微软雅黑" panose="020B0503020204020204" pitchFamily="34" charset="-122"/>
              <a:sym typeface="微软雅黑 Light" panose="020B0502040204020203" pitchFamily="34" charset="-122"/>
            </a:rPr>
            <a:t>其他公司</a:t>
          </a:r>
          <a:endParaRPr lang="zh-CN" altLang="en-US" sz="900" b="1"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0528074" y="841041"/>
        <a:ext cx="931184" cy="308306"/>
      </dsp:txXfrm>
    </dsp:sp>
    <dsp:sp modelId="{4E75FD99-E68B-4B09-B1AE-736658DDB6BD}">
      <dsp:nvSpPr>
        <dsp:cNvPr id="0" name=""/>
        <dsp:cNvSpPr/>
      </dsp:nvSpPr>
      <dsp:spPr>
        <a:xfrm>
          <a:off x="10760870"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集团公司</a:t>
          </a:r>
        </a:p>
      </dsp:txBody>
      <dsp:txXfrm>
        <a:off x="10760870" y="1278836"/>
        <a:ext cx="616612" cy="308306"/>
      </dsp:txXfrm>
    </dsp:sp>
    <dsp:sp modelId="{37432AAF-411D-45C8-BC26-4FF0CA22D798}">
      <dsp:nvSpPr>
        <dsp:cNvPr id="0" name=""/>
        <dsp:cNvSpPr/>
      </dsp:nvSpPr>
      <dsp:spPr>
        <a:xfrm>
          <a:off x="10773837"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国际</a:t>
          </a: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0773837" y="1716631"/>
        <a:ext cx="616612" cy="308306"/>
      </dsp:txXfrm>
    </dsp:sp>
    <dsp:sp modelId="{B1DD5A57-2D8C-4B72-9E4B-5A21195BE244}">
      <dsp:nvSpPr>
        <dsp:cNvPr id="0" name=""/>
        <dsp:cNvSpPr/>
      </dsp:nvSpPr>
      <dsp:spPr>
        <a:xfrm>
          <a:off x="10760870"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XXX </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0760870" y="2154426"/>
        <a:ext cx="616612" cy="308306"/>
      </dsp:txXfrm>
    </dsp:sp>
    <dsp:sp modelId="{8DF605CB-0DD3-472C-A480-45DA4C376966}">
      <dsp:nvSpPr>
        <dsp:cNvPr id="0" name=""/>
        <dsp:cNvSpPr/>
      </dsp:nvSpPr>
      <dsp:spPr>
        <a:xfrm>
          <a:off x="10760870"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 </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10760870" y="2592221"/>
        <a:ext cx="616612" cy="308306"/>
      </dsp:txXfrm>
    </dsp:sp>
    <dsp:sp modelId="{88345A5A-8AB8-4475-96BE-4934E8085A05}">
      <dsp:nvSpPr>
        <dsp:cNvPr id="0" name=""/>
        <dsp:cNvSpPr/>
      </dsp:nvSpPr>
      <dsp:spPr>
        <a:xfrm>
          <a:off x="10760870"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公司</a:t>
          </a:r>
        </a:p>
      </dsp:txBody>
      <dsp:txXfrm>
        <a:off x="10760870" y="3030016"/>
        <a:ext cx="616612" cy="308306"/>
      </dsp:txXfrm>
    </dsp:sp>
    <dsp:sp modelId="{5EC8F9A1-764A-41D4-B9FE-217EA205D525}">
      <dsp:nvSpPr>
        <dsp:cNvPr id="0" name=""/>
        <dsp:cNvSpPr/>
      </dsp:nvSpPr>
      <dsp:spPr>
        <a:xfrm>
          <a:off x="10760870" y="3467812"/>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rPr>
            <a:t>电子</a:t>
          </a: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0760870" y="3467812"/>
        <a:ext cx="616612" cy="308306"/>
      </dsp:txXfrm>
    </dsp:sp>
    <dsp:sp modelId="{431FE423-4F0A-45DB-84A9-56D4D6B5E67B}">
      <dsp:nvSpPr>
        <dsp:cNvPr id="0" name=""/>
        <dsp:cNvSpPr/>
      </dsp:nvSpPr>
      <dsp:spPr>
        <a:xfrm>
          <a:off x="10760870" y="3905607"/>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100000"/>
            </a:lnSpc>
            <a:spcBef>
              <a:spcPct val="0"/>
            </a:spcBef>
            <a:spcAft>
              <a:spcPct val="35000"/>
            </a:spcAft>
            <a:buNone/>
          </a:pPr>
          <a:r>
            <a:rPr lang="en-US" altLang="zh-CN" sz="6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6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0760870" y="3905607"/>
        <a:ext cx="616612" cy="308306"/>
      </dsp:txXfrm>
    </dsp:sp>
    <dsp:sp modelId="{47E9AD63-4FA8-48CF-A6B4-7FEBD5568FCC}">
      <dsp:nvSpPr>
        <dsp:cNvPr id="0" name=""/>
        <dsp:cNvSpPr/>
      </dsp:nvSpPr>
      <dsp:spPr>
        <a:xfrm>
          <a:off x="10760870" y="4343402"/>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0760870" y="4343402"/>
        <a:ext cx="616612" cy="308306"/>
      </dsp:txXfrm>
    </dsp:sp>
    <dsp:sp modelId="{E301F119-A5AC-49AE-BA1E-24B783C4C75C}">
      <dsp:nvSpPr>
        <dsp:cNvPr id="0" name=""/>
        <dsp:cNvSpPr/>
      </dsp:nvSpPr>
      <dsp:spPr>
        <a:xfrm>
          <a:off x="10760870" y="4781197"/>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a:latin typeface="微软雅黑 Light" panose="020B0502040204020203" pitchFamily="34" charset="-122"/>
              <a:ea typeface="微软雅黑" panose="020B0503020204020204" pitchFamily="34" charset="-122"/>
              <a:sym typeface="微软雅黑 Light" panose="020B0502040204020203" pitchFamily="34" charset="-122"/>
            </a:rPr>
            <a:t>……</a:t>
          </a:r>
          <a:endParaRPr lang="zh-CN" altLang="en-US" sz="800"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10760870" y="4781197"/>
        <a:ext cx="616612" cy="3083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04F8EF-6A07-47F6-AB13-D712C18C5514}">
      <dsp:nvSpPr>
        <dsp:cNvPr id="0" name=""/>
        <dsp:cNvSpPr/>
      </dsp:nvSpPr>
      <dsp:spPr>
        <a:xfrm rot="5400000">
          <a:off x="172728" y="31320"/>
          <a:ext cx="1329613" cy="1271645"/>
        </a:xfrm>
        <a:prstGeom prst="round2SameRect">
          <a:avLst/>
        </a:prstGeom>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000" tIns="72000" rIns="72000" bIns="72000" numCol="1" spcCol="1270" anchor="ctr" anchorCtr="0">
          <a:noAutofit/>
        </a:bodyPr>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项目立项</a:t>
          </a:r>
        </a:p>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项目筹备</a:t>
          </a:r>
        </a:p>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项目通讯录</a:t>
          </a:r>
        </a:p>
      </dsp:txBody>
      <dsp:txXfrm rot="-5400000">
        <a:off x="201713" y="64413"/>
        <a:ext cx="1209568" cy="1205459"/>
      </dsp:txXfrm>
    </dsp:sp>
    <dsp:sp modelId="{E0D9B3A1-DD52-482E-A87C-FC367D951794}">
      <dsp:nvSpPr>
        <dsp:cNvPr id="0" name=""/>
        <dsp:cNvSpPr/>
      </dsp:nvSpPr>
      <dsp:spPr>
        <a:xfrm>
          <a:off x="285" y="17977"/>
          <a:ext cx="201427" cy="1298329"/>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latin typeface="微软雅黑 Light" panose="020B0502040204020203" pitchFamily="34" charset="-122"/>
              <a:ea typeface="微软雅黑" panose="020B0503020204020204" pitchFamily="34" charset="-122"/>
              <a:sym typeface="微软雅黑 Light" panose="020B0502040204020203" pitchFamily="34" charset="-122"/>
            </a:rPr>
            <a:t>项目启动</a:t>
          </a:r>
        </a:p>
      </dsp:txBody>
      <dsp:txXfrm>
        <a:off x="10118" y="27810"/>
        <a:ext cx="181761" cy="1278663"/>
      </dsp:txXfrm>
    </dsp:sp>
    <dsp:sp modelId="{6B9E6348-F3CF-466B-B8A6-09A90FEC1E49}">
      <dsp:nvSpPr>
        <dsp:cNvPr id="0" name=""/>
        <dsp:cNvSpPr/>
      </dsp:nvSpPr>
      <dsp:spPr>
        <a:xfrm rot="5400000">
          <a:off x="300593" y="1345596"/>
          <a:ext cx="1079902" cy="1263374"/>
        </a:xfrm>
        <a:prstGeom prst="round2SameRect">
          <a:avLst/>
        </a:prstGeom>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000" tIns="72000" rIns="72000" bIns="72000" numCol="1" spcCol="1270" anchor="ctr" anchorCtr="0">
          <a:noAutofit/>
        </a:bodyPr>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项目交付计划</a:t>
          </a:r>
        </a:p>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资源投入计划</a:t>
          </a:r>
        </a:p>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沟通管理计划</a:t>
          </a:r>
        </a:p>
      </dsp:txBody>
      <dsp:txXfrm rot="-5400000">
        <a:off x="208857" y="1490048"/>
        <a:ext cx="1210658" cy="974470"/>
      </dsp:txXfrm>
    </dsp:sp>
    <dsp:sp modelId="{02EDE981-D539-484F-8966-C873CDA0E394}">
      <dsp:nvSpPr>
        <dsp:cNvPr id="0" name=""/>
        <dsp:cNvSpPr/>
      </dsp:nvSpPr>
      <dsp:spPr>
        <a:xfrm>
          <a:off x="285" y="1435211"/>
          <a:ext cx="208571" cy="1084144"/>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制定计划</a:t>
          </a:r>
        </a:p>
      </dsp:txBody>
      <dsp:txXfrm>
        <a:off x="10467" y="1445393"/>
        <a:ext cx="188207" cy="1063780"/>
      </dsp:txXfrm>
    </dsp:sp>
    <dsp:sp modelId="{DB883D8B-5323-4AEB-A6E6-1095E7A639F6}">
      <dsp:nvSpPr>
        <dsp:cNvPr id="0" name=""/>
        <dsp:cNvSpPr/>
      </dsp:nvSpPr>
      <dsp:spPr>
        <a:xfrm rot="5400000">
          <a:off x="201955" y="2671616"/>
          <a:ext cx="1291200" cy="1241912"/>
        </a:xfrm>
        <a:prstGeom prst="round2SameRect">
          <a:avLst/>
        </a:prstGeom>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000" tIns="72000" rIns="72000" bIns="72000" numCol="1" spcCol="1270" anchor="ctr" anchorCtr="0">
          <a:noAutofit/>
        </a:bodyPr>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召开启动会</a:t>
          </a:r>
        </a:p>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签署项目公约</a:t>
          </a:r>
        </a:p>
      </dsp:txBody>
      <dsp:txXfrm rot="-5400000">
        <a:off x="226600" y="2707597"/>
        <a:ext cx="1181287" cy="1169950"/>
      </dsp:txXfrm>
    </dsp:sp>
    <dsp:sp modelId="{7BE8944E-1CD5-41B0-82E0-AFDC3F96B672}">
      <dsp:nvSpPr>
        <dsp:cNvPr id="0" name=""/>
        <dsp:cNvSpPr/>
      </dsp:nvSpPr>
      <dsp:spPr>
        <a:xfrm>
          <a:off x="285" y="2622617"/>
          <a:ext cx="230166" cy="1313219"/>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latin typeface="微软雅黑 Light" panose="020B0502040204020203" pitchFamily="34" charset="-122"/>
              <a:ea typeface="微软雅黑" panose="020B0503020204020204" pitchFamily="34" charset="-122"/>
              <a:sym typeface="微软雅黑 Light" panose="020B0502040204020203" pitchFamily="34" charset="-122"/>
            </a:rPr>
            <a:t>召开启动会</a:t>
          </a:r>
        </a:p>
      </dsp:txBody>
      <dsp:txXfrm>
        <a:off x="11521" y="2633853"/>
        <a:ext cx="207694" cy="12907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3A190-3207-4797-BAD4-56486B5677E6}">
      <dsp:nvSpPr>
        <dsp:cNvPr id="0" name=""/>
        <dsp:cNvSpPr/>
      </dsp:nvSpPr>
      <dsp:spPr>
        <a:xfrm rot="5400000">
          <a:off x="-145072" y="404553"/>
          <a:ext cx="2017222" cy="1210514"/>
        </a:xfrm>
        <a:prstGeom prst="rect">
          <a:avLst/>
        </a:prstGeom>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000" tIns="72000" rIns="72000" bIns="72000" numCol="1" spcCol="1270" anchor="ctr" anchorCtr="0">
          <a:noAutofit/>
        </a:bodyPr>
        <a:lstStyle/>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项目文档交接</a:t>
          </a:r>
        </a:p>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项目验收会</a:t>
          </a:r>
        </a:p>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项目验收报告</a:t>
          </a:r>
        </a:p>
      </dsp:txBody>
      <dsp:txXfrm rot="-5400000">
        <a:off x="258282" y="1199"/>
        <a:ext cx="1210514" cy="2017222"/>
      </dsp:txXfrm>
    </dsp:sp>
    <dsp:sp modelId="{E325C1A5-FAD7-4B6A-8EF5-0D46AB0C16A5}">
      <dsp:nvSpPr>
        <dsp:cNvPr id="0" name=""/>
        <dsp:cNvSpPr/>
      </dsp:nvSpPr>
      <dsp:spPr>
        <a:xfrm>
          <a:off x="12" y="0"/>
          <a:ext cx="258156" cy="2008977"/>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latin typeface="微软雅黑 Light" panose="020B0502040204020203" pitchFamily="34" charset="-122"/>
              <a:ea typeface="微软雅黑" panose="020B0503020204020204" pitchFamily="34" charset="-122"/>
              <a:sym typeface="微软雅黑 Light" panose="020B0502040204020203" pitchFamily="34" charset="-122"/>
            </a:rPr>
            <a:t>交接验收</a:t>
          </a:r>
        </a:p>
      </dsp:txBody>
      <dsp:txXfrm>
        <a:off x="12614" y="12602"/>
        <a:ext cx="232952" cy="1983773"/>
      </dsp:txXfrm>
    </dsp:sp>
    <dsp:sp modelId="{BCACEA37-7C7A-48C4-9321-2A2DF1571FC9}">
      <dsp:nvSpPr>
        <dsp:cNvPr id="0" name=""/>
        <dsp:cNvSpPr/>
      </dsp:nvSpPr>
      <dsp:spPr>
        <a:xfrm rot="5400000">
          <a:off x="-29105" y="2432026"/>
          <a:ext cx="1784354" cy="1211697"/>
        </a:xfrm>
        <a:prstGeom prst="rect">
          <a:avLst/>
        </a:prstGeom>
        <a:solidFill>
          <a:prstClr val="white">
            <a:alpha val="90000"/>
          </a:prst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000" tIns="72000" rIns="72000" bIns="72000" numCol="1" spcCol="1270" anchor="ctr" anchorCtr="0">
          <a:noAutofit/>
        </a:bodyPr>
        <a:lstStyle/>
        <a:p>
          <a:pPr marL="0" lvl="1" indent="-57150" algn="l" defTabSz="355600">
            <a:lnSpc>
              <a:spcPct val="100000"/>
            </a:lnSpc>
            <a:spcBef>
              <a:spcPct val="0"/>
            </a:spcBef>
            <a:spcAft>
              <a:spcPts val="0"/>
            </a:spcAft>
            <a:buChar char="•"/>
          </a:pPr>
          <a:r>
            <a:rPr lang="zh-CN" altLang="zh-CN"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实施转</a:t>
          </a: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接</a:t>
          </a:r>
          <a:endParaRPr lang="zh-CN" altLang="zh-CN"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p>
          <a:pPr marL="0" lvl="1" indent="-57150" algn="l" defTabSz="355600">
            <a:lnSpc>
              <a:spcPct val="100000"/>
            </a:lnSpc>
            <a:spcBef>
              <a:spcPct val="0"/>
            </a:spcBef>
            <a:spcAft>
              <a:spcPts val="0"/>
            </a:spcAft>
            <a:buChar char="•"/>
          </a:pPr>
          <a:r>
            <a:rPr lang="zh-CN" altLang="en-US"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运维</a:t>
          </a:r>
          <a:r>
            <a:rPr lang="zh-CN" altLang="zh-CN" sz="1200" b="0" kern="1200" dirty="0">
              <a:solidFill>
                <a:prstClr val="black">
                  <a:hueOff val="0"/>
                  <a:satOff val="0"/>
                  <a:lumOff val="0"/>
                  <a:alphaOff val="0"/>
                </a:prstClr>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服务</a:t>
          </a:r>
        </a:p>
      </dsp:txBody>
      <dsp:txXfrm rot="-5400000">
        <a:off x="257223" y="2145698"/>
        <a:ext cx="1211697" cy="1784354"/>
      </dsp:txXfrm>
    </dsp:sp>
    <dsp:sp modelId="{75E78E57-F865-45F1-A654-83ED87FEA15E}">
      <dsp:nvSpPr>
        <dsp:cNvPr id="0" name=""/>
        <dsp:cNvSpPr/>
      </dsp:nvSpPr>
      <dsp:spPr>
        <a:xfrm>
          <a:off x="9986" y="2148795"/>
          <a:ext cx="244379" cy="1781257"/>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latin typeface="微软雅黑 Light" panose="020B0502040204020203" pitchFamily="34" charset="-122"/>
              <a:ea typeface="微软雅黑" panose="020B0503020204020204" pitchFamily="34" charset="-122"/>
              <a:sym typeface="微软雅黑 Light" panose="020B0502040204020203" pitchFamily="34" charset="-122"/>
            </a:rPr>
            <a:t>运行维护</a:t>
          </a:r>
          <a:endParaRPr lang="zh-CN" altLang="zh-CN" sz="1200" b="1" kern="1200" dirty="0">
            <a:latin typeface="微软雅黑 Light" panose="020B0502040204020203" pitchFamily="34" charset="-122"/>
            <a:ea typeface="微软雅黑" panose="020B0503020204020204" pitchFamily="34" charset="-122"/>
            <a:sym typeface="微软雅黑 Light" panose="020B0502040204020203" pitchFamily="34" charset="-122"/>
          </a:endParaRPr>
        </a:p>
      </dsp:txBody>
      <dsp:txXfrm>
        <a:off x="21916" y="2160725"/>
        <a:ext cx="220519" cy="175739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2022/10/12</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2022/10/12</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F3D11E-84C2-4DA3-ACA9-A64814AACB2A}"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en-US" sz="900" b="0" i="0" kern="1200" spc="0" baseline="0" dirty="0">
                <a:solidFill>
                  <a:schemeClr val="accent1">
                    <a:lumMod val="75000"/>
                  </a:schemeClr>
                </a:solidFill>
                <a:latin typeface="微软雅黑" panose="020B0503020204020204" charset="-122"/>
                <a:ea typeface="微软雅黑" panose="020B0503020204020204" charset="-122"/>
              </a:rPr>
              <a:t>④ 内部公开 请勿外传</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937952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B27BDD3-BA6F-61B2-1AE3-2627D8D62753}"/>
              </a:ext>
            </a:extLst>
          </p:cNvPr>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a:extLst>
              <a:ext uri="{FF2B5EF4-FFF2-40B4-BE49-F238E27FC236}">
                <a16:creationId xmlns:a16="http://schemas.microsoft.com/office/drawing/2014/main" id="{AD19EED1-AAAC-A1FE-9BAE-B9C20CF9B2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a:extLst>
              <a:ext uri="{FF2B5EF4-FFF2-40B4-BE49-F238E27FC236}">
                <a16:creationId xmlns:a16="http://schemas.microsoft.com/office/drawing/2014/main" id="{A1A3EFBA-1016-8ADA-B0E7-090B26587D9D}"/>
              </a:ext>
            </a:extLst>
          </p:cNvPr>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a:extLst>
              <a:ext uri="{FF2B5EF4-FFF2-40B4-BE49-F238E27FC236}">
                <a16:creationId xmlns:a16="http://schemas.microsoft.com/office/drawing/2014/main" id="{0976E708-6CF7-6847-2394-20918CB0D4AB}"/>
              </a:ext>
            </a:extLst>
          </p:cNvPr>
          <p:cNvSpPr txBox="1"/>
          <p:nvPr userDrawn="1"/>
        </p:nvSpPr>
        <p:spPr>
          <a:xfrm>
            <a:off x="10174753" y="6416764"/>
            <a:ext cx="1213281" cy="173511"/>
          </a:xfrm>
          <a:prstGeom prst="rect">
            <a:avLst/>
          </a:prstGeom>
          <a:ln w="12700">
            <a:miter lim="400000"/>
          </a:ln>
          <a:extLst>
            <a:ext uri="{C572A759-6A51-4108-AA02-DFA0A04FC94B}">
              <ma14:wrappingTextBoxFlag xmlns:ma14="http://schemas.microsoft.com/office/mac/drawingml/2011/main" xmlns="" val="1"/>
            </a:ext>
          </a:extLst>
        </p:spPr>
        <p:txBody>
          <a:bodyPr wrap="square" lIns="8891" tIns="8891" rIns="8891" bIns="8891" anchor="ctr">
            <a:noAutofit/>
          </a:bodyPr>
          <a:lstStyle>
            <a:defPPr>
              <a:defRPr lang="zh-CN"/>
            </a:defPPr>
            <a:lvl1pPr algn="r">
              <a:lnSpc>
                <a:spcPts val="1333"/>
              </a:lnSpc>
              <a:defRPr sz="933">
                <a:solidFill>
                  <a:schemeClr val="bg1">
                    <a:lumMod val="50000"/>
                  </a:schemeClr>
                </a:solidFill>
                <a:latin typeface="微软雅黑"/>
                <a:ea typeface="微软雅黑"/>
                <a:cs typeface="微软雅黑"/>
              </a:defRPr>
            </a:lvl1pPr>
          </a:lstStyle>
          <a:p>
            <a:pPr lvl="0" algn="l"/>
            <a:r>
              <a:rPr dirty="0"/>
              <a:t> </a:t>
            </a:r>
            <a:r>
              <a:rPr lang="zh-CN" altLang="en-US" dirty="0"/>
              <a:t>④ 内部公开 请勿外传</a:t>
            </a:r>
            <a:endParaRPr dirty="0"/>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extLst>
      <p:ext uri="{BB962C8B-B14F-4D97-AF65-F5344CB8AC3E}">
        <p14:creationId xmlns:p14="http://schemas.microsoft.com/office/powerpoint/2010/main" val="316893953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3694233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9" name="Text Box 2">
            <a:extLst>
              <a:ext uri="{FF2B5EF4-FFF2-40B4-BE49-F238E27FC236}">
                <a16:creationId xmlns:a16="http://schemas.microsoft.com/office/drawing/2014/main" id="{24AA33A4-6B20-CB15-C038-537E5C3ABC48}"/>
              </a:ext>
            </a:extLst>
          </p:cNvPr>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bg1">
                    <a:lumMod val="95000"/>
                  </a:schemeClr>
                </a:solidFill>
              </a:rPr>
              <a:t> </a:t>
            </a:r>
            <a:r>
              <a:rPr lang="zh-CN" altLang="en-US" dirty="0">
                <a:solidFill>
                  <a:schemeClr val="bg1">
                    <a:lumMod val="95000"/>
                  </a:schemeClr>
                </a:solidFill>
              </a:rPr>
              <a:t>④ 内部公开 请勿外传</a:t>
            </a:r>
            <a:endParaRPr dirty="0">
              <a:solidFill>
                <a:schemeClr val="bg1">
                  <a:lumMod val="95000"/>
                </a:schemeClr>
              </a:solidFill>
            </a:endParaRP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副标题，微软雅黑粗体</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29511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a:extLst>
              <a:ext uri="{FF2B5EF4-FFF2-40B4-BE49-F238E27FC236}">
                <a16:creationId xmlns:a16="http://schemas.microsoft.com/office/drawing/2014/main" id="{359698A5-5417-9D32-F40C-999FA21CD55E}"/>
              </a:ext>
            </a:extLst>
          </p:cNvPr>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0" name="矩形 9">
            <a:extLst>
              <a:ext uri="{FF2B5EF4-FFF2-40B4-BE49-F238E27FC236}">
                <a16:creationId xmlns:a16="http://schemas.microsoft.com/office/drawing/2014/main" id="{772A5AA7-64BB-7E93-DA0D-B6C45B8FD098}"/>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666124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8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a:extLst>
              <a:ext uri="{FF2B5EF4-FFF2-40B4-BE49-F238E27FC236}">
                <a16:creationId xmlns:a16="http://schemas.microsoft.com/office/drawing/2014/main" id="{F109FB53-771C-F189-F61D-48511CADBF69}"/>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3BBD89FF-FA37-0AF3-B68F-463DC689CE8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51C29D90-EDE8-D8E0-91DB-02C2FCA69B94}"/>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87663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a:extLst>
              <a:ext uri="{FF2B5EF4-FFF2-40B4-BE49-F238E27FC236}">
                <a16:creationId xmlns:a16="http://schemas.microsoft.com/office/drawing/2014/main" id="{97956506-139E-D5F6-9823-AE28F6377940}"/>
              </a:ext>
            </a:extLst>
          </p:cNvPr>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939B6773-94A2-8D5C-BD3E-C6F20D649E86}"/>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F93E295B-5738-7A72-D1BB-964962FC748D}"/>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4201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a:extLst>
              <a:ext uri="{FF2B5EF4-FFF2-40B4-BE49-F238E27FC236}">
                <a16:creationId xmlns:a16="http://schemas.microsoft.com/office/drawing/2014/main" id="{58FC437B-5AF3-80CA-048B-54A08081287D}"/>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FD2F612C-7B0B-50BF-905A-506E892598B0}"/>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75CFA9B9-66DC-AEB6-A847-42A0C5CD9B8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59828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a:extLst>
              <a:ext uri="{FF2B5EF4-FFF2-40B4-BE49-F238E27FC236}">
                <a16:creationId xmlns:a16="http://schemas.microsoft.com/office/drawing/2014/main" id="{808AC489-1559-3A62-2339-621E0A0C06D1}"/>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a:extLst>
              <a:ext uri="{FF2B5EF4-FFF2-40B4-BE49-F238E27FC236}">
                <a16:creationId xmlns:a16="http://schemas.microsoft.com/office/drawing/2014/main" id="{1A2190C7-E2D4-B6B0-A739-2B6997732C23}"/>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DC9398BE-B640-C727-E15D-3C470F22D4AA}"/>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973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a:extLst>
              <a:ext uri="{FF2B5EF4-FFF2-40B4-BE49-F238E27FC236}">
                <a16:creationId xmlns:a16="http://schemas.microsoft.com/office/drawing/2014/main" id="{1C24873E-AC96-10A3-6A7F-5616E3263452}"/>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a:extLst>
              <a:ext uri="{FF2B5EF4-FFF2-40B4-BE49-F238E27FC236}">
                <a16:creationId xmlns:a16="http://schemas.microsoft.com/office/drawing/2014/main" id="{2790DCCA-BE24-D1EA-892E-05367AA32B19}"/>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9" name="矩形 8">
            <a:extLst>
              <a:ext uri="{FF2B5EF4-FFF2-40B4-BE49-F238E27FC236}">
                <a16:creationId xmlns:a16="http://schemas.microsoft.com/office/drawing/2014/main" id="{B18FE9BA-FF4A-268B-0AA8-C6146E8EDA7C}"/>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09281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a:extLst>
              <a:ext uri="{FF2B5EF4-FFF2-40B4-BE49-F238E27FC236}">
                <a16:creationId xmlns:a16="http://schemas.microsoft.com/office/drawing/2014/main" id="{B8761F26-48D4-3837-686D-6B104DC7ACA8}"/>
              </a:ext>
            </a:extLst>
          </p:cNvPr>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a:extLst>
              <a:ext uri="{FF2B5EF4-FFF2-40B4-BE49-F238E27FC236}">
                <a16:creationId xmlns:a16="http://schemas.microsoft.com/office/drawing/2014/main" id="{68A34454-048E-5637-A32B-77670A0734BC}"/>
              </a:ext>
            </a:extLst>
          </p:cNvPr>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endParaRPr kumimoji="1" lang="en-US" altLang="zh-CN" dirty="0"/>
          </a:p>
        </p:txBody>
      </p:sp>
      <p:sp>
        <p:nvSpPr>
          <p:cNvPr id="12" name="矩形 11">
            <a:extLst>
              <a:ext uri="{FF2B5EF4-FFF2-40B4-BE49-F238E27FC236}">
                <a16:creationId xmlns:a16="http://schemas.microsoft.com/office/drawing/2014/main" id="{86F437F8-81DA-5382-380C-F5255E3B70AF}"/>
              </a:ext>
            </a:extLst>
          </p:cNvPr>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80783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a:extLst>
              <a:ext uri="{FF2B5EF4-FFF2-40B4-BE49-F238E27FC236}">
                <a16:creationId xmlns:a16="http://schemas.microsoft.com/office/drawing/2014/main" id="{B853A798-207D-94B0-5A34-9382B21550D6}"/>
              </a:ext>
            </a:extLst>
          </p:cNvPr>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Microsoft YaHei" panose="020B0503020204020204" pitchFamily="34" charset="-122"/>
            </a:endParaRPr>
          </a:p>
        </p:txBody>
      </p:sp>
      <p:pic>
        <p:nvPicPr>
          <p:cNvPr id="20" name="图片 19">
            <a:extLst>
              <a:ext uri="{FF2B5EF4-FFF2-40B4-BE49-F238E27FC236}">
                <a16:creationId xmlns:a16="http://schemas.microsoft.com/office/drawing/2014/main" id="{20C8B9F2-2F70-E82A-EB35-C9C417327A6A}"/>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a:extLst>
              <a:ext uri="{FF2B5EF4-FFF2-40B4-BE49-F238E27FC236}">
                <a16:creationId xmlns:a16="http://schemas.microsoft.com/office/drawing/2014/main" id="{0E9B2F5C-CE29-1522-BC42-BBA2EFDD20E4}"/>
              </a:ext>
            </a:extLst>
          </p:cNvPr>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chemeClr val="bg1"/>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chemeClr val="bg1"/>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22" name="图片占位符 7">
            <a:extLst>
              <a:ext uri="{FF2B5EF4-FFF2-40B4-BE49-F238E27FC236}">
                <a16:creationId xmlns:a16="http://schemas.microsoft.com/office/drawing/2014/main" id="{D0C90E13-0A90-DF0B-F944-3AA666A21A71}"/>
              </a:ext>
            </a:extLst>
          </p:cNvPr>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a:extLst>
              <a:ext uri="{FF2B5EF4-FFF2-40B4-BE49-F238E27FC236}">
                <a16:creationId xmlns:a16="http://schemas.microsoft.com/office/drawing/2014/main" id="{5289F285-FA71-AC9B-7CE8-6240E302E91E}"/>
              </a:ext>
            </a:extLst>
          </p:cNvPr>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a:extLst>
              <a:ext uri="{FF2B5EF4-FFF2-40B4-BE49-F238E27FC236}">
                <a16:creationId xmlns:a16="http://schemas.microsoft.com/office/drawing/2014/main" id="{76C577F7-6189-8999-F62E-428A6825E6F7}"/>
              </a:ext>
            </a:extLst>
          </p:cNvPr>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a:extLst>
              <a:ext uri="{FF2B5EF4-FFF2-40B4-BE49-F238E27FC236}">
                <a16:creationId xmlns:a16="http://schemas.microsoft.com/office/drawing/2014/main" id="{73C38C5A-3BAF-DC36-C8E3-DED6D7D78231}"/>
              </a:ext>
            </a:extLst>
          </p:cNvPr>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1" lang="zh-CN" altLang="en-US" dirty="0"/>
              <a:t>此段文字旨在显示正确的字号和段落的位置，例文可替换</a:t>
            </a:r>
          </a:p>
          <a:p>
            <a:pPr lvl="0"/>
            <a:endParaRPr kumimoji="1" lang="zh-CN" altLang="en-US" dirty="0"/>
          </a:p>
        </p:txBody>
      </p:sp>
    </p:spTree>
    <p:extLst>
      <p:ext uri="{BB962C8B-B14F-4D97-AF65-F5344CB8AC3E}">
        <p14:creationId xmlns:p14="http://schemas.microsoft.com/office/powerpoint/2010/main" val="145956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a:extLst>
              <a:ext uri="{FF2B5EF4-FFF2-40B4-BE49-F238E27FC236}">
                <a16:creationId xmlns:a16="http://schemas.microsoft.com/office/drawing/2014/main" id="{A773CA4B-B3FE-9D19-989E-BA44C8DF7D12}"/>
              </a:ext>
            </a:extLst>
          </p:cNvPr>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本文件内容为 </a:t>
            </a:r>
            <a:r>
              <a:rPr lang="zh-CN" altLang="en-US" sz="1800" b="1" dirty="0">
                <a:solidFill>
                  <a:schemeClr val="accent5"/>
                </a:solidFill>
                <a:latin typeface="Microsoft YaHei" panose="020B0503020204020204" pitchFamily="34" charset="-122"/>
                <a:ea typeface="Microsoft YaHei" panose="020B0503020204020204" pitchFamily="34" charset="-122"/>
              </a:rPr>
              <a:t>④ </a:t>
            </a:r>
            <a:r>
              <a:rPr lang="zh-CN" altLang="en-US" sz="1800" b="1" i="0" dirty="0">
                <a:solidFill>
                  <a:schemeClr val="accent5"/>
                </a:solidFill>
                <a:latin typeface="Microsoft YaHei" panose="020B0503020204020204" pitchFamily="34" charset="-122"/>
                <a:ea typeface="Microsoft YaHei" panose="020B0503020204020204" pitchFamily="34" charset="-122"/>
              </a:rPr>
              <a:t>内部公开 请勿外传</a:t>
            </a:r>
            <a:r>
              <a:rPr lang="zh-CN" altLang="en-US" sz="1800" b="0" i="0" dirty="0">
                <a:solidFill>
                  <a:schemeClr val="bg1"/>
                </a:solidFill>
                <a:latin typeface="Microsoft YaHei" panose="020B0503020204020204" pitchFamily="34" charset="-122"/>
                <a:ea typeface="Microsoft YaHei" panose="020B0503020204020204" pitchFamily="34" charset="-122"/>
              </a:rPr>
              <a:t>：禁止未授权的内部、第三方人员使用与访问</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非专项必要的业务与项目负责人，收到此内容请立即删除</a:t>
            </a:r>
            <a:endParaRPr lang="en-US" altLang="zh-CN" sz="1800" b="0" i="0" dirty="0">
              <a:solidFill>
                <a:schemeClr val="bg1"/>
              </a:solidFill>
              <a:latin typeface="Microsoft YaHei" panose="020B0503020204020204" pitchFamily="34" charset="-122"/>
              <a:ea typeface="Microsoft YaHei" panose="020B0503020204020204" pitchFamily="3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Microsoft YaHei" panose="020B0503020204020204" pitchFamily="34" charset="-122"/>
                <a:ea typeface="Microsoft YaHei" panose="020B0503020204020204" pitchFamily="34" charset="-122"/>
              </a:rPr>
              <a:t>严禁在未经过主管领导审批，发送给无关业务团队与人员</a:t>
            </a:r>
            <a:endParaRPr lang="en-US" altLang="zh-CN" sz="1800" b="0" i="0" dirty="0">
              <a:solidFill>
                <a:schemeClr val="bg1"/>
              </a:solidFill>
              <a:latin typeface="Microsoft YaHei" panose="020B0503020204020204" pitchFamily="34" charset="-122"/>
              <a:ea typeface="Microsoft YaHei" panose="020B0503020204020204" pitchFamily="34" charset="-122"/>
            </a:endParaRPr>
          </a:p>
        </p:txBody>
      </p:sp>
      <p:sp>
        <p:nvSpPr>
          <p:cNvPr id="9" name="标题 2">
            <a:extLst>
              <a:ext uri="{FF2B5EF4-FFF2-40B4-BE49-F238E27FC236}">
                <a16:creationId xmlns:a16="http://schemas.microsoft.com/office/drawing/2014/main" id="{18F456E8-00AB-C41E-941D-4F7AE594C544}"/>
              </a:ext>
            </a:extLst>
          </p:cNvPr>
          <p:cNvSpPr txBox="1">
            <a:spLocks/>
          </p:cNvSpPr>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Microsoft YaHei" panose="020B0503020204020204" pitchFamily="34" charset="-122"/>
                <a:ea typeface="Microsoft YaHei" panose="020B0503020204020204" pitchFamily="3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Microsoft YaHei" panose="020B0503020204020204" pitchFamily="34" charset="-122"/>
              <a:ea typeface="Microsoft YaHei" panose="020B0503020204020204" pitchFamily="34" charset="-122"/>
            </a:endParaRPr>
          </a:p>
        </p:txBody>
      </p:sp>
      <p:sp>
        <p:nvSpPr>
          <p:cNvPr id="10" name="内容占位符 1">
            <a:extLst>
              <a:ext uri="{FF2B5EF4-FFF2-40B4-BE49-F238E27FC236}">
                <a16:creationId xmlns:a16="http://schemas.microsoft.com/office/drawing/2014/main" id="{2B9D87DE-8AC1-3465-C97D-D71A60AE27C3}"/>
              </a:ext>
            </a:extLst>
          </p:cNvPr>
          <p:cNvSpPr txBox="1">
            <a:spLocks/>
          </p:cNvSpPr>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版权所有</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©1993-2022 </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本文档提到的金蝶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EBC®</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、金蝶云苍穹</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、金蝶云星瀚</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、金蝶云星空</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、金蝶云星辰</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KIS®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K/3®</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、金蝶</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EAS®</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、友商网</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en-US" altLang="zh-CN" sz="1400" b="0" i="0" kern="1200" dirty="0" err="1">
                <a:solidFill>
                  <a:schemeClr val="bg1">
                    <a:alpha val="50000"/>
                  </a:schemeClr>
                </a:solidFill>
                <a:effectLst/>
                <a:latin typeface="Microsoft YaHei" panose="020B0503020204020204" pitchFamily="34" charset="-122"/>
                <a:ea typeface="Microsoft YaHei" panose="020B0503020204020204" pitchFamily="34" charset="-122"/>
                <a:cs typeface="+mn-cs"/>
              </a:rPr>
              <a:t>Apusic</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 </a:t>
            </a: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Microsoft YaHei" panose="020B0503020204020204" pitchFamily="34" charset="-122"/>
                <a:ea typeface="Microsoft YaHei" panose="020B0503020204020204" pitchFamily="34" charset="-122"/>
                <a:cs typeface="+mn-cs"/>
              </a:rPr>
              <a:t>DataSubjectRequest@kingdee.com</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），我们将在</a:t>
            </a:r>
            <a:r>
              <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15</a:t>
            </a:r>
            <a:r>
              <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rPr>
              <a:t>个工作日内处理。</a:t>
            </a:r>
            <a:endParaRPr lang="en-US"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注：</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①绝密信息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②机密信息 严禁泄露</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③秘密信息 严禁泄露 </a:t>
            </a:r>
            <a:r>
              <a:rPr lang="zh-CN" altLang="en-US" sz="1400" b="0" i="0" dirty="0">
                <a:solidFill>
                  <a:schemeClr val="bg1">
                    <a:alpha val="50000"/>
                  </a:schemeClr>
                </a:solidFill>
                <a:latin typeface="Microsoft YaHei" panose="020B0503020204020204" pitchFamily="34" charset="-122"/>
                <a:ea typeface="Microsoft YaHei" panose="020B0503020204020204" pitchFamily="34" charset="-122"/>
              </a:rPr>
              <a:t> </a:t>
            </a:r>
            <a:r>
              <a:rPr lang="zh-CN" altLang="zh-CN" sz="1400" b="0" i="0" dirty="0">
                <a:solidFill>
                  <a:schemeClr val="bg1">
                    <a:alpha val="50000"/>
                  </a:schemeClr>
                </a:solidFill>
                <a:latin typeface="Microsoft YaHei" panose="020B0503020204020204" pitchFamily="34" charset="-122"/>
                <a:ea typeface="Microsoft YaHei" panose="020B0503020204020204" pitchFamily="3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Microsoft YaHei" panose="020B0503020204020204" pitchFamily="34" charset="-122"/>
              <a:ea typeface="Microsoft YaHei" panose="020B0503020204020204" pitchFamily="34" charset="-122"/>
              <a:cs typeface="+mn-cs"/>
            </a:endParaRPr>
          </a:p>
          <a:p>
            <a:pPr algn="just">
              <a:lnSpc>
                <a:spcPct val="150000"/>
              </a:lnSpc>
              <a:spcBef>
                <a:spcPts val="0"/>
              </a:spcBef>
            </a:pPr>
            <a:endParaRPr kumimoji="1" lang="zh-CN" altLang="en-US" sz="1400" b="0" i="0" dirty="0">
              <a:solidFill>
                <a:schemeClr val="bg1">
                  <a:alpha val="50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67006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667523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168957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524715692"/>
      </p:ext>
    </p:extLst>
  </p:cSld>
  <p:clrMap bg1="lt1" tx1="dk1" bg2="lt2" tx2="dk2" accent1="accent1" accent2="accent2" accent3="accent3" accent4="accent4" accent5="accent5" accent6="accent6" hlink="hlink" folHlink="folHlink"/>
  <p:sldLayoutIdLst>
    <p:sldLayoutId id="2147483706" r:id="rId1"/>
    <p:sldLayoutId id="2147483738"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40" r:id="rId11"/>
    <p:sldLayoutId id="2147483716" r:id="rId12"/>
    <p:sldLayoutId id="2147483739" r:id="rId13"/>
    <p:sldLayoutId id="2147483717" r:id="rId14"/>
    <p:sldLayoutId id="2147483760"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6" Type="http://schemas.openxmlformats.org/officeDocument/2006/relationships/image" Target="../media/image37.png"/><Relationship Id="rId21" Type="http://schemas.openxmlformats.org/officeDocument/2006/relationships/image" Target="../media/image32.png"/><Relationship Id="rId34" Type="http://schemas.openxmlformats.org/officeDocument/2006/relationships/image" Target="../media/image45.png"/><Relationship Id="rId42" Type="http://schemas.openxmlformats.org/officeDocument/2006/relationships/image" Target="../media/image53.png"/><Relationship Id="rId47" Type="http://schemas.openxmlformats.org/officeDocument/2006/relationships/image" Target="../media/image58.png"/><Relationship Id="rId50" Type="http://schemas.openxmlformats.org/officeDocument/2006/relationships/image" Target="../media/image61.png"/><Relationship Id="rId55" Type="http://schemas.openxmlformats.org/officeDocument/2006/relationships/image" Target="../media/image66.png"/><Relationship Id="rId63" Type="http://schemas.openxmlformats.org/officeDocument/2006/relationships/image" Target="../media/image74.png"/><Relationship Id="rId7" Type="http://schemas.openxmlformats.org/officeDocument/2006/relationships/image" Target="../media/image18.png"/><Relationship Id="rId2" Type="http://schemas.openxmlformats.org/officeDocument/2006/relationships/image" Target="../media/image13.png"/><Relationship Id="rId16" Type="http://schemas.openxmlformats.org/officeDocument/2006/relationships/image" Target="../media/image27.png"/><Relationship Id="rId29" Type="http://schemas.openxmlformats.org/officeDocument/2006/relationships/image" Target="../media/image40.png"/><Relationship Id="rId11" Type="http://schemas.openxmlformats.org/officeDocument/2006/relationships/image" Target="../media/image22.png"/><Relationship Id="rId24" Type="http://schemas.openxmlformats.org/officeDocument/2006/relationships/image" Target="../media/image35.png"/><Relationship Id="rId32" Type="http://schemas.openxmlformats.org/officeDocument/2006/relationships/image" Target="../media/image43.png"/><Relationship Id="rId37" Type="http://schemas.openxmlformats.org/officeDocument/2006/relationships/image" Target="../media/image48.png"/><Relationship Id="rId40" Type="http://schemas.openxmlformats.org/officeDocument/2006/relationships/image" Target="../media/image51.png"/><Relationship Id="rId45" Type="http://schemas.openxmlformats.org/officeDocument/2006/relationships/image" Target="../media/image56.png"/><Relationship Id="rId53" Type="http://schemas.openxmlformats.org/officeDocument/2006/relationships/image" Target="../media/image64.png"/><Relationship Id="rId58" Type="http://schemas.openxmlformats.org/officeDocument/2006/relationships/image" Target="../media/image69.png"/><Relationship Id="rId66" Type="http://schemas.openxmlformats.org/officeDocument/2006/relationships/image" Target="../media/image77.jpeg"/><Relationship Id="rId5" Type="http://schemas.openxmlformats.org/officeDocument/2006/relationships/image" Target="../media/image16.png"/><Relationship Id="rId61" Type="http://schemas.openxmlformats.org/officeDocument/2006/relationships/image" Target="../media/image72.png"/><Relationship Id="rId19" Type="http://schemas.openxmlformats.org/officeDocument/2006/relationships/image" Target="../media/image3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png"/><Relationship Id="rId30" Type="http://schemas.openxmlformats.org/officeDocument/2006/relationships/image" Target="../media/image41.png"/><Relationship Id="rId35" Type="http://schemas.openxmlformats.org/officeDocument/2006/relationships/image" Target="../media/image46.png"/><Relationship Id="rId43" Type="http://schemas.openxmlformats.org/officeDocument/2006/relationships/image" Target="../media/image54.png"/><Relationship Id="rId48" Type="http://schemas.openxmlformats.org/officeDocument/2006/relationships/image" Target="../media/image59.png"/><Relationship Id="rId56" Type="http://schemas.openxmlformats.org/officeDocument/2006/relationships/image" Target="../media/image67.png"/><Relationship Id="rId64" Type="http://schemas.openxmlformats.org/officeDocument/2006/relationships/image" Target="../media/image75.png"/><Relationship Id="rId8" Type="http://schemas.openxmlformats.org/officeDocument/2006/relationships/image" Target="../media/image19.png"/><Relationship Id="rId51" Type="http://schemas.openxmlformats.org/officeDocument/2006/relationships/image" Target="../media/image62.png"/><Relationship Id="rId3" Type="http://schemas.openxmlformats.org/officeDocument/2006/relationships/image" Target="../media/image14.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33" Type="http://schemas.openxmlformats.org/officeDocument/2006/relationships/image" Target="../media/image44.png"/><Relationship Id="rId38" Type="http://schemas.openxmlformats.org/officeDocument/2006/relationships/image" Target="../media/image49.png"/><Relationship Id="rId46" Type="http://schemas.openxmlformats.org/officeDocument/2006/relationships/image" Target="../media/image57.png"/><Relationship Id="rId59" Type="http://schemas.openxmlformats.org/officeDocument/2006/relationships/image" Target="../media/image70.tiff"/><Relationship Id="rId20" Type="http://schemas.openxmlformats.org/officeDocument/2006/relationships/image" Target="../media/image31.png"/><Relationship Id="rId41" Type="http://schemas.openxmlformats.org/officeDocument/2006/relationships/image" Target="../media/image52.png"/><Relationship Id="rId54" Type="http://schemas.openxmlformats.org/officeDocument/2006/relationships/image" Target="../media/image65.png"/><Relationship Id="rId62" Type="http://schemas.openxmlformats.org/officeDocument/2006/relationships/image" Target="../media/image73.jpeg"/><Relationship Id="rId1" Type="http://schemas.openxmlformats.org/officeDocument/2006/relationships/slideLayout" Target="../slideLayouts/slideLayout3.xml"/><Relationship Id="rId6" Type="http://schemas.openxmlformats.org/officeDocument/2006/relationships/image" Target="../media/image17.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36" Type="http://schemas.openxmlformats.org/officeDocument/2006/relationships/image" Target="../media/image47.png"/><Relationship Id="rId49" Type="http://schemas.openxmlformats.org/officeDocument/2006/relationships/image" Target="../media/image60.png"/><Relationship Id="rId57" Type="http://schemas.openxmlformats.org/officeDocument/2006/relationships/image" Target="../media/image68.png"/><Relationship Id="rId10" Type="http://schemas.openxmlformats.org/officeDocument/2006/relationships/image" Target="../media/image21.png"/><Relationship Id="rId31" Type="http://schemas.openxmlformats.org/officeDocument/2006/relationships/image" Target="../media/image42.png"/><Relationship Id="rId44" Type="http://schemas.openxmlformats.org/officeDocument/2006/relationships/image" Target="../media/image55.png"/><Relationship Id="rId52" Type="http://schemas.openxmlformats.org/officeDocument/2006/relationships/image" Target="../media/image63.png"/><Relationship Id="rId60" Type="http://schemas.openxmlformats.org/officeDocument/2006/relationships/image" Target="../media/image71.jpeg"/><Relationship Id="rId65" Type="http://schemas.openxmlformats.org/officeDocument/2006/relationships/image" Target="../media/image76.png"/><Relationship Id="rId4" Type="http://schemas.openxmlformats.org/officeDocument/2006/relationships/image" Target="../media/image15.png"/><Relationship Id="rId9" Type="http://schemas.openxmlformats.org/officeDocument/2006/relationships/image" Target="../media/image20.png"/><Relationship Id="rId13" Type="http://schemas.openxmlformats.org/officeDocument/2006/relationships/image" Target="../media/image24.png"/><Relationship Id="rId18" Type="http://schemas.openxmlformats.org/officeDocument/2006/relationships/image" Target="../media/image29.png"/><Relationship Id="rId39" Type="http://schemas.openxmlformats.org/officeDocument/2006/relationships/image" Target="../media/image5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jpeg"/><Relationship Id="rId1" Type="http://schemas.openxmlformats.org/officeDocument/2006/relationships/slideLayout" Target="../slideLayouts/slideLayout3.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tags" Target="../tags/tag5.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tags" Target="../tags/tag4.xml"/><Relationship Id="rId16" Type="http://schemas.microsoft.com/office/2007/relationships/diagramDrawing" Target="../diagrams/drawing3.xml"/><Relationship Id="rId1" Type="http://schemas.openxmlformats.org/officeDocument/2006/relationships/tags" Target="../tags/tag3.xml"/><Relationship Id="rId6" Type="http://schemas.openxmlformats.org/officeDocument/2006/relationships/slideLayout" Target="../slideLayouts/slideLayout3.xml"/><Relationship Id="rId11" Type="http://schemas.microsoft.com/office/2007/relationships/diagramDrawing" Target="../diagrams/drawing2.xml"/><Relationship Id="rId5" Type="http://schemas.openxmlformats.org/officeDocument/2006/relationships/tags" Target="../tags/tag7.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tags" Target="../tags/tag6.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9.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6DD73-E2B1-2550-E9E7-9AF78070DFDD}"/>
              </a:ext>
            </a:extLst>
          </p:cNvPr>
          <p:cNvSpPr>
            <a:spLocks noGrp="1"/>
          </p:cNvSpPr>
          <p:nvPr>
            <p:ph type="title"/>
          </p:nvPr>
        </p:nvSpPr>
        <p:spPr/>
        <p:txBody>
          <a:bodyPr>
            <a:normAutofit fontScale="90000"/>
          </a:bodyPr>
          <a:lstStyle/>
          <a:p>
            <a:pPr algn="ctr"/>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a:t>
            </a:r>
            <a:b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b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启动会</a:t>
            </a:r>
          </a:p>
        </p:txBody>
      </p:sp>
      <p:sp>
        <p:nvSpPr>
          <p:cNvPr id="3" name="内容占位符 2">
            <a:extLst>
              <a:ext uri="{FF2B5EF4-FFF2-40B4-BE49-F238E27FC236}">
                <a16:creationId xmlns:a16="http://schemas.microsoft.com/office/drawing/2014/main" id="{03B7CFF6-79B8-B1D1-C6CD-454408BA7962}"/>
              </a:ext>
            </a:extLst>
          </p:cNvPr>
          <p:cNvSpPr>
            <a:spLocks noGrp="1"/>
          </p:cNvSpPr>
          <p:nvPr>
            <p:ph sz="quarter" idx="12"/>
          </p:nvPr>
        </p:nvSpPr>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XX</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项目组</a:t>
            </a:r>
          </a:p>
        </p:txBody>
      </p:sp>
      <p:sp>
        <p:nvSpPr>
          <p:cNvPr id="5" name="内容占位符 4">
            <a:extLst>
              <a:ext uri="{FF2B5EF4-FFF2-40B4-BE49-F238E27FC236}">
                <a16:creationId xmlns:a16="http://schemas.microsoft.com/office/drawing/2014/main" id="{4ADF0AE7-BD71-E982-EFD5-63AC5F0DA860}"/>
              </a:ext>
            </a:extLst>
          </p:cNvPr>
          <p:cNvSpPr>
            <a:spLocks noGrp="1"/>
          </p:cNvSpPr>
          <p:nvPr>
            <p:ph sz="quarter" idx="14"/>
          </p:nvPr>
        </p:nvSpPr>
        <p:spPr>
          <a:xfrm>
            <a:off x="832714" y="5210355"/>
            <a:ext cx="2750820" cy="301924"/>
          </a:xfrm>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2022/9/21</a:t>
            </a:r>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208982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98094" y="210672"/>
            <a:ext cx="9693760" cy="469413"/>
          </a:xfrm>
        </p:spPr>
        <p:txBody>
          <a:bodyPr/>
          <a:lstStyle/>
          <a:p>
            <a:pPr algn="l" fontAlgn="ctr">
              <a:lnSpc>
                <a:spcPct val="100000"/>
              </a:lnSpc>
              <a:buClrTx/>
              <a:buSzTx/>
              <a:buFontTx/>
              <a:defRPr/>
            </a:pPr>
            <a:r>
              <a:rPr kumimoji="1" lang="zh-CN" altLang="en-US" sz="3200" b="1"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启动大会议程 (约一个半小时)</a:t>
            </a:r>
          </a:p>
        </p:txBody>
      </p:sp>
      <p:sp>
        <p:nvSpPr>
          <p:cNvPr id="5123" name="Rectangle 3"/>
          <p:cNvSpPr>
            <a:spLocks noGrp="1" noChangeArrowheads="1"/>
          </p:cNvSpPr>
          <p:nvPr>
            <p:ph type="body" sz="quarter" idx="28"/>
          </p:nvPr>
        </p:nvSpPr>
        <p:spPr>
          <a:xfrm>
            <a:off x="398094" y="682625"/>
            <a:ext cx="7793672" cy="285046"/>
          </a:xfrm>
        </p:spPr>
        <p:txBody>
          <a:bodyPr/>
          <a:lstStyle/>
          <a:p>
            <a:pPr>
              <a:buFont typeface="Wingdings" panose="05000000000000000000" pitchFamily="2" charset="2"/>
              <a:buNone/>
            </a:pPr>
            <a:r>
              <a:rPr lang="zh-CN" altLang="en-US">
                <a:latin typeface="微软雅黑 Light" panose="020B0502040204020203" pitchFamily="34" charset="-122"/>
                <a:ea typeface="微软雅黑" panose="020B0503020204020204" pitchFamily="34" charset="-122"/>
                <a:sym typeface="微软雅黑 Light" panose="020B0502040204020203" pitchFamily="34" charset="-122"/>
              </a:rPr>
              <a:t>  </a:t>
            </a:r>
          </a:p>
        </p:txBody>
      </p:sp>
      <p:graphicFrame>
        <p:nvGraphicFramePr>
          <p:cNvPr id="5124" name="Group 4"/>
          <p:cNvGraphicFramePr>
            <a:graphicFrameLocks noGrp="1"/>
          </p:cNvGraphicFramePr>
          <p:nvPr>
            <p:custDataLst>
              <p:tags r:id="rId1"/>
            </p:custDataLst>
            <p:extLst>
              <p:ext uri="{D42A27DB-BD31-4B8C-83A1-F6EECF244321}">
                <p14:modId xmlns:p14="http://schemas.microsoft.com/office/powerpoint/2010/main" val="2268690238"/>
              </p:ext>
            </p:extLst>
          </p:nvPr>
        </p:nvGraphicFramePr>
        <p:xfrm>
          <a:off x="582510" y="1177611"/>
          <a:ext cx="11135782" cy="4865055"/>
        </p:xfrm>
        <a:graphic>
          <a:graphicData uri="http://schemas.openxmlformats.org/drawingml/2006/table">
            <a:tbl>
              <a:tblPr/>
              <a:tblGrid>
                <a:gridCol w="1039282">
                  <a:extLst>
                    <a:ext uri="{9D8B030D-6E8A-4147-A177-3AD203B41FA5}">
                      <a16:colId xmlns:a16="http://schemas.microsoft.com/office/drawing/2014/main" val="20000"/>
                    </a:ext>
                  </a:extLst>
                </a:gridCol>
                <a:gridCol w="1706024">
                  <a:extLst>
                    <a:ext uri="{9D8B030D-6E8A-4147-A177-3AD203B41FA5}">
                      <a16:colId xmlns:a16="http://schemas.microsoft.com/office/drawing/2014/main" val="20001"/>
                    </a:ext>
                  </a:extLst>
                </a:gridCol>
                <a:gridCol w="7313094">
                  <a:extLst>
                    <a:ext uri="{9D8B030D-6E8A-4147-A177-3AD203B41FA5}">
                      <a16:colId xmlns:a16="http://schemas.microsoft.com/office/drawing/2014/main" val="20002"/>
                    </a:ext>
                  </a:extLst>
                </a:gridCol>
                <a:gridCol w="1077382">
                  <a:extLst>
                    <a:ext uri="{9D8B030D-6E8A-4147-A177-3AD203B41FA5}">
                      <a16:colId xmlns:a16="http://schemas.microsoft.com/office/drawing/2014/main" val="20003"/>
                    </a:ext>
                  </a:extLst>
                </a:gridCol>
              </a:tblGrid>
              <a:tr h="30095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rPr>
                        <a:t>序号</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600" b="1" i="0" u="none" strike="noStrike" cap="none" normalizeH="0" baseline="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时间</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6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议程内容</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4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备注</a:t>
                      </a:r>
                      <a:endParaRPr kumimoji="0" lang="zh-CN" sz="1400"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513">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:00</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主持人宣布会议开始</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致开场词</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来宾介绍</a:t>
                      </a:r>
                      <a:endPar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5</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分钟</a:t>
                      </a: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83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2.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:05</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rPr>
                        <a:t>ABC</a:t>
                      </a:r>
                      <a:r>
                        <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rPr>
                        <a:t>集团公司领导</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讲话</a:t>
                      </a:r>
                      <a:endPar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15</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分钟</a:t>
                      </a: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2"/>
                  </a:ext>
                </a:extLst>
              </a:tr>
              <a:tr h="6683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3.</a:t>
                      </a:r>
                      <a:endParaRPr kumimoji="0" lang="zh-CN"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tabLst/>
                        <a:defRPr/>
                      </a:pPr>
                      <a:r>
                        <a:rPr kumimoji="0" lang="en-US"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10:20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endParaRPr kumimoji="0" lang="zh-CN"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zh-CN"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金蝶公司领导讲话 </a:t>
                      </a:r>
                      <a:endParaRPr kumimoji="0" 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en-US" altLang="zh-CN" sz="11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5</a:t>
                      </a:r>
                      <a:r>
                        <a:rPr kumimoji="0" lang="zh-CN" altLang="zh-CN" sz="11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分钟</a:t>
                      </a:r>
                      <a:endParaRPr kumimoji="0" lang="zh-CN" sz="11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83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4.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25</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金蝶项目经理介绍乙方项目组成员</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r>
                        <a:rPr kumimoji="0" lang="zh-CN" altLang="en-US"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介绍项目实施方案</a:t>
                      </a:r>
                      <a:endParaRPr kumimoji="0" lang="zh-CN" sz="12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30</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分钟</a:t>
                      </a:r>
                      <a:endParaRPr kumimoji="0" lang="en-US"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4"/>
                  </a:ext>
                </a:extLst>
              </a:tr>
              <a:tr h="6683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5</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55</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en-US" altLang="zh-CN" sz="12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rPr>
                        <a:t>XX</a:t>
                      </a:r>
                      <a:r>
                        <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rPr>
                        <a:t>集团公司</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项目经理</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介绍甲方项目组成员</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项目</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成员</a:t>
                      </a:r>
                      <a:r>
                        <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rPr>
                        <a:t>签署项目章程</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25</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分钟</a:t>
                      </a: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66750">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6</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2</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0</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rPr>
                        <a:t>双方项目人员合影留恋</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zh-CN"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0</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分钟</a:t>
                      </a: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6"/>
                  </a:ext>
                </a:extLst>
              </a:tr>
              <a:tr h="5159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7</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1</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:30</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rPr>
                        <a:t>主持人宣布散会，指示离场顺序</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endParaRPr kumimoji="0" lang="zh-CN" altLang="zh-CN" sz="2800" b="0" i="0" u="none" strike="noStrike" cap="none" normalizeH="0" baseline="0" dirty="0">
                        <a:ln>
                          <a:noFill/>
                        </a:ln>
                        <a:solidFill>
                          <a:schemeClr val="tx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3C485594-0892-F2D1-5D1B-5640FC88F909}"/>
              </a:ext>
            </a:extLst>
          </p:cNvPr>
          <p:cNvPicPr>
            <a:picLocks noChangeAspect="1"/>
          </p:cNvPicPr>
          <p:nvPr/>
        </p:nvPicPr>
        <p:blipFill>
          <a:blip r:embed="rId2"/>
          <a:stretch>
            <a:fillRect/>
          </a:stretch>
        </p:blipFill>
        <p:spPr>
          <a:xfrm>
            <a:off x="-33717" y="0"/>
            <a:ext cx="12259434" cy="6858000"/>
          </a:xfrm>
          <a:prstGeom prst="rect">
            <a:avLst/>
          </a:prstGeom>
        </p:spPr>
      </p:pic>
      <p:sp>
        <p:nvSpPr>
          <p:cNvPr id="13" name="TextBox 2">
            <a:extLst>
              <a:ext uri="{FF2B5EF4-FFF2-40B4-BE49-F238E27FC236}">
                <a16:creationId xmlns:a16="http://schemas.microsoft.com/office/drawing/2014/main" id="{31F67903-C2F3-6F81-51C4-4969578E8288}"/>
              </a:ext>
            </a:extLst>
          </p:cNvPr>
          <p:cNvSpPr txBox="1"/>
          <p:nvPr/>
        </p:nvSpPr>
        <p:spPr>
          <a:xfrm>
            <a:off x="3762531" y="2431509"/>
            <a:ext cx="5184339"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913697" fontAlgn="base">
              <a:spcBef>
                <a:spcPct val="0"/>
              </a:spcBef>
              <a:spcAft>
                <a:spcPct val="0"/>
              </a:spcAft>
            </a:pPr>
            <a:r>
              <a:rPr lang="en-US" altLang="zh-CN" sz="4400" b="1" dirty="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rPr>
              <a:t>XXX</a:t>
            </a: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集团领导发言</a:t>
            </a:r>
            <a:endParaRPr lang="zh-CN" altLang="en-US" sz="4400" b="1" dirty="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109133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3C485594-0892-F2D1-5D1B-5640FC88F909}"/>
              </a:ext>
            </a:extLst>
          </p:cNvPr>
          <p:cNvPicPr>
            <a:picLocks noChangeAspect="1"/>
          </p:cNvPicPr>
          <p:nvPr/>
        </p:nvPicPr>
        <p:blipFill>
          <a:blip r:embed="rId2"/>
          <a:stretch>
            <a:fillRect/>
          </a:stretch>
        </p:blipFill>
        <p:spPr>
          <a:xfrm>
            <a:off x="-33717" y="0"/>
            <a:ext cx="12259434" cy="6858000"/>
          </a:xfrm>
          <a:prstGeom prst="rect">
            <a:avLst/>
          </a:prstGeom>
        </p:spPr>
      </p:pic>
      <p:sp>
        <p:nvSpPr>
          <p:cNvPr id="13" name="TextBox 2">
            <a:extLst>
              <a:ext uri="{FF2B5EF4-FFF2-40B4-BE49-F238E27FC236}">
                <a16:creationId xmlns:a16="http://schemas.microsoft.com/office/drawing/2014/main" id="{31F67903-C2F3-6F81-51C4-4969578E8288}"/>
              </a:ext>
            </a:extLst>
          </p:cNvPr>
          <p:cNvSpPr txBox="1"/>
          <p:nvPr/>
        </p:nvSpPr>
        <p:spPr>
          <a:xfrm>
            <a:off x="3762531" y="2431509"/>
            <a:ext cx="5184339"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913697" fontAlgn="base">
              <a:spcBef>
                <a:spcPct val="0"/>
              </a:spcBef>
              <a:spcAft>
                <a:spcPct val="0"/>
              </a:spcAft>
            </a:pP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金蝶集团领导发言</a:t>
            </a:r>
            <a:endParaRPr lang="zh-CN" altLang="en-US" sz="4400" b="1" dirty="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303998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3C485594-0892-F2D1-5D1B-5640FC88F909}"/>
              </a:ext>
            </a:extLst>
          </p:cNvPr>
          <p:cNvPicPr>
            <a:picLocks noChangeAspect="1"/>
          </p:cNvPicPr>
          <p:nvPr/>
        </p:nvPicPr>
        <p:blipFill>
          <a:blip r:embed="rId2"/>
          <a:stretch>
            <a:fillRect/>
          </a:stretch>
        </p:blipFill>
        <p:spPr>
          <a:xfrm>
            <a:off x="-33717" y="0"/>
            <a:ext cx="12259434" cy="6858000"/>
          </a:xfrm>
          <a:prstGeom prst="rect">
            <a:avLst/>
          </a:prstGeom>
        </p:spPr>
      </p:pic>
      <p:sp>
        <p:nvSpPr>
          <p:cNvPr id="13" name="TextBox 2">
            <a:extLst>
              <a:ext uri="{FF2B5EF4-FFF2-40B4-BE49-F238E27FC236}">
                <a16:creationId xmlns:a16="http://schemas.microsoft.com/office/drawing/2014/main" id="{31F67903-C2F3-6F81-51C4-4969578E8288}"/>
              </a:ext>
            </a:extLst>
          </p:cNvPr>
          <p:cNvSpPr txBox="1"/>
          <p:nvPr/>
        </p:nvSpPr>
        <p:spPr>
          <a:xfrm>
            <a:off x="3507698" y="2431509"/>
            <a:ext cx="5786203"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913697" fontAlgn="base">
              <a:spcBef>
                <a:spcPct val="0"/>
              </a:spcBef>
              <a:spcAft>
                <a:spcPct val="0"/>
              </a:spcAft>
            </a:pP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金蝶</a:t>
            </a:r>
            <a:r>
              <a:rPr lang="zh-CN" altLang="en-US" sz="4400" b="1" dirty="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rPr>
              <a:t>项目经理</a:t>
            </a: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发言</a:t>
            </a:r>
            <a:endParaRPr lang="zh-CN" altLang="en-US" sz="4400" b="1" dirty="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104770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88F00CF-CFD1-0751-A8EB-FF9961445707}"/>
              </a:ext>
            </a:extLst>
          </p:cNvPr>
          <p:cNvSpPr>
            <a:spLocks noGrp="1"/>
          </p:cNvSpPr>
          <p:nvPr>
            <p:ph type="body" sz="quarter" idx="13"/>
          </p:nvPr>
        </p:nvSpPr>
        <p:spPr>
          <a:xfrm>
            <a:off x="408475" y="2255125"/>
            <a:ext cx="1052336" cy="751494"/>
          </a:xfrm>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02</a:t>
            </a:r>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 name="文本占位符 2">
            <a:extLst>
              <a:ext uri="{FF2B5EF4-FFF2-40B4-BE49-F238E27FC236}">
                <a16:creationId xmlns:a16="http://schemas.microsoft.com/office/drawing/2014/main" id="{A739CF3D-F6D2-0263-897C-74CF099AF2EB}"/>
              </a:ext>
            </a:extLst>
          </p:cNvPr>
          <p:cNvSpPr>
            <a:spLocks noGrp="1"/>
          </p:cNvSpPr>
          <p:nvPr>
            <p:ph type="body" sz="quarter" idx="14"/>
          </p:nvPr>
        </p:nvSpPr>
        <p:spPr>
          <a:xfrm>
            <a:off x="408475" y="3335272"/>
            <a:ext cx="1052336" cy="673771"/>
          </a:xfrm>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03</a:t>
            </a:r>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文本占位符 3">
            <a:extLst>
              <a:ext uri="{FF2B5EF4-FFF2-40B4-BE49-F238E27FC236}">
                <a16:creationId xmlns:a16="http://schemas.microsoft.com/office/drawing/2014/main" id="{40D7765B-4090-10B9-1329-24F62C6CB1E7}"/>
              </a:ext>
            </a:extLst>
          </p:cNvPr>
          <p:cNvSpPr>
            <a:spLocks noGrp="1"/>
          </p:cNvSpPr>
          <p:nvPr>
            <p:ph type="body" sz="quarter" idx="15"/>
          </p:nvPr>
        </p:nvSpPr>
        <p:spPr>
          <a:xfrm>
            <a:off x="1637847" y="1134162"/>
            <a:ext cx="6602906" cy="410834"/>
          </a:xfrm>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项目背景及建设目标</a:t>
            </a:r>
          </a:p>
        </p:txBody>
      </p:sp>
      <p:sp>
        <p:nvSpPr>
          <p:cNvPr id="5" name="文本占位符 4">
            <a:extLst>
              <a:ext uri="{FF2B5EF4-FFF2-40B4-BE49-F238E27FC236}">
                <a16:creationId xmlns:a16="http://schemas.microsoft.com/office/drawing/2014/main" id="{89A9CC2C-79E0-D1D0-EDF9-31ED7A0B03CF}"/>
              </a:ext>
            </a:extLst>
          </p:cNvPr>
          <p:cNvSpPr>
            <a:spLocks noGrp="1"/>
          </p:cNvSpPr>
          <p:nvPr>
            <p:ph type="body" sz="quarter" idx="16"/>
          </p:nvPr>
        </p:nvSpPr>
        <p:spPr>
          <a:xfrm>
            <a:off x="1637847" y="1587864"/>
            <a:ext cx="6602906" cy="285116"/>
          </a:xfrm>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 name="文本占位符 5">
            <a:extLst>
              <a:ext uri="{FF2B5EF4-FFF2-40B4-BE49-F238E27FC236}">
                <a16:creationId xmlns:a16="http://schemas.microsoft.com/office/drawing/2014/main" id="{2C09C90A-9F04-0D8D-0E41-C55EE053D054}"/>
              </a:ext>
            </a:extLst>
          </p:cNvPr>
          <p:cNvSpPr>
            <a:spLocks noGrp="1"/>
          </p:cNvSpPr>
          <p:nvPr>
            <p:ph type="body" sz="quarter" idx="18"/>
          </p:nvPr>
        </p:nvSpPr>
        <p:spPr>
          <a:xfrm>
            <a:off x="1637847" y="2654666"/>
            <a:ext cx="6602906" cy="285116"/>
          </a:xfrm>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 name="文本占位符 6">
            <a:extLst>
              <a:ext uri="{FF2B5EF4-FFF2-40B4-BE49-F238E27FC236}">
                <a16:creationId xmlns:a16="http://schemas.microsoft.com/office/drawing/2014/main" id="{46432844-FB46-1690-615F-B6C2961C3D29}"/>
              </a:ext>
            </a:extLst>
          </p:cNvPr>
          <p:cNvSpPr>
            <a:spLocks noGrp="1"/>
          </p:cNvSpPr>
          <p:nvPr>
            <p:ph type="body" sz="quarter" idx="20"/>
          </p:nvPr>
        </p:nvSpPr>
        <p:spPr>
          <a:xfrm>
            <a:off x="1637847" y="3723928"/>
            <a:ext cx="6602906" cy="285116"/>
          </a:xfrm>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 name="文本占位符 7">
            <a:extLst>
              <a:ext uri="{FF2B5EF4-FFF2-40B4-BE49-F238E27FC236}">
                <a16:creationId xmlns:a16="http://schemas.microsoft.com/office/drawing/2014/main" id="{163BBB24-2564-F8A5-9459-6755C8382EF3}"/>
              </a:ext>
            </a:extLst>
          </p:cNvPr>
          <p:cNvSpPr>
            <a:spLocks noGrp="1"/>
          </p:cNvSpPr>
          <p:nvPr>
            <p:ph type="body" sz="quarter" idx="21"/>
          </p:nvPr>
        </p:nvSpPr>
        <p:spPr>
          <a:xfrm>
            <a:off x="408475" y="4402509"/>
            <a:ext cx="1052336" cy="673771"/>
          </a:xfrm>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04</a:t>
            </a:r>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 name="文本占位符 8">
            <a:extLst>
              <a:ext uri="{FF2B5EF4-FFF2-40B4-BE49-F238E27FC236}">
                <a16:creationId xmlns:a16="http://schemas.microsoft.com/office/drawing/2014/main" id="{19BE1E1F-E656-6E8E-72A7-D1D18C74FF58}"/>
              </a:ext>
            </a:extLst>
          </p:cNvPr>
          <p:cNvSpPr>
            <a:spLocks noGrp="1"/>
          </p:cNvSpPr>
          <p:nvPr>
            <p:ph type="body" sz="quarter" idx="23"/>
          </p:nvPr>
        </p:nvSpPr>
        <p:spPr>
          <a:xfrm>
            <a:off x="1637847" y="4791165"/>
            <a:ext cx="6602906" cy="285116"/>
          </a:xfrm>
        </p:spPr>
        <p:txBody>
          <a:bodyPr/>
          <a:lstStyle/>
          <a:p>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0" name="文本占位符 9">
            <a:extLst>
              <a:ext uri="{FF2B5EF4-FFF2-40B4-BE49-F238E27FC236}">
                <a16:creationId xmlns:a16="http://schemas.microsoft.com/office/drawing/2014/main" id="{52B2A11A-69BA-FABE-67C8-80344AD28A99}"/>
              </a:ext>
            </a:extLst>
          </p:cNvPr>
          <p:cNvSpPr>
            <a:spLocks noGrp="1"/>
          </p:cNvSpPr>
          <p:nvPr>
            <p:ph type="body" sz="quarter" idx="24"/>
          </p:nvPr>
        </p:nvSpPr>
        <p:spPr>
          <a:xfrm>
            <a:off x="10065781" y="1182818"/>
            <a:ext cx="1213281" cy="405045"/>
          </a:xfrm>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 name="文本占位符 10">
            <a:extLst>
              <a:ext uri="{FF2B5EF4-FFF2-40B4-BE49-F238E27FC236}">
                <a16:creationId xmlns:a16="http://schemas.microsoft.com/office/drawing/2014/main" id="{C9177A24-92ED-FBEF-1F1E-77DD330136B2}"/>
              </a:ext>
            </a:extLst>
          </p:cNvPr>
          <p:cNvSpPr>
            <a:spLocks noGrp="1"/>
          </p:cNvSpPr>
          <p:nvPr>
            <p:ph type="body" sz="quarter" idx="25"/>
          </p:nvPr>
        </p:nvSpPr>
        <p:spPr>
          <a:xfrm>
            <a:off x="10065782" y="2261920"/>
            <a:ext cx="1213281" cy="405045"/>
          </a:xfrm>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 name="文本占位符 11">
            <a:extLst>
              <a:ext uri="{FF2B5EF4-FFF2-40B4-BE49-F238E27FC236}">
                <a16:creationId xmlns:a16="http://schemas.microsoft.com/office/drawing/2014/main" id="{23783BE0-2470-F5E1-1057-CEF446F0B5F6}"/>
              </a:ext>
            </a:extLst>
          </p:cNvPr>
          <p:cNvSpPr>
            <a:spLocks noGrp="1"/>
          </p:cNvSpPr>
          <p:nvPr>
            <p:ph type="body" sz="quarter" idx="26"/>
          </p:nvPr>
        </p:nvSpPr>
        <p:spPr>
          <a:xfrm>
            <a:off x="10065782" y="3342068"/>
            <a:ext cx="1213281" cy="405045"/>
          </a:xfrm>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3" name="文本占位符 12">
            <a:extLst>
              <a:ext uri="{FF2B5EF4-FFF2-40B4-BE49-F238E27FC236}">
                <a16:creationId xmlns:a16="http://schemas.microsoft.com/office/drawing/2014/main" id="{F4E6B27A-D073-72C4-014C-E25D87695C2C}"/>
              </a:ext>
            </a:extLst>
          </p:cNvPr>
          <p:cNvSpPr>
            <a:spLocks noGrp="1"/>
          </p:cNvSpPr>
          <p:nvPr>
            <p:ph type="body" sz="quarter" idx="27"/>
          </p:nvPr>
        </p:nvSpPr>
        <p:spPr>
          <a:xfrm>
            <a:off x="10065782" y="4420191"/>
            <a:ext cx="1213281" cy="405045"/>
          </a:xfrm>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4" name="文本占位符 13">
            <a:extLst>
              <a:ext uri="{FF2B5EF4-FFF2-40B4-BE49-F238E27FC236}">
                <a16:creationId xmlns:a16="http://schemas.microsoft.com/office/drawing/2014/main" id="{3D4B8A63-3E0F-73AC-E623-4AF09BCC00BA}"/>
              </a:ext>
            </a:extLst>
          </p:cNvPr>
          <p:cNvSpPr>
            <a:spLocks noGrp="1"/>
          </p:cNvSpPr>
          <p:nvPr>
            <p:ph type="body" sz="quarter" idx="28"/>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 </a:t>
            </a:r>
          </a:p>
        </p:txBody>
      </p:sp>
      <p:sp>
        <p:nvSpPr>
          <p:cNvPr id="15" name="文本占位符 14">
            <a:extLst>
              <a:ext uri="{FF2B5EF4-FFF2-40B4-BE49-F238E27FC236}">
                <a16:creationId xmlns:a16="http://schemas.microsoft.com/office/drawing/2014/main" id="{988FAE3E-2302-607C-ACD3-CA1101150A56}"/>
              </a:ext>
            </a:extLst>
          </p:cNvPr>
          <p:cNvSpPr>
            <a:spLocks noGrp="1"/>
          </p:cNvSpPr>
          <p:nvPr>
            <p:ph type="body" sz="quarter" idx="29"/>
          </p:nvPr>
        </p:nvSpPr>
        <p:spPr>
          <a:xfrm>
            <a:off x="1637847" y="2244505"/>
            <a:ext cx="6602906" cy="410834"/>
          </a:xfrm>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项目实施策略及计划</a:t>
            </a:r>
          </a:p>
        </p:txBody>
      </p:sp>
      <p:sp>
        <p:nvSpPr>
          <p:cNvPr id="16" name="文本占位符 15">
            <a:extLst>
              <a:ext uri="{FF2B5EF4-FFF2-40B4-BE49-F238E27FC236}">
                <a16:creationId xmlns:a16="http://schemas.microsoft.com/office/drawing/2014/main" id="{E78D31F7-B2B8-BBFB-A42D-57E01A2970E2}"/>
              </a:ext>
            </a:extLst>
          </p:cNvPr>
          <p:cNvSpPr>
            <a:spLocks noGrp="1"/>
          </p:cNvSpPr>
          <p:nvPr>
            <p:ph type="body" sz="quarter" idx="30"/>
          </p:nvPr>
        </p:nvSpPr>
        <p:spPr>
          <a:xfrm>
            <a:off x="1637847" y="3322190"/>
            <a:ext cx="6602906" cy="410834"/>
          </a:xfrm>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项目实施保障</a:t>
            </a:r>
          </a:p>
        </p:txBody>
      </p:sp>
      <p:sp>
        <p:nvSpPr>
          <p:cNvPr id="17" name="文本占位符 16">
            <a:extLst>
              <a:ext uri="{FF2B5EF4-FFF2-40B4-BE49-F238E27FC236}">
                <a16:creationId xmlns:a16="http://schemas.microsoft.com/office/drawing/2014/main" id="{EBB1667E-610D-4D10-8CD0-F2D2741EBDB4}"/>
              </a:ext>
            </a:extLst>
          </p:cNvPr>
          <p:cNvSpPr>
            <a:spLocks noGrp="1"/>
          </p:cNvSpPr>
          <p:nvPr>
            <p:ph type="body" sz="quarter" idx="31"/>
          </p:nvPr>
        </p:nvSpPr>
        <p:spPr>
          <a:xfrm>
            <a:off x="1637847" y="4383547"/>
            <a:ext cx="6602906" cy="410834"/>
          </a:xfrm>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项目风险及控制</a:t>
            </a:r>
          </a:p>
        </p:txBody>
      </p:sp>
      <p:sp>
        <p:nvSpPr>
          <p:cNvPr id="18" name="标题 17">
            <a:extLst>
              <a:ext uri="{FF2B5EF4-FFF2-40B4-BE49-F238E27FC236}">
                <a16:creationId xmlns:a16="http://schemas.microsoft.com/office/drawing/2014/main" id="{BD74895B-0E66-78F8-5510-1092EBDE1F27}"/>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目 录</a:t>
            </a:r>
          </a:p>
        </p:txBody>
      </p:sp>
      <p:sp>
        <p:nvSpPr>
          <p:cNvPr id="19" name="文本占位符 18">
            <a:extLst>
              <a:ext uri="{FF2B5EF4-FFF2-40B4-BE49-F238E27FC236}">
                <a16:creationId xmlns:a16="http://schemas.microsoft.com/office/drawing/2014/main" id="{2DC6E9CD-63A7-9871-3E6A-C6F54492A7B0}"/>
              </a:ext>
            </a:extLst>
          </p:cNvPr>
          <p:cNvSpPr>
            <a:spLocks noGrp="1"/>
          </p:cNvSpPr>
          <p:nvPr>
            <p:ph type="body" sz="quarter" idx="32"/>
          </p:nvPr>
        </p:nvSpPr>
        <p:spPr>
          <a:xfrm>
            <a:off x="392146" y="1095797"/>
            <a:ext cx="1052336" cy="830674"/>
          </a:xfrm>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01</a:t>
            </a:r>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0" name="文本占位符 7">
            <a:extLst>
              <a:ext uri="{FF2B5EF4-FFF2-40B4-BE49-F238E27FC236}">
                <a16:creationId xmlns:a16="http://schemas.microsoft.com/office/drawing/2014/main" id="{8B85C47E-EFEC-F502-5DAA-1AE49C55DD68}"/>
              </a:ext>
            </a:extLst>
          </p:cNvPr>
          <p:cNvSpPr txBox="1">
            <a:spLocks/>
          </p:cNvSpPr>
          <p:nvPr/>
        </p:nvSpPr>
        <p:spPr>
          <a:xfrm>
            <a:off x="423465" y="5499426"/>
            <a:ext cx="1052336" cy="67377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54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05</a:t>
            </a:r>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1" name="文本占位符 8">
            <a:extLst>
              <a:ext uri="{FF2B5EF4-FFF2-40B4-BE49-F238E27FC236}">
                <a16:creationId xmlns:a16="http://schemas.microsoft.com/office/drawing/2014/main" id="{33FBCBF1-B7C9-71E5-28C9-D050BE133847}"/>
              </a:ext>
            </a:extLst>
          </p:cNvPr>
          <p:cNvSpPr txBox="1">
            <a:spLocks/>
          </p:cNvSpPr>
          <p:nvPr/>
        </p:nvSpPr>
        <p:spPr>
          <a:xfrm>
            <a:off x="1652837" y="5888082"/>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2" name="文本占位符 12">
            <a:extLst>
              <a:ext uri="{FF2B5EF4-FFF2-40B4-BE49-F238E27FC236}">
                <a16:creationId xmlns:a16="http://schemas.microsoft.com/office/drawing/2014/main" id="{C910D873-107A-9C5B-3E9A-CB3E8626347F}"/>
              </a:ext>
            </a:extLst>
          </p:cNvPr>
          <p:cNvSpPr txBox="1">
            <a:spLocks/>
          </p:cNvSpPr>
          <p:nvPr/>
        </p:nvSpPr>
        <p:spPr>
          <a:xfrm>
            <a:off x="10080772" y="5517108"/>
            <a:ext cx="1213281" cy="405045"/>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0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3" name="文本占位符 16">
            <a:extLst>
              <a:ext uri="{FF2B5EF4-FFF2-40B4-BE49-F238E27FC236}">
                <a16:creationId xmlns:a16="http://schemas.microsoft.com/office/drawing/2014/main" id="{A6D7FD71-B057-F09C-B089-3B8A44303330}"/>
              </a:ext>
            </a:extLst>
          </p:cNvPr>
          <p:cNvSpPr txBox="1">
            <a:spLocks/>
          </p:cNvSpPr>
          <p:nvPr/>
        </p:nvSpPr>
        <p:spPr>
          <a:xfrm>
            <a:off x="1652837" y="5480464"/>
            <a:ext cx="6602906" cy="41083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项目预期展望</a:t>
            </a:r>
          </a:p>
        </p:txBody>
      </p:sp>
    </p:spTree>
    <p:extLst>
      <p:ext uri="{BB962C8B-B14F-4D97-AF65-F5344CB8AC3E}">
        <p14:creationId xmlns:p14="http://schemas.microsoft.com/office/powerpoint/2010/main" val="2595717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XXX</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集团简介</a:t>
            </a:r>
          </a:p>
        </p:txBody>
      </p:sp>
    </p:spTree>
    <p:extLst>
      <p:ext uri="{BB962C8B-B14F-4D97-AF65-F5344CB8AC3E}">
        <p14:creationId xmlns:p14="http://schemas.microsoft.com/office/powerpoint/2010/main" val="3085455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DSC00723.JPG" descr="DSC00723.JPG">
            <a:extLst>
              <a:ext uri="{FF2B5EF4-FFF2-40B4-BE49-F238E27FC236}">
                <a16:creationId xmlns:a16="http://schemas.microsoft.com/office/drawing/2014/main" id="{2953CB45-07B1-9D6E-C46A-C590D858EA6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11384" b="4470"/>
          <a:stretch/>
        </p:blipFill>
        <p:spPr>
          <a:xfrm>
            <a:off x="794" y="-6834"/>
            <a:ext cx="12205335" cy="3921287"/>
          </a:xfrm>
          <a:prstGeom prst="rect">
            <a:avLst/>
          </a:prstGeom>
          <a:ln w="12700">
            <a:miter lim="400000"/>
          </a:ln>
        </p:spPr>
      </p:pic>
      <p:sp>
        <p:nvSpPr>
          <p:cNvPr id="6" name="金蝶国际软件集团创建">
            <a:extLst>
              <a:ext uri="{FF2B5EF4-FFF2-40B4-BE49-F238E27FC236}">
                <a16:creationId xmlns:a16="http://schemas.microsoft.com/office/drawing/2014/main" id="{62339153-4E89-20C5-B85E-D8E77C5F5AA7}"/>
              </a:ext>
            </a:extLst>
          </p:cNvPr>
          <p:cNvSpPr txBox="1"/>
          <p:nvPr/>
        </p:nvSpPr>
        <p:spPr>
          <a:xfrm>
            <a:off x="994615" y="5398394"/>
            <a:ext cx="905218" cy="242310"/>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spAutoFit/>
          </a:bodyPr>
          <a:lstStyle>
            <a:lvl1pPr algn="l">
              <a:defRPr sz="2500" b="0">
                <a:solidFill>
                  <a:srgbClr val="5E5E5E"/>
                </a:solidFill>
                <a:latin typeface="Microsoft YaHei"/>
                <a:ea typeface="Microsoft YaHei"/>
                <a:cs typeface="Microsoft YaHei"/>
                <a:sym typeface="Microsoft YaHei"/>
              </a:defRPr>
            </a:lvl1pPr>
          </a:lstStyle>
          <a:p>
            <a:pPr>
              <a:lnSpc>
                <a:spcPct val="130000"/>
              </a:lnSpc>
            </a:pPr>
            <a:r>
              <a:rPr sz="1200" dirty="0">
                <a:latin typeface="微软雅黑 Light" panose="020B0502040204020203" pitchFamily="34" charset="-122"/>
                <a:ea typeface="微软雅黑" panose="020B0503020204020204" pitchFamily="34" charset="-122"/>
                <a:cs typeface="Microsoft YaHei" charset="-122"/>
                <a:sym typeface="微软雅黑 Light" panose="020B0502040204020203" pitchFamily="34" charset="-122"/>
              </a:rPr>
              <a:t>金蝶创建</a:t>
            </a:r>
          </a:p>
        </p:txBody>
      </p:sp>
      <p:grpSp>
        <p:nvGrpSpPr>
          <p:cNvPr id="7" name="组合 6">
            <a:extLst>
              <a:ext uri="{FF2B5EF4-FFF2-40B4-BE49-F238E27FC236}">
                <a16:creationId xmlns:a16="http://schemas.microsoft.com/office/drawing/2014/main" id="{D34A5051-DE04-E485-8B74-20C6E4972709}"/>
              </a:ext>
            </a:extLst>
          </p:cNvPr>
          <p:cNvGrpSpPr/>
          <p:nvPr/>
        </p:nvGrpSpPr>
        <p:grpSpPr>
          <a:xfrm>
            <a:off x="523023" y="4488737"/>
            <a:ext cx="1971162" cy="856645"/>
            <a:chOff x="1482866" y="9039117"/>
            <a:chExt cx="3942324" cy="1713290"/>
          </a:xfrm>
        </p:grpSpPr>
        <p:sp>
          <p:nvSpPr>
            <p:cNvPr id="8" name="年">
              <a:extLst>
                <a:ext uri="{FF2B5EF4-FFF2-40B4-BE49-F238E27FC236}">
                  <a16:creationId xmlns:a16="http://schemas.microsoft.com/office/drawing/2014/main" id="{CD4BD38B-330D-405D-DD6E-0FECFE815105}"/>
                </a:ext>
              </a:extLst>
            </p:cNvPr>
            <p:cNvSpPr txBox="1"/>
            <p:nvPr/>
          </p:nvSpPr>
          <p:spPr>
            <a:xfrm>
              <a:off x="4959946" y="9882227"/>
              <a:ext cx="465244" cy="666850"/>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sz="2000" b="1" dirty="0">
                  <a:latin typeface="微软雅黑 Light" panose="020B0502040204020203" pitchFamily="34" charset="-122"/>
                  <a:ea typeface="微软雅黑" panose="020B0503020204020204" pitchFamily="34" charset="-122"/>
                  <a:cs typeface="Microsoft YaHei" charset="-122"/>
                  <a:sym typeface="微软雅黑 Light" panose="020B0502040204020203" pitchFamily="34" charset="-122"/>
                </a:rPr>
                <a:t>年</a:t>
              </a:r>
            </a:p>
          </p:txBody>
        </p:sp>
        <p:sp>
          <p:nvSpPr>
            <p:cNvPr id="9" name="年">
              <a:extLst>
                <a:ext uri="{FF2B5EF4-FFF2-40B4-BE49-F238E27FC236}">
                  <a16:creationId xmlns:a16="http://schemas.microsoft.com/office/drawing/2014/main" id="{CA1933DC-F890-1871-A6CD-32723B581979}"/>
                </a:ext>
              </a:extLst>
            </p:cNvPr>
            <p:cNvSpPr txBox="1"/>
            <p:nvPr/>
          </p:nvSpPr>
          <p:spPr>
            <a:xfrm>
              <a:off x="1482866" y="9039117"/>
              <a:ext cx="3863066" cy="1713290"/>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rPr>
                <a:t>1993</a:t>
              </a:r>
              <a:endParaRPr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endParaRPr>
            </a:p>
          </p:txBody>
        </p:sp>
      </p:grpSp>
      <p:sp>
        <p:nvSpPr>
          <p:cNvPr id="10" name="金蝶国际软件集团创建">
            <a:extLst>
              <a:ext uri="{FF2B5EF4-FFF2-40B4-BE49-F238E27FC236}">
                <a16:creationId xmlns:a16="http://schemas.microsoft.com/office/drawing/2014/main" id="{DB8B31BD-C260-4C2B-5C05-E52C7097404A}"/>
              </a:ext>
            </a:extLst>
          </p:cNvPr>
          <p:cNvSpPr txBox="1"/>
          <p:nvPr/>
        </p:nvSpPr>
        <p:spPr>
          <a:xfrm>
            <a:off x="3139804" y="5398394"/>
            <a:ext cx="1400271" cy="482376"/>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spAutoFit/>
          </a:bodyPr>
          <a:lstStyle>
            <a:defPPr>
              <a:defRPr lang="en-US"/>
            </a:defPPr>
            <a:lvl1pPr>
              <a:defRPr sz="2400" b="0">
                <a:solidFill>
                  <a:srgbClr val="5E5E5E"/>
                </a:solidFill>
                <a:latin typeface="Microsoft YaHei" charset="-122"/>
                <a:ea typeface="Microsoft YaHei" charset="-122"/>
                <a:cs typeface="Microsoft YaHei" charset="-122"/>
              </a:defRPr>
            </a:lvl1pPr>
          </a:lstStyle>
          <a:p>
            <a:pPr algn="ctr">
              <a:lnSpc>
                <a:spcPct val="130000"/>
              </a:lnSpc>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服务的企业及</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lnSpc>
                <a:spcPct val="130000"/>
              </a:lnSpc>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机构数量</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nvGrpSpPr>
          <p:cNvPr id="11" name="组合 10">
            <a:extLst>
              <a:ext uri="{FF2B5EF4-FFF2-40B4-BE49-F238E27FC236}">
                <a16:creationId xmlns:a16="http://schemas.microsoft.com/office/drawing/2014/main" id="{BA74EBDA-FA1E-1A62-5A54-1B74C450EEBC}"/>
              </a:ext>
            </a:extLst>
          </p:cNvPr>
          <p:cNvGrpSpPr/>
          <p:nvPr/>
        </p:nvGrpSpPr>
        <p:grpSpPr>
          <a:xfrm>
            <a:off x="3133776" y="4481969"/>
            <a:ext cx="1931533" cy="856645"/>
            <a:chOff x="6496342" y="9131451"/>
            <a:chExt cx="3863066" cy="1713290"/>
          </a:xfrm>
        </p:grpSpPr>
        <p:sp>
          <p:nvSpPr>
            <p:cNvPr id="12" name="年">
              <a:extLst>
                <a:ext uri="{FF2B5EF4-FFF2-40B4-BE49-F238E27FC236}">
                  <a16:creationId xmlns:a16="http://schemas.microsoft.com/office/drawing/2014/main" id="{325CA9B7-5883-D545-A41D-29AE72E93EE0}"/>
                </a:ext>
              </a:extLst>
            </p:cNvPr>
            <p:cNvSpPr txBox="1"/>
            <p:nvPr/>
          </p:nvSpPr>
          <p:spPr>
            <a:xfrm>
              <a:off x="9091262" y="9902857"/>
              <a:ext cx="465244" cy="666850"/>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zh-CN" altLang="en-US" sz="2000" b="1" dirty="0">
                  <a:latin typeface="微软雅黑 Light" panose="020B0502040204020203" pitchFamily="34" charset="-122"/>
                  <a:ea typeface="微软雅黑" panose="020B0503020204020204" pitchFamily="34" charset="-122"/>
                  <a:cs typeface="Microsoft YaHei" charset="-122"/>
                  <a:sym typeface="微软雅黑 Light" panose="020B0502040204020203" pitchFamily="34" charset="-122"/>
                </a:rPr>
                <a:t>万</a:t>
              </a:r>
              <a:endParaRPr sz="2000" b="1" dirty="0">
                <a:latin typeface="微软雅黑 Light" panose="020B0502040204020203" pitchFamily="34" charset="-122"/>
                <a:ea typeface="微软雅黑" panose="020B0503020204020204" pitchFamily="34" charset="-122"/>
                <a:cs typeface="Microsoft YaHei" charset="-122"/>
                <a:sym typeface="微软雅黑 Light" panose="020B0502040204020203" pitchFamily="34" charset="-122"/>
              </a:endParaRPr>
            </a:p>
          </p:txBody>
        </p:sp>
        <p:sp>
          <p:nvSpPr>
            <p:cNvPr id="13" name="年">
              <a:extLst>
                <a:ext uri="{FF2B5EF4-FFF2-40B4-BE49-F238E27FC236}">
                  <a16:creationId xmlns:a16="http://schemas.microsoft.com/office/drawing/2014/main" id="{30BE15C3-A701-255B-E0E6-41D556014849}"/>
                </a:ext>
              </a:extLst>
            </p:cNvPr>
            <p:cNvSpPr txBox="1"/>
            <p:nvPr/>
          </p:nvSpPr>
          <p:spPr>
            <a:xfrm>
              <a:off x="6496342" y="9131451"/>
              <a:ext cx="3863066" cy="1713290"/>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altLang="zh-CN"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rPr>
                <a:t>743</a:t>
              </a:r>
              <a:endParaRPr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endParaRPr>
            </a:p>
          </p:txBody>
        </p:sp>
      </p:grpSp>
      <p:sp>
        <p:nvSpPr>
          <p:cNvPr id="14" name="金蝶国际软件集团创建">
            <a:extLst>
              <a:ext uri="{FF2B5EF4-FFF2-40B4-BE49-F238E27FC236}">
                <a16:creationId xmlns:a16="http://schemas.microsoft.com/office/drawing/2014/main" id="{3E16D22B-4E0D-0C83-70CD-A0EE8942B1D4}"/>
              </a:ext>
            </a:extLst>
          </p:cNvPr>
          <p:cNvSpPr txBox="1"/>
          <p:nvPr/>
        </p:nvSpPr>
        <p:spPr>
          <a:xfrm>
            <a:off x="5484427" y="5398394"/>
            <a:ext cx="1716100" cy="482376"/>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spAutoFit/>
          </a:bodyPr>
          <a:lstStyle>
            <a:defPPr>
              <a:defRPr lang="en-US"/>
            </a:defPPr>
            <a:lvl1pPr algn="ctr">
              <a:defRPr sz="2400" b="0">
                <a:solidFill>
                  <a:srgbClr val="5E5E5E"/>
                </a:solidFill>
                <a:latin typeface="Microsoft YaHei" charset="-122"/>
                <a:ea typeface="Microsoft YaHei" charset="-122"/>
                <a:cs typeface="Microsoft YaHei" charset="-122"/>
              </a:defRPr>
            </a:lvl1pPr>
          </a:lstStyle>
          <a:p>
            <a:pPr>
              <a:lnSpc>
                <a:spcPct val="130000"/>
              </a:lnSpc>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香港主板上市市值</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nSpc>
                <a:spcPct val="130000"/>
              </a:lnSpc>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0268.</a:t>
            </a:r>
            <a:r>
              <a:rPr lang="en"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HK</a:t>
            </a:r>
            <a:r>
              <a:rPr lang="zh-CN" altLang="en" sz="120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nvGrpSpPr>
          <p:cNvPr id="15" name="组合 14">
            <a:extLst>
              <a:ext uri="{FF2B5EF4-FFF2-40B4-BE49-F238E27FC236}">
                <a16:creationId xmlns:a16="http://schemas.microsoft.com/office/drawing/2014/main" id="{AA20A04C-C1C3-9D6D-58E9-8AC88F96C51A}"/>
              </a:ext>
            </a:extLst>
          </p:cNvPr>
          <p:cNvGrpSpPr/>
          <p:nvPr/>
        </p:nvGrpSpPr>
        <p:grpSpPr>
          <a:xfrm>
            <a:off x="5356234" y="4488737"/>
            <a:ext cx="1968081" cy="856645"/>
            <a:chOff x="10673122" y="9039117"/>
            <a:chExt cx="3936161" cy="1713290"/>
          </a:xfrm>
        </p:grpSpPr>
        <p:sp>
          <p:nvSpPr>
            <p:cNvPr id="16" name="年">
              <a:extLst>
                <a:ext uri="{FF2B5EF4-FFF2-40B4-BE49-F238E27FC236}">
                  <a16:creationId xmlns:a16="http://schemas.microsoft.com/office/drawing/2014/main" id="{40E69766-ADA3-82BD-F4BC-046DD73AC655}"/>
                </a:ext>
              </a:extLst>
            </p:cNvPr>
            <p:cNvSpPr txBox="1"/>
            <p:nvPr/>
          </p:nvSpPr>
          <p:spPr>
            <a:xfrm>
              <a:off x="14144039" y="9819579"/>
              <a:ext cx="465244" cy="666850"/>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zh-CN" altLang="en-US" sz="2000" b="1" dirty="0">
                  <a:latin typeface="微软雅黑 Light" panose="020B0502040204020203" pitchFamily="34" charset="-122"/>
                  <a:ea typeface="微软雅黑" panose="020B0503020204020204" pitchFamily="34" charset="-122"/>
                  <a:cs typeface="Microsoft YaHei" charset="-122"/>
                  <a:sym typeface="微软雅黑 Light" panose="020B0502040204020203" pitchFamily="34" charset="-122"/>
                </a:rPr>
                <a:t>亿</a:t>
              </a:r>
              <a:endParaRPr sz="2000" b="1" dirty="0">
                <a:latin typeface="微软雅黑 Light" panose="020B0502040204020203" pitchFamily="34" charset="-122"/>
                <a:ea typeface="微软雅黑" panose="020B0503020204020204" pitchFamily="34" charset="-122"/>
                <a:cs typeface="Microsoft YaHei" charset="-122"/>
                <a:sym typeface="微软雅黑 Light" panose="020B0502040204020203" pitchFamily="34" charset="-122"/>
              </a:endParaRPr>
            </a:p>
          </p:txBody>
        </p:sp>
        <p:sp>
          <p:nvSpPr>
            <p:cNvPr id="17" name="年">
              <a:extLst>
                <a:ext uri="{FF2B5EF4-FFF2-40B4-BE49-F238E27FC236}">
                  <a16:creationId xmlns:a16="http://schemas.microsoft.com/office/drawing/2014/main" id="{7E1150A1-4111-8E14-5634-EB2DACC70BF2}"/>
                </a:ext>
              </a:extLst>
            </p:cNvPr>
            <p:cNvSpPr txBox="1"/>
            <p:nvPr/>
          </p:nvSpPr>
          <p:spPr>
            <a:xfrm>
              <a:off x="10673122" y="9039117"/>
              <a:ext cx="3852763" cy="1713290"/>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altLang="zh-CN"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rPr>
                <a:t>1000</a:t>
              </a:r>
              <a:endParaRPr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endParaRPr>
            </a:p>
          </p:txBody>
        </p:sp>
      </p:grpSp>
      <p:sp>
        <p:nvSpPr>
          <p:cNvPr id="18" name="年">
            <a:extLst>
              <a:ext uri="{FF2B5EF4-FFF2-40B4-BE49-F238E27FC236}">
                <a16:creationId xmlns:a16="http://schemas.microsoft.com/office/drawing/2014/main" id="{76ADA629-E7EA-4726-0343-837DA9D9D82E}"/>
              </a:ext>
            </a:extLst>
          </p:cNvPr>
          <p:cNvSpPr txBox="1"/>
          <p:nvPr/>
        </p:nvSpPr>
        <p:spPr>
          <a:xfrm>
            <a:off x="9307237" y="4871751"/>
            <a:ext cx="232622" cy="333425"/>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zh-CN" altLang="en-US" sz="2000" b="1" dirty="0">
                <a:latin typeface="微软雅黑 Light" panose="020B0502040204020203" pitchFamily="34" charset="-122"/>
                <a:ea typeface="微软雅黑" panose="020B0503020204020204" pitchFamily="34" charset="-122"/>
                <a:cs typeface="Microsoft YaHei" charset="-122"/>
                <a:sym typeface="微软雅黑 Light" panose="020B0502040204020203" pitchFamily="34" charset="-122"/>
              </a:rPr>
              <a:t>个</a:t>
            </a:r>
            <a:endParaRPr sz="2000" b="1" dirty="0">
              <a:latin typeface="微软雅黑 Light" panose="020B0502040204020203" pitchFamily="34" charset="-122"/>
              <a:ea typeface="微软雅黑" panose="020B0503020204020204" pitchFamily="34" charset="-122"/>
              <a:cs typeface="Microsoft YaHei" charset="-122"/>
              <a:sym typeface="微软雅黑 Light" panose="020B0502040204020203" pitchFamily="34" charset="-122"/>
            </a:endParaRPr>
          </a:p>
        </p:txBody>
      </p:sp>
      <p:sp>
        <p:nvSpPr>
          <p:cNvPr id="19" name="年">
            <a:extLst>
              <a:ext uri="{FF2B5EF4-FFF2-40B4-BE49-F238E27FC236}">
                <a16:creationId xmlns:a16="http://schemas.microsoft.com/office/drawing/2014/main" id="{C1E010C8-018D-A8EF-7A33-0AF73763C469}"/>
              </a:ext>
            </a:extLst>
          </p:cNvPr>
          <p:cNvSpPr txBox="1"/>
          <p:nvPr/>
        </p:nvSpPr>
        <p:spPr>
          <a:xfrm>
            <a:off x="8003535" y="4488737"/>
            <a:ext cx="1801884" cy="856645"/>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altLang="zh-CN"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rPr>
              <a:t>172</a:t>
            </a:r>
            <a:endParaRPr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endParaRPr>
          </a:p>
        </p:txBody>
      </p:sp>
      <p:sp>
        <p:nvSpPr>
          <p:cNvPr id="20" name="金蝶国际软件集团创建">
            <a:extLst>
              <a:ext uri="{FF2B5EF4-FFF2-40B4-BE49-F238E27FC236}">
                <a16:creationId xmlns:a16="http://schemas.microsoft.com/office/drawing/2014/main" id="{36E5B519-3423-7CA1-AC09-7DE58C31DA34}"/>
              </a:ext>
            </a:extLst>
          </p:cNvPr>
          <p:cNvSpPr txBox="1"/>
          <p:nvPr/>
        </p:nvSpPr>
        <p:spPr>
          <a:xfrm>
            <a:off x="7946716" y="5398394"/>
            <a:ext cx="1593143" cy="482376"/>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spAutoFit/>
          </a:bodyPr>
          <a:lstStyle>
            <a:defPPr>
              <a:defRPr lang="en-US"/>
            </a:defPPr>
            <a:lvl1pPr algn="ctr">
              <a:defRPr sz="2400" b="0">
                <a:solidFill>
                  <a:srgbClr val="5E5E5E"/>
                </a:solidFill>
                <a:latin typeface="Microsoft YaHei" charset="-122"/>
                <a:ea typeface="Microsoft YaHei" charset="-122"/>
                <a:cs typeface="Microsoft YaHei" charset="-122"/>
              </a:defRPr>
            </a:lvl1pPr>
          </a:lstStyle>
          <a:p>
            <a:pPr>
              <a:lnSpc>
                <a:spcPct val="130000"/>
              </a:lnSpc>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业务遍布全球的国家和地区数量</a:t>
            </a:r>
          </a:p>
        </p:txBody>
      </p:sp>
      <p:sp>
        <p:nvSpPr>
          <p:cNvPr id="21" name="年">
            <a:extLst>
              <a:ext uri="{FF2B5EF4-FFF2-40B4-BE49-F238E27FC236}">
                <a16:creationId xmlns:a16="http://schemas.microsoft.com/office/drawing/2014/main" id="{DEA13E88-F3B0-02DA-8D46-99D94A9B7C73}"/>
              </a:ext>
            </a:extLst>
          </p:cNvPr>
          <p:cNvSpPr txBox="1"/>
          <p:nvPr/>
        </p:nvSpPr>
        <p:spPr>
          <a:xfrm>
            <a:off x="10374492" y="4488737"/>
            <a:ext cx="1063721" cy="856645"/>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altLang="zh-CN"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rPr>
              <a:t>41</a:t>
            </a:r>
            <a:endParaRPr sz="5400" b="1" dirty="0">
              <a:latin typeface="微软雅黑 Light" panose="020B0502040204020203" pitchFamily="34" charset="-122"/>
              <a:ea typeface="微软雅黑" panose="020B0503020204020204" pitchFamily="34" charset="-122"/>
              <a:cs typeface="Arial" charset="0"/>
              <a:sym typeface="微软雅黑 Light" panose="020B0502040204020203" pitchFamily="34" charset="-122"/>
            </a:endParaRPr>
          </a:p>
        </p:txBody>
      </p:sp>
      <p:sp>
        <p:nvSpPr>
          <p:cNvPr id="22" name="金蝶国际软件集团创建">
            <a:extLst>
              <a:ext uri="{FF2B5EF4-FFF2-40B4-BE49-F238E27FC236}">
                <a16:creationId xmlns:a16="http://schemas.microsoft.com/office/drawing/2014/main" id="{CBEFC147-48B7-304D-7780-C64121CB7FBA}"/>
              </a:ext>
            </a:extLst>
          </p:cNvPr>
          <p:cNvSpPr txBox="1"/>
          <p:nvPr/>
        </p:nvSpPr>
        <p:spPr>
          <a:xfrm>
            <a:off x="10076117" y="5398394"/>
            <a:ext cx="1463841" cy="482376"/>
          </a:xfrm>
          <a:prstGeom prst="rect">
            <a:avLst/>
          </a:prstGeom>
          <a:ln w="12700">
            <a:miter lim="400000"/>
          </a:ln>
          <a:extLst>
            <a:ext uri="{C572A759-6A51-4108-AA02-DFA0A04FC94B}">
              <ma14:wrappingTextBoxFlag xmlns="" xmlns:ma14="http://schemas.microsoft.com/office/mac/drawingml/2011/main" val="1"/>
            </a:ext>
          </a:extLst>
        </p:spPr>
        <p:txBody>
          <a:bodyPr wrap="square" lIns="12700" tIns="12700" rIns="12700" bIns="12700">
            <a:spAutoFit/>
          </a:bodyPr>
          <a:lstStyle>
            <a:defPPr>
              <a:defRPr lang="en-US"/>
            </a:defPPr>
            <a:lvl1pPr algn="ctr">
              <a:defRPr sz="2400" b="0">
                <a:solidFill>
                  <a:srgbClr val="5E5E5E"/>
                </a:solidFill>
                <a:latin typeface="Microsoft YaHei" charset="-122"/>
                <a:ea typeface="Microsoft YaHei" charset="-122"/>
                <a:cs typeface="Microsoft YaHei" charset="-122"/>
              </a:defRPr>
            </a:lvl1pPr>
          </a:lstStyle>
          <a:p>
            <a:pPr>
              <a:lnSpc>
                <a:spcPct val="130000"/>
              </a:lnSpc>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适配海外会计准则的多语言版本数量</a:t>
            </a:r>
          </a:p>
        </p:txBody>
      </p:sp>
      <p:sp>
        <p:nvSpPr>
          <p:cNvPr id="2" name="文本框 1">
            <a:extLst>
              <a:ext uri="{FF2B5EF4-FFF2-40B4-BE49-F238E27FC236}">
                <a16:creationId xmlns:a16="http://schemas.microsoft.com/office/drawing/2014/main" id="{19FE4FF7-8866-7947-A5B0-7633614F2C41}"/>
              </a:ext>
            </a:extLst>
          </p:cNvPr>
          <p:cNvSpPr txBox="1"/>
          <p:nvPr/>
        </p:nvSpPr>
        <p:spPr>
          <a:xfrm>
            <a:off x="523023" y="6341221"/>
            <a:ext cx="1308371" cy="230832"/>
          </a:xfrm>
          <a:prstGeom prst="rect">
            <a:avLst/>
          </a:prstGeom>
          <a:noFill/>
        </p:spPr>
        <p:txBody>
          <a:bodyPr wrap="none" rtlCol="0">
            <a:spAutoFit/>
          </a:bodyPr>
          <a:lstStyle/>
          <a:p>
            <a:r>
              <a:rPr lang="zh-CN" altLang="en-US" sz="900" dirty="0">
                <a:solidFill>
                  <a:schemeClr val="tx1">
                    <a:lumMod val="50000"/>
                    <a:lumOff val="50000"/>
                  </a:schemeClr>
                </a:solidFill>
                <a:latin typeface="微软雅黑 Light" panose="020B0502040204020203" pitchFamily="34" charset="-122"/>
                <a:ea typeface="微软雅黑" panose="020B0503020204020204" pitchFamily="34" charset="-122"/>
                <a:sym typeface="微软雅黑 Light" panose="020B0502040204020203" pitchFamily="34" charset="-122"/>
              </a:rPr>
              <a:t>* 数据截至</a:t>
            </a:r>
            <a:r>
              <a:rPr lang="en-US" altLang="zh-CN" sz="900" dirty="0">
                <a:solidFill>
                  <a:schemeClr val="tx1">
                    <a:lumMod val="50000"/>
                    <a:lumOff val="50000"/>
                  </a:schemeClr>
                </a:solidFill>
                <a:latin typeface="微软雅黑 Light" panose="020B0502040204020203" pitchFamily="34" charset="-122"/>
                <a:ea typeface="微软雅黑" panose="020B0503020204020204" pitchFamily="34" charset="-122"/>
                <a:sym typeface="微软雅黑 Light" panose="020B0502040204020203" pitchFamily="34" charset="-122"/>
              </a:rPr>
              <a:t>2021</a:t>
            </a:r>
            <a:r>
              <a:rPr lang="zh-CN" altLang="en-US" sz="900" dirty="0">
                <a:solidFill>
                  <a:schemeClr val="tx1">
                    <a:lumMod val="50000"/>
                    <a:lumOff val="50000"/>
                  </a:schemeClr>
                </a:solidFill>
                <a:latin typeface="微软雅黑 Light" panose="020B0502040204020203" pitchFamily="34" charset="-122"/>
                <a:ea typeface="微软雅黑" panose="020B0503020204020204" pitchFamily="34" charset="-122"/>
                <a:sym typeface="微软雅黑 Light" panose="020B0502040204020203" pitchFamily="34" charset="-122"/>
              </a:rPr>
              <a:t>年</a:t>
            </a:r>
            <a:r>
              <a:rPr lang="en-US" altLang="zh-CN" sz="900" dirty="0">
                <a:solidFill>
                  <a:schemeClr val="tx1">
                    <a:lumMod val="50000"/>
                    <a:lumOff val="50000"/>
                  </a:schemeClr>
                </a:solidFill>
                <a:latin typeface="微软雅黑 Light" panose="020B0502040204020203" pitchFamily="34" charset="-122"/>
                <a:ea typeface="微软雅黑" panose="020B0503020204020204" pitchFamily="34" charset="-122"/>
                <a:sym typeface="微软雅黑 Light" panose="020B0502040204020203" pitchFamily="34" charset="-122"/>
              </a:rPr>
              <a:t>12</a:t>
            </a:r>
            <a:r>
              <a:rPr lang="zh-CN" altLang="en-US" sz="900" dirty="0">
                <a:solidFill>
                  <a:schemeClr val="tx1">
                    <a:lumMod val="50000"/>
                    <a:lumOff val="50000"/>
                  </a:schemeClr>
                </a:solidFill>
                <a:latin typeface="微软雅黑 Light" panose="020B0502040204020203" pitchFamily="34" charset="-122"/>
                <a:ea typeface="微软雅黑" panose="020B0503020204020204" pitchFamily="34" charset="-122"/>
                <a:sym typeface="微软雅黑 Light" panose="020B0502040204020203" pitchFamily="34" charset="-122"/>
              </a:rPr>
              <a:t>月</a:t>
            </a:r>
            <a:endParaRPr kumimoji="1" lang="zh-CN" altLang="en-US" sz="900" dirty="0">
              <a:solidFill>
                <a:schemeClr val="tx1">
                  <a:lumMod val="50000"/>
                  <a:lumOff val="50000"/>
                </a:schemeClr>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3" name="标题 3">
            <a:extLst>
              <a:ext uri="{FF2B5EF4-FFF2-40B4-BE49-F238E27FC236}">
                <a16:creationId xmlns:a16="http://schemas.microsoft.com/office/drawing/2014/main" id="{A8585001-4534-2BBD-CA99-49E5289F7908}"/>
              </a:ext>
            </a:extLst>
          </p:cNvPr>
          <p:cNvSpPr>
            <a:spLocks noGrp="1"/>
          </p:cNvSpPr>
          <p:nvPr>
            <p:ph type="title"/>
          </p:nvPr>
        </p:nvSpPr>
        <p:spPr>
          <a:xfrm>
            <a:off x="398094" y="210672"/>
            <a:ext cx="9693760" cy="469413"/>
          </a:xfrm>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金蝶集团简介</a:t>
            </a:r>
          </a:p>
        </p:txBody>
      </p:sp>
    </p:spTree>
    <p:extLst>
      <p:ext uri="{BB962C8B-B14F-4D97-AF65-F5344CB8AC3E}">
        <p14:creationId xmlns:p14="http://schemas.microsoft.com/office/powerpoint/2010/main" val="3822752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简超过</a:t>
            </a:r>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680</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万客户的共同选择</a:t>
            </a:r>
          </a:p>
        </p:txBody>
      </p:sp>
      <p:sp>
        <p:nvSpPr>
          <p:cNvPr id="58" name="文本框 57">
            <a:extLst>
              <a:ext uri="{FF2B5EF4-FFF2-40B4-BE49-F238E27FC236}">
                <a16:creationId xmlns:a16="http://schemas.microsoft.com/office/drawing/2014/main" id="{D9430828-6DCA-CD8E-65FF-DFCAA1BE0D40}"/>
              </a:ext>
            </a:extLst>
          </p:cNvPr>
          <p:cNvSpPr txBox="1"/>
          <p:nvPr/>
        </p:nvSpPr>
        <p:spPr>
          <a:xfrm>
            <a:off x="587375" y="783734"/>
            <a:ext cx="1831975" cy="5693866"/>
          </a:xfrm>
          <a:prstGeom prst="rect">
            <a:avLst/>
          </a:prstGeom>
          <a:noFill/>
          <a:ln>
            <a:noFill/>
          </a:ln>
        </p:spPr>
        <p:txBody>
          <a:bodyPr wrap="square" rtlCol="0">
            <a:spAutoFit/>
          </a:bodyPr>
          <a:lstStyle/>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综合集团</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制造业</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高科技</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建筑与房地产</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现代农牧</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烟草业</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快速消费品</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能源与资源</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交通与物流</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食品与日化</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批发与零售</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生命科学</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rPr>
              <a:t>政府与公共事业</a:t>
            </a:r>
            <a:endParaRPr kumimoji="1" lang="en-US" altLang="zh-CN" sz="1600" b="1" dirty="0">
              <a:latin typeface="微软雅黑 Light" panose="020B0502040204020203" pitchFamily="34" charset="-122"/>
              <a:ea typeface="微软雅黑" panose="020B0503020204020204" pitchFamily="34" charset="-122"/>
              <a:cs typeface="Calibri" panose="020F0502020204030204"/>
              <a:sym typeface="微软雅黑 Light" panose="020B0502040204020203" pitchFamily="34" charset="-122"/>
            </a:endParaRPr>
          </a:p>
        </p:txBody>
      </p:sp>
      <p:graphicFrame>
        <p:nvGraphicFramePr>
          <p:cNvPr id="60" name="表格 59">
            <a:extLst>
              <a:ext uri="{FF2B5EF4-FFF2-40B4-BE49-F238E27FC236}">
                <a16:creationId xmlns:a16="http://schemas.microsoft.com/office/drawing/2014/main" id="{6C15B45D-5713-192E-6433-B7CC5FEA0FC4}"/>
              </a:ext>
            </a:extLst>
          </p:cNvPr>
          <p:cNvGraphicFramePr>
            <a:graphicFrameLocks noGrp="1"/>
          </p:cNvGraphicFramePr>
          <p:nvPr>
            <p:extLst>
              <p:ext uri="{D42A27DB-BD31-4B8C-83A1-F6EECF244321}">
                <p14:modId xmlns:p14="http://schemas.microsoft.com/office/powerpoint/2010/main" val="3755077927"/>
              </p:ext>
            </p:extLst>
          </p:nvPr>
        </p:nvGraphicFramePr>
        <p:xfrm>
          <a:off x="2293853" y="892482"/>
          <a:ext cx="8736560" cy="5519345"/>
        </p:xfrm>
        <a:graphic>
          <a:graphicData uri="http://schemas.openxmlformats.org/drawingml/2006/table">
            <a:tbl>
              <a:tblPr firstRow="1" bandRow="1">
                <a:tableStyleId>{5C22544A-7EE6-4342-B048-85BDC9FD1C3A}</a:tableStyleId>
              </a:tblPr>
              <a:tblGrid>
                <a:gridCol w="8736560">
                  <a:extLst>
                    <a:ext uri="{9D8B030D-6E8A-4147-A177-3AD203B41FA5}">
                      <a16:colId xmlns:a16="http://schemas.microsoft.com/office/drawing/2014/main" val="20000"/>
                    </a:ext>
                  </a:extLst>
                </a:gridCol>
              </a:tblGrid>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424565">
                <a:tc>
                  <a:txBody>
                    <a:bodyPr/>
                    <a:lstStyle/>
                    <a:p>
                      <a:endParaRPr lang="zh-CN" altLang="en-US" sz="19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bl>
          </a:graphicData>
        </a:graphic>
      </p:graphicFrame>
      <p:grpSp>
        <p:nvGrpSpPr>
          <p:cNvPr id="61" name="组合 60">
            <a:extLst>
              <a:ext uri="{FF2B5EF4-FFF2-40B4-BE49-F238E27FC236}">
                <a16:creationId xmlns:a16="http://schemas.microsoft.com/office/drawing/2014/main" id="{8A56E2C9-C057-4671-082B-9C31C758B174}"/>
              </a:ext>
            </a:extLst>
          </p:cNvPr>
          <p:cNvGrpSpPr/>
          <p:nvPr/>
        </p:nvGrpSpPr>
        <p:grpSpPr>
          <a:xfrm>
            <a:off x="3576789" y="1476075"/>
            <a:ext cx="6345351" cy="196735"/>
            <a:chOff x="3280640" y="1592855"/>
            <a:chExt cx="4759013" cy="147551"/>
          </a:xfrm>
        </p:grpSpPr>
        <p:pic>
          <p:nvPicPr>
            <p:cNvPr id="62" name="图片 61">
              <a:extLst>
                <a:ext uri="{FF2B5EF4-FFF2-40B4-BE49-F238E27FC236}">
                  <a16:creationId xmlns:a16="http://schemas.microsoft.com/office/drawing/2014/main" id="{18A29C9D-8EE0-F6AE-FE40-3C3D6DD90E62}"/>
                </a:ext>
              </a:extLst>
            </p:cNvPr>
            <p:cNvPicPr>
              <a:picLocks noChangeAspect="1"/>
            </p:cNvPicPr>
            <p:nvPr/>
          </p:nvPicPr>
          <p:blipFill>
            <a:blip r:embed="rId2" cstate="screen"/>
            <a:stretch>
              <a:fillRect/>
            </a:stretch>
          </p:blipFill>
          <p:spPr>
            <a:xfrm>
              <a:off x="6252923" y="1615228"/>
              <a:ext cx="453260" cy="101531"/>
            </a:xfrm>
            <a:prstGeom prst="rect">
              <a:avLst/>
            </a:prstGeom>
          </p:spPr>
        </p:pic>
        <p:pic>
          <p:nvPicPr>
            <p:cNvPr id="63" name="图片 62">
              <a:extLst>
                <a:ext uri="{FF2B5EF4-FFF2-40B4-BE49-F238E27FC236}">
                  <a16:creationId xmlns:a16="http://schemas.microsoft.com/office/drawing/2014/main" id="{72E75D6A-F08B-90A0-D542-F80FC742C278}"/>
                </a:ext>
              </a:extLst>
            </p:cNvPr>
            <p:cNvPicPr>
              <a:picLocks noChangeAspect="1"/>
            </p:cNvPicPr>
            <p:nvPr/>
          </p:nvPicPr>
          <p:blipFill>
            <a:blip r:embed="rId3" cstate="screen"/>
            <a:stretch>
              <a:fillRect/>
            </a:stretch>
          </p:blipFill>
          <p:spPr>
            <a:xfrm>
              <a:off x="4170827" y="1609522"/>
              <a:ext cx="603254" cy="129699"/>
            </a:xfrm>
            <a:prstGeom prst="rect">
              <a:avLst/>
            </a:prstGeom>
          </p:spPr>
        </p:pic>
        <p:pic>
          <p:nvPicPr>
            <p:cNvPr id="64" name="图片 63">
              <a:extLst>
                <a:ext uri="{FF2B5EF4-FFF2-40B4-BE49-F238E27FC236}">
                  <a16:creationId xmlns:a16="http://schemas.microsoft.com/office/drawing/2014/main" id="{2432C314-7D69-4782-7646-1EE8A74E031C}"/>
                </a:ext>
              </a:extLst>
            </p:cNvPr>
            <p:cNvPicPr>
              <a:picLocks noChangeAspect="1"/>
            </p:cNvPicPr>
            <p:nvPr/>
          </p:nvPicPr>
          <p:blipFill>
            <a:blip r:embed="rId4" cstate="screen"/>
            <a:stretch>
              <a:fillRect/>
            </a:stretch>
          </p:blipFill>
          <p:spPr>
            <a:xfrm>
              <a:off x="5211497" y="1604370"/>
              <a:ext cx="374700" cy="115407"/>
            </a:xfrm>
            <a:prstGeom prst="rect">
              <a:avLst/>
            </a:prstGeom>
          </p:spPr>
        </p:pic>
        <p:pic>
          <p:nvPicPr>
            <p:cNvPr id="65" name="图片 64">
              <a:extLst>
                <a:ext uri="{FF2B5EF4-FFF2-40B4-BE49-F238E27FC236}">
                  <a16:creationId xmlns:a16="http://schemas.microsoft.com/office/drawing/2014/main" id="{8625F053-443B-5877-7296-90A091208A59}"/>
                </a:ext>
              </a:extLst>
            </p:cNvPr>
            <p:cNvPicPr>
              <a:picLocks noChangeAspect="1"/>
            </p:cNvPicPr>
            <p:nvPr/>
          </p:nvPicPr>
          <p:blipFill>
            <a:blip r:embed="rId5" cstate="screen"/>
            <a:stretch>
              <a:fillRect/>
            </a:stretch>
          </p:blipFill>
          <p:spPr>
            <a:xfrm>
              <a:off x="7403662" y="1592855"/>
              <a:ext cx="635991" cy="147551"/>
            </a:xfrm>
            <a:prstGeom prst="rect">
              <a:avLst/>
            </a:prstGeom>
          </p:spPr>
        </p:pic>
        <p:pic>
          <p:nvPicPr>
            <p:cNvPr id="66" name="图片 65">
              <a:extLst>
                <a:ext uri="{FF2B5EF4-FFF2-40B4-BE49-F238E27FC236}">
                  <a16:creationId xmlns:a16="http://schemas.microsoft.com/office/drawing/2014/main" id="{D2FA189B-F87B-72E8-93E2-C523C3344800}"/>
                </a:ext>
              </a:extLst>
            </p:cNvPr>
            <p:cNvPicPr>
              <a:picLocks noChangeAspect="1"/>
            </p:cNvPicPr>
            <p:nvPr/>
          </p:nvPicPr>
          <p:blipFill>
            <a:blip r:embed="rId6" cstate="screen"/>
            <a:stretch>
              <a:fillRect/>
            </a:stretch>
          </p:blipFill>
          <p:spPr>
            <a:xfrm>
              <a:off x="3280640" y="1596071"/>
              <a:ext cx="415620" cy="137154"/>
            </a:xfrm>
            <a:prstGeom prst="rect">
              <a:avLst/>
            </a:prstGeom>
          </p:spPr>
        </p:pic>
      </p:grpSp>
      <p:grpSp>
        <p:nvGrpSpPr>
          <p:cNvPr id="67" name="组合 66">
            <a:extLst>
              <a:ext uri="{FF2B5EF4-FFF2-40B4-BE49-F238E27FC236}">
                <a16:creationId xmlns:a16="http://schemas.microsoft.com/office/drawing/2014/main" id="{372B8755-2314-477C-EF05-2D8D8FA1BA30}"/>
              </a:ext>
            </a:extLst>
          </p:cNvPr>
          <p:cNvGrpSpPr/>
          <p:nvPr/>
        </p:nvGrpSpPr>
        <p:grpSpPr>
          <a:xfrm>
            <a:off x="3612020" y="2676403"/>
            <a:ext cx="6210853" cy="290688"/>
            <a:chOff x="3266529" y="1789780"/>
            <a:chExt cx="4658140" cy="218016"/>
          </a:xfrm>
        </p:grpSpPr>
        <p:pic>
          <p:nvPicPr>
            <p:cNvPr id="68" name="图片 67">
              <a:extLst>
                <a:ext uri="{FF2B5EF4-FFF2-40B4-BE49-F238E27FC236}">
                  <a16:creationId xmlns:a16="http://schemas.microsoft.com/office/drawing/2014/main" id="{E0BDA3B6-BE6A-B667-3135-B8705C73B018}"/>
                </a:ext>
              </a:extLst>
            </p:cNvPr>
            <p:cNvPicPr>
              <a:picLocks noChangeAspect="1"/>
            </p:cNvPicPr>
            <p:nvPr/>
          </p:nvPicPr>
          <p:blipFill>
            <a:blip r:embed="rId7" cstate="screen"/>
            <a:stretch>
              <a:fillRect/>
            </a:stretch>
          </p:blipFill>
          <p:spPr>
            <a:xfrm>
              <a:off x="6343416" y="1789780"/>
              <a:ext cx="207303" cy="214973"/>
            </a:xfrm>
            <a:prstGeom prst="rect">
              <a:avLst/>
            </a:prstGeom>
          </p:spPr>
        </p:pic>
        <p:pic>
          <p:nvPicPr>
            <p:cNvPr id="69" name="图片 68">
              <a:extLst>
                <a:ext uri="{FF2B5EF4-FFF2-40B4-BE49-F238E27FC236}">
                  <a16:creationId xmlns:a16="http://schemas.microsoft.com/office/drawing/2014/main" id="{53CE80BA-BCC2-223B-5DFD-14AC648F0121}"/>
                </a:ext>
              </a:extLst>
            </p:cNvPr>
            <p:cNvPicPr>
              <a:picLocks noChangeAspect="1"/>
            </p:cNvPicPr>
            <p:nvPr/>
          </p:nvPicPr>
          <p:blipFill>
            <a:blip r:embed="rId8" cstate="screen"/>
            <a:stretch>
              <a:fillRect/>
            </a:stretch>
          </p:blipFill>
          <p:spPr>
            <a:xfrm>
              <a:off x="4206401" y="1827499"/>
              <a:ext cx="444933" cy="139263"/>
            </a:xfrm>
            <a:prstGeom prst="rect">
              <a:avLst/>
            </a:prstGeom>
          </p:spPr>
        </p:pic>
        <p:pic>
          <p:nvPicPr>
            <p:cNvPr id="70" name="图片 69">
              <a:extLst>
                <a:ext uri="{FF2B5EF4-FFF2-40B4-BE49-F238E27FC236}">
                  <a16:creationId xmlns:a16="http://schemas.microsoft.com/office/drawing/2014/main" id="{1ADA6E5E-EE95-F4B7-4589-FDCFB73FA900}"/>
                </a:ext>
              </a:extLst>
            </p:cNvPr>
            <p:cNvPicPr>
              <a:picLocks noChangeAspect="1"/>
            </p:cNvPicPr>
            <p:nvPr/>
          </p:nvPicPr>
          <p:blipFill>
            <a:blip r:embed="rId9" cstate="screen"/>
            <a:stretch>
              <a:fillRect/>
            </a:stretch>
          </p:blipFill>
          <p:spPr>
            <a:xfrm>
              <a:off x="5266704" y="1823032"/>
              <a:ext cx="199314" cy="184764"/>
            </a:xfrm>
            <a:prstGeom prst="rect">
              <a:avLst/>
            </a:prstGeom>
          </p:spPr>
        </p:pic>
        <p:pic>
          <p:nvPicPr>
            <p:cNvPr id="71" name="图片 70">
              <a:extLst>
                <a:ext uri="{FF2B5EF4-FFF2-40B4-BE49-F238E27FC236}">
                  <a16:creationId xmlns:a16="http://schemas.microsoft.com/office/drawing/2014/main" id="{2BD093A9-F810-CE31-D01F-43206B12F55C}"/>
                </a:ext>
              </a:extLst>
            </p:cNvPr>
            <p:cNvPicPr>
              <a:picLocks noChangeAspect="1"/>
            </p:cNvPicPr>
            <p:nvPr/>
          </p:nvPicPr>
          <p:blipFill>
            <a:blip r:embed="rId10" cstate="screen"/>
            <a:stretch>
              <a:fillRect/>
            </a:stretch>
          </p:blipFill>
          <p:spPr>
            <a:xfrm>
              <a:off x="3266529" y="1827576"/>
              <a:ext cx="417293" cy="174011"/>
            </a:xfrm>
            <a:prstGeom prst="rect">
              <a:avLst/>
            </a:prstGeom>
          </p:spPr>
        </p:pic>
        <p:pic>
          <p:nvPicPr>
            <p:cNvPr id="72" name="图片 71">
              <a:extLst>
                <a:ext uri="{FF2B5EF4-FFF2-40B4-BE49-F238E27FC236}">
                  <a16:creationId xmlns:a16="http://schemas.microsoft.com/office/drawing/2014/main" id="{3C6D9E26-B1DF-15A0-97DD-3BC13F0239FD}"/>
                </a:ext>
              </a:extLst>
            </p:cNvPr>
            <p:cNvPicPr>
              <a:picLocks noChangeAspect="1"/>
            </p:cNvPicPr>
            <p:nvPr/>
          </p:nvPicPr>
          <p:blipFill>
            <a:blip r:embed="rId11" cstate="screen"/>
            <a:stretch>
              <a:fillRect/>
            </a:stretch>
          </p:blipFill>
          <p:spPr>
            <a:xfrm>
              <a:off x="7491323" y="1843526"/>
              <a:ext cx="433346" cy="125670"/>
            </a:xfrm>
            <a:prstGeom prst="rect">
              <a:avLst/>
            </a:prstGeom>
          </p:spPr>
        </p:pic>
      </p:grpSp>
      <p:grpSp>
        <p:nvGrpSpPr>
          <p:cNvPr id="73" name="组合 72">
            <a:extLst>
              <a:ext uri="{FF2B5EF4-FFF2-40B4-BE49-F238E27FC236}">
                <a16:creationId xmlns:a16="http://schemas.microsoft.com/office/drawing/2014/main" id="{F4857ED1-DDE1-4380-CE01-0CA7188C1EA7}"/>
              </a:ext>
            </a:extLst>
          </p:cNvPr>
          <p:cNvGrpSpPr/>
          <p:nvPr/>
        </p:nvGrpSpPr>
        <p:grpSpPr>
          <a:xfrm>
            <a:off x="3612020" y="4372233"/>
            <a:ext cx="6078484" cy="254016"/>
            <a:chOff x="3290473" y="2548893"/>
            <a:chExt cx="4558863" cy="190512"/>
          </a:xfrm>
        </p:grpSpPr>
        <p:pic>
          <p:nvPicPr>
            <p:cNvPr id="74" name="图片 73">
              <a:extLst>
                <a:ext uri="{FF2B5EF4-FFF2-40B4-BE49-F238E27FC236}">
                  <a16:creationId xmlns:a16="http://schemas.microsoft.com/office/drawing/2014/main" id="{81D04B91-2233-505E-00CB-444AF637B90B}"/>
                </a:ext>
              </a:extLst>
            </p:cNvPr>
            <p:cNvPicPr>
              <a:picLocks noChangeAspect="1"/>
            </p:cNvPicPr>
            <p:nvPr/>
          </p:nvPicPr>
          <p:blipFill>
            <a:blip r:embed="rId12" cstate="screen"/>
            <a:stretch>
              <a:fillRect/>
            </a:stretch>
          </p:blipFill>
          <p:spPr>
            <a:xfrm>
              <a:off x="6235674" y="2560752"/>
              <a:ext cx="463274" cy="161683"/>
            </a:xfrm>
            <a:prstGeom prst="rect">
              <a:avLst/>
            </a:prstGeom>
          </p:spPr>
        </p:pic>
        <p:pic>
          <p:nvPicPr>
            <p:cNvPr id="75" name="图片 74">
              <a:extLst>
                <a:ext uri="{FF2B5EF4-FFF2-40B4-BE49-F238E27FC236}">
                  <a16:creationId xmlns:a16="http://schemas.microsoft.com/office/drawing/2014/main" id="{3255C6A4-AC32-99DE-6582-07CECFA152C0}"/>
                </a:ext>
              </a:extLst>
            </p:cNvPr>
            <p:cNvPicPr>
              <a:picLocks noChangeAspect="1"/>
            </p:cNvPicPr>
            <p:nvPr/>
          </p:nvPicPr>
          <p:blipFill>
            <a:blip r:embed="rId13" cstate="screen"/>
            <a:stretch>
              <a:fillRect/>
            </a:stretch>
          </p:blipFill>
          <p:spPr>
            <a:xfrm>
              <a:off x="3290473" y="2548893"/>
              <a:ext cx="367685" cy="187887"/>
            </a:xfrm>
            <a:prstGeom prst="rect">
              <a:avLst/>
            </a:prstGeom>
          </p:spPr>
        </p:pic>
        <p:pic>
          <p:nvPicPr>
            <p:cNvPr id="76" name="图片 75">
              <a:extLst>
                <a:ext uri="{FF2B5EF4-FFF2-40B4-BE49-F238E27FC236}">
                  <a16:creationId xmlns:a16="http://schemas.microsoft.com/office/drawing/2014/main" id="{CA25756A-AC9B-B451-3AFE-016242D3B943}"/>
                </a:ext>
              </a:extLst>
            </p:cNvPr>
            <p:cNvPicPr>
              <a:picLocks noChangeAspect="1"/>
            </p:cNvPicPr>
            <p:nvPr/>
          </p:nvPicPr>
          <p:blipFill>
            <a:blip r:embed="rId14" cstate="screen"/>
            <a:stretch>
              <a:fillRect/>
            </a:stretch>
          </p:blipFill>
          <p:spPr>
            <a:xfrm>
              <a:off x="4126544" y="2578113"/>
              <a:ext cx="639742" cy="132426"/>
            </a:xfrm>
            <a:prstGeom prst="rect">
              <a:avLst/>
            </a:prstGeom>
          </p:spPr>
        </p:pic>
        <p:pic>
          <p:nvPicPr>
            <p:cNvPr id="77" name="图片 76">
              <a:extLst>
                <a:ext uri="{FF2B5EF4-FFF2-40B4-BE49-F238E27FC236}">
                  <a16:creationId xmlns:a16="http://schemas.microsoft.com/office/drawing/2014/main" id="{9B91DEA2-BA0E-1E60-74EB-B3477DC58278}"/>
                </a:ext>
              </a:extLst>
            </p:cNvPr>
            <p:cNvPicPr>
              <a:picLocks noChangeAspect="1"/>
            </p:cNvPicPr>
            <p:nvPr/>
          </p:nvPicPr>
          <p:blipFill>
            <a:blip r:embed="rId15" cstate="screen"/>
            <a:stretch>
              <a:fillRect/>
            </a:stretch>
          </p:blipFill>
          <p:spPr>
            <a:xfrm>
              <a:off x="5063673" y="2560751"/>
              <a:ext cx="651377" cy="157634"/>
            </a:xfrm>
            <a:prstGeom prst="rect">
              <a:avLst/>
            </a:prstGeom>
          </p:spPr>
        </p:pic>
        <p:pic>
          <p:nvPicPr>
            <p:cNvPr id="78" name="图片 77">
              <a:extLst>
                <a:ext uri="{FF2B5EF4-FFF2-40B4-BE49-F238E27FC236}">
                  <a16:creationId xmlns:a16="http://schemas.microsoft.com/office/drawing/2014/main" id="{DFCC903A-C2A1-F902-8BBE-C9829733881A}"/>
                </a:ext>
              </a:extLst>
            </p:cNvPr>
            <p:cNvPicPr>
              <a:picLocks noChangeAspect="1"/>
            </p:cNvPicPr>
            <p:nvPr/>
          </p:nvPicPr>
          <p:blipFill>
            <a:blip r:embed="rId16" cstate="screen"/>
            <a:stretch>
              <a:fillRect/>
            </a:stretch>
          </p:blipFill>
          <p:spPr>
            <a:xfrm>
              <a:off x="7513949" y="2573053"/>
              <a:ext cx="335387" cy="166352"/>
            </a:xfrm>
            <a:prstGeom prst="rect">
              <a:avLst/>
            </a:prstGeom>
          </p:spPr>
        </p:pic>
      </p:grpSp>
      <p:grpSp>
        <p:nvGrpSpPr>
          <p:cNvPr id="79" name="组合 78">
            <a:extLst>
              <a:ext uri="{FF2B5EF4-FFF2-40B4-BE49-F238E27FC236}">
                <a16:creationId xmlns:a16="http://schemas.microsoft.com/office/drawing/2014/main" id="{4098BB9A-C8B1-571E-E3EE-4D68531034DD}"/>
              </a:ext>
            </a:extLst>
          </p:cNvPr>
          <p:cNvGrpSpPr/>
          <p:nvPr/>
        </p:nvGrpSpPr>
        <p:grpSpPr>
          <a:xfrm>
            <a:off x="3771898" y="4792788"/>
            <a:ext cx="6067633" cy="298511"/>
            <a:chOff x="3387101" y="2785405"/>
            <a:chExt cx="4550725" cy="223883"/>
          </a:xfrm>
        </p:grpSpPr>
        <p:pic>
          <p:nvPicPr>
            <p:cNvPr id="80" name="图片 79">
              <a:extLst>
                <a:ext uri="{FF2B5EF4-FFF2-40B4-BE49-F238E27FC236}">
                  <a16:creationId xmlns:a16="http://schemas.microsoft.com/office/drawing/2014/main" id="{FA98B765-ED74-6B41-B1EB-4FFA739FB032}"/>
                </a:ext>
              </a:extLst>
            </p:cNvPr>
            <p:cNvPicPr>
              <a:picLocks noChangeAspect="1"/>
            </p:cNvPicPr>
            <p:nvPr/>
          </p:nvPicPr>
          <p:blipFill>
            <a:blip r:embed="rId17" cstate="screen"/>
            <a:stretch>
              <a:fillRect/>
            </a:stretch>
          </p:blipFill>
          <p:spPr>
            <a:xfrm>
              <a:off x="3387101" y="2811646"/>
              <a:ext cx="174429" cy="174603"/>
            </a:xfrm>
            <a:prstGeom prst="rect">
              <a:avLst/>
            </a:prstGeom>
          </p:spPr>
        </p:pic>
        <p:pic>
          <p:nvPicPr>
            <p:cNvPr id="81" name="图片 80">
              <a:extLst>
                <a:ext uri="{FF2B5EF4-FFF2-40B4-BE49-F238E27FC236}">
                  <a16:creationId xmlns:a16="http://schemas.microsoft.com/office/drawing/2014/main" id="{3B4E8FDF-195A-58A6-844D-E682DB099161}"/>
                </a:ext>
              </a:extLst>
            </p:cNvPr>
            <p:cNvPicPr>
              <a:picLocks noChangeAspect="1"/>
            </p:cNvPicPr>
            <p:nvPr/>
          </p:nvPicPr>
          <p:blipFill>
            <a:blip r:embed="rId18" cstate="screen"/>
            <a:stretch>
              <a:fillRect/>
            </a:stretch>
          </p:blipFill>
          <p:spPr>
            <a:xfrm>
              <a:off x="7406532" y="2795645"/>
              <a:ext cx="531294" cy="194985"/>
            </a:xfrm>
            <a:prstGeom prst="rect">
              <a:avLst/>
            </a:prstGeom>
          </p:spPr>
        </p:pic>
        <p:pic>
          <p:nvPicPr>
            <p:cNvPr id="82" name="图片 81">
              <a:extLst>
                <a:ext uri="{FF2B5EF4-FFF2-40B4-BE49-F238E27FC236}">
                  <a16:creationId xmlns:a16="http://schemas.microsoft.com/office/drawing/2014/main" id="{34E4989D-8C2B-4B1C-F392-76DDF0936620}"/>
                </a:ext>
              </a:extLst>
            </p:cNvPr>
            <p:cNvPicPr>
              <a:picLocks noChangeAspect="1"/>
            </p:cNvPicPr>
            <p:nvPr/>
          </p:nvPicPr>
          <p:blipFill>
            <a:blip r:embed="rId19" cstate="screen"/>
            <a:stretch>
              <a:fillRect/>
            </a:stretch>
          </p:blipFill>
          <p:spPr>
            <a:xfrm>
              <a:off x="6205057" y="2793724"/>
              <a:ext cx="419276" cy="210057"/>
            </a:xfrm>
            <a:prstGeom prst="rect">
              <a:avLst/>
            </a:prstGeom>
          </p:spPr>
        </p:pic>
        <p:pic>
          <p:nvPicPr>
            <p:cNvPr id="83" name="图片 82">
              <a:extLst>
                <a:ext uri="{FF2B5EF4-FFF2-40B4-BE49-F238E27FC236}">
                  <a16:creationId xmlns:a16="http://schemas.microsoft.com/office/drawing/2014/main" id="{4394A9E6-4D29-9A7B-8261-3C985EC89B03}"/>
                </a:ext>
              </a:extLst>
            </p:cNvPr>
            <p:cNvPicPr>
              <a:picLocks noChangeAspect="1"/>
            </p:cNvPicPr>
            <p:nvPr/>
          </p:nvPicPr>
          <p:blipFill>
            <a:blip r:embed="rId20" cstate="screen"/>
            <a:stretch>
              <a:fillRect/>
            </a:stretch>
          </p:blipFill>
          <p:spPr>
            <a:xfrm>
              <a:off x="4343730" y="2785405"/>
              <a:ext cx="278461" cy="223883"/>
            </a:xfrm>
            <a:prstGeom prst="rect">
              <a:avLst/>
            </a:prstGeom>
          </p:spPr>
        </p:pic>
        <p:pic>
          <p:nvPicPr>
            <p:cNvPr id="84" name="图片 83">
              <a:extLst>
                <a:ext uri="{FF2B5EF4-FFF2-40B4-BE49-F238E27FC236}">
                  <a16:creationId xmlns:a16="http://schemas.microsoft.com/office/drawing/2014/main" id="{C7119192-006B-1D5B-F562-A3FF7792FF17}"/>
                </a:ext>
              </a:extLst>
            </p:cNvPr>
            <p:cNvPicPr>
              <a:picLocks noChangeAspect="1"/>
            </p:cNvPicPr>
            <p:nvPr/>
          </p:nvPicPr>
          <p:blipFill>
            <a:blip r:embed="rId21" cstate="screen"/>
            <a:stretch>
              <a:fillRect/>
            </a:stretch>
          </p:blipFill>
          <p:spPr>
            <a:xfrm>
              <a:off x="5268486" y="2790988"/>
              <a:ext cx="218300" cy="218300"/>
            </a:xfrm>
            <a:prstGeom prst="rect">
              <a:avLst/>
            </a:prstGeom>
          </p:spPr>
        </p:pic>
      </p:grpSp>
      <p:grpSp>
        <p:nvGrpSpPr>
          <p:cNvPr id="85" name="组合 84">
            <a:extLst>
              <a:ext uri="{FF2B5EF4-FFF2-40B4-BE49-F238E27FC236}">
                <a16:creationId xmlns:a16="http://schemas.microsoft.com/office/drawing/2014/main" id="{C595EAFC-C8AD-21F5-71BD-F90A880436AE}"/>
              </a:ext>
            </a:extLst>
          </p:cNvPr>
          <p:cNvGrpSpPr/>
          <p:nvPr/>
        </p:nvGrpSpPr>
        <p:grpSpPr>
          <a:xfrm>
            <a:off x="3641801" y="5194206"/>
            <a:ext cx="5972184" cy="319224"/>
            <a:chOff x="3323359" y="3026579"/>
            <a:chExt cx="4479138" cy="239418"/>
          </a:xfrm>
        </p:grpSpPr>
        <p:pic>
          <p:nvPicPr>
            <p:cNvPr id="86" name="图片 85">
              <a:extLst>
                <a:ext uri="{FF2B5EF4-FFF2-40B4-BE49-F238E27FC236}">
                  <a16:creationId xmlns:a16="http://schemas.microsoft.com/office/drawing/2014/main" id="{952C244B-C54E-A1B0-5405-FE0881D7E5FC}"/>
                </a:ext>
              </a:extLst>
            </p:cNvPr>
            <p:cNvPicPr>
              <a:picLocks noChangeAspect="1"/>
            </p:cNvPicPr>
            <p:nvPr/>
          </p:nvPicPr>
          <p:blipFill>
            <a:blip r:embed="rId22" cstate="screen"/>
            <a:stretch>
              <a:fillRect/>
            </a:stretch>
          </p:blipFill>
          <p:spPr>
            <a:xfrm>
              <a:off x="5201561" y="3050336"/>
              <a:ext cx="364576" cy="183382"/>
            </a:xfrm>
            <a:prstGeom prst="rect">
              <a:avLst/>
            </a:prstGeom>
          </p:spPr>
        </p:pic>
        <p:pic>
          <p:nvPicPr>
            <p:cNvPr id="87" name="图片 86">
              <a:extLst>
                <a:ext uri="{FF2B5EF4-FFF2-40B4-BE49-F238E27FC236}">
                  <a16:creationId xmlns:a16="http://schemas.microsoft.com/office/drawing/2014/main" id="{668C1B00-931B-8EDD-7BF3-CD6C749CD7B3}"/>
                </a:ext>
              </a:extLst>
            </p:cNvPr>
            <p:cNvPicPr>
              <a:picLocks noChangeAspect="1"/>
            </p:cNvPicPr>
            <p:nvPr/>
          </p:nvPicPr>
          <p:blipFill>
            <a:blip r:embed="rId23" cstate="screen"/>
            <a:stretch>
              <a:fillRect/>
            </a:stretch>
          </p:blipFill>
          <p:spPr>
            <a:xfrm>
              <a:off x="6143583" y="3039798"/>
              <a:ext cx="601145" cy="206794"/>
            </a:xfrm>
            <a:prstGeom prst="rect">
              <a:avLst/>
            </a:prstGeom>
          </p:spPr>
        </p:pic>
        <p:pic>
          <p:nvPicPr>
            <p:cNvPr id="88" name="图片 87">
              <a:extLst>
                <a:ext uri="{FF2B5EF4-FFF2-40B4-BE49-F238E27FC236}">
                  <a16:creationId xmlns:a16="http://schemas.microsoft.com/office/drawing/2014/main" id="{826B22A2-35BC-BDA6-F2B5-13F7351E7C6F}"/>
                </a:ext>
              </a:extLst>
            </p:cNvPr>
            <p:cNvPicPr>
              <a:picLocks noChangeAspect="1"/>
            </p:cNvPicPr>
            <p:nvPr/>
          </p:nvPicPr>
          <p:blipFill>
            <a:blip r:embed="rId24" cstate="screen"/>
            <a:stretch>
              <a:fillRect/>
            </a:stretch>
          </p:blipFill>
          <p:spPr>
            <a:xfrm>
              <a:off x="4206401" y="3071807"/>
              <a:ext cx="523241" cy="143891"/>
            </a:xfrm>
            <a:prstGeom prst="rect">
              <a:avLst/>
            </a:prstGeom>
          </p:spPr>
        </p:pic>
        <p:pic>
          <p:nvPicPr>
            <p:cNvPr id="89" name="图片 88">
              <a:extLst>
                <a:ext uri="{FF2B5EF4-FFF2-40B4-BE49-F238E27FC236}">
                  <a16:creationId xmlns:a16="http://schemas.microsoft.com/office/drawing/2014/main" id="{4752B22C-31B0-3E6E-7948-5EF6830C916F}"/>
                </a:ext>
              </a:extLst>
            </p:cNvPr>
            <p:cNvPicPr>
              <a:picLocks noChangeAspect="1"/>
            </p:cNvPicPr>
            <p:nvPr/>
          </p:nvPicPr>
          <p:blipFill>
            <a:blip r:embed="rId25" cstate="screen"/>
            <a:stretch>
              <a:fillRect/>
            </a:stretch>
          </p:blipFill>
          <p:spPr>
            <a:xfrm>
              <a:off x="3323359" y="3058941"/>
              <a:ext cx="295001" cy="169625"/>
            </a:xfrm>
            <a:prstGeom prst="rect">
              <a:avLst/>
            </a:prstGeom>
          </p:spPr>
        </p:pic>
        <p:pic>
          <p:nvPicPr>
            <p:cNvPr id="90" name="图片 89">
              <a:extLst>
                <a:ext uri="{FF2B5EF4-FFF2-40B4-BE49-F238E27FC236}">
                  <a16:creationId xmlns:a16="http://schemas.microsoft.com/office/drawing/2014/main" id="{1799FF2B-48D9-BEAC-4287-C06CD7115E7A}"/>
                </a:ext>
              </a:extLst>
            </p:cNvPr>
            <p:cNvPicPr>
              <a:picLocks noChangeAspect="1"/>
            </p:cNvPicPr>
            <p:nvPr/>
          </p:nvPicPr>
          <p:blipFill>
            <a:blip r:embed="rId26" cstate="screen"/>
            <a:stretch>
              <a:fillRect/>
            </a:stretch>
          </p:blipFill>
          <p:spPr>
            <a:xfrm>
              <a:off x="7563079" y="3026579"/>
              <a:ext cx="239418" cy="239418"/>
            </a:xfrm>
            <a:prstGeom prst="rect">
              <a:avLst/>
            </a:prstGeom>
          </p:spPr>
        </p:pic>
      </p:grpSp>
      <p:grpSp>
        <p:nvGrpSpPr>
          <p:cNvPr id="91" name="组合 90">
            <a:extLst>
              <a:ext uri="{FF2B5EF4-FFF2-40B4-BE49-F238E27FC236}">
                <a16:creationId xmlns:a16="http://schemas.microsoft.com/office/drawing/2014/main" id="{0079363D-119F-18EC-CB2A-94718C26428C}"/>
              </a:ext>
            </a:extLst>
          </p:cNvPr>
          <p:cNvGrpSpPr/>
          <p:nvPr/>
        </p:nvGrpSpPr>
        <p:grpSpPr>
          <a:xfrm>
            <a:off x="3576789" y="1885414"/>
            <a:ext cx="6338405" cy="194097"/>
            <a:chOff x="3171076" y="1321075"/>
            <a:chExt cx="4753804" cy="145573"/>
          </a:xfrm>
        </p:grpSpPr>
        <p:pic>
          <p:nvPicPr>
            <p:cNvPr id="92" name="图片 91">
              <a:extLst>
                <a:ext uri="{FF2B5EF4-FFF2-40B4-BE49-F238E27FC236}">
                  <a16:creationId xmlns:a16="http://schemas.microsoft.com/office/drawing/2014/main" id="{2FBCADBC-E037-0C07-36B5-796FD89397AB}"/>
                </a:ext>
              </a:extLst>
            </p:cNvPr>
            <p:cNvPicPr>
              <a:picLocks noChangeAspect="1"/>
            </p:cNvPicPr>
            <p:nvPr/>
          </p:nvPicPr>
          <p:blipFill>
            <a:blip r:embed="rId27" cstate="screen"/>
            <a:stretch>
              <a:fillRect/>
            </a:stretch>
          </p:blipFill>
          <p:spPr>
            <a:xfrm>
              <a:off x="5152271" y="1321075"/>
              <a:ext cx="474179" cy="145573"/>
            </a:xfrm>
            <a:prstGeom prst="rect">
              <a:avLst/>
            </a:prstGeom>
          </p:spPr>
        </p:pic>
        <p:pic>
          <p:nvPicPr>
            <p:cNvPr id="93" name="图片 92">
              <a:extLst>
                <a:ext uri="{FF2B5EF4-FFF2-40B4-BE49-F238E27FC236}">
                  <a16:creationId xmlns:a16="http://schemas.microsoft.com/office/drawing/2014/main" id="{47C32FDA-A55D-F71B-8EEE-20BF059326BB}"/>
                </a:ext>
              </a:extLst>
            </p:cNvPr>
            <p:cNvPicPr>
              <a:picLocks noChangeAspect="1"/>
            </p:cNvPicPr>
            <p:nvPr/>
          </p:nvPicPr>
          <p:blipFill>
            <a:blip r:embed="rId28" cstate="screen"/>
            <a:stretch>
              <a:fillRect/>
            </a:stretch>
          </p:blipFill>
          <p:spPr>
            <a:xfrm>
              <a:off x="4157359" y="1362499"/>
              <a:ext cx="611606" cy="81344"/>
            </a:xfrm>
            <a:prstGeom prst="rect">
              <a:avLst/>
            </a:prstGeom>
          </p:spPr>
        </p:pic>
        <p:pic>
          <p:nvPicPr>
            <p:cNvPr id="94" name="图片 93">
              <a:extLst>
                <a:ext uri="{FF2B5EF4-FFF2-40B4-BE49-F238E27FC236}">
                  <a16:creationId xmlns:a16="http://schemas.microsoft.com/office/drawing/2014/main" id="{68D36B67-3DF1-E016-C948-D330A3A5C1BD}"/>
                </a:ext>
              </a:extLst>
            </p:cNvPr>
            <p:cNvPicPr>
              <a:picLocks noChangeAspect="1"/>
            </p:cNvPicPr>
            <p:nvPr/>
          </p:nvPicPr>
          <p:blipFill>
            <a:blip r:embed="rId29" cstate="screen"/>
            <a:stretch>
              <a:fillRect/>
            </a:stretch>
          </p:blipFill>
          <p:spPr>
            <a:xfrm>
              <a:off x="3171076" y="1330670"/>
              <a:ext cx="506672" cy="122615"/>
            </a:xfrm>
            <a:prstGeom prst="rect">
              <a:avLst/>
            </a:prstGeom>
          </p:spPr>
        </p:pic>
        <p:pic>
          <p:nvPicPr>
            <p:cNvPr id="95" name="图片 94">
              <a:extLst>
                <a:ext uri="{FF2B5EF4-FFF2-40B4-BE49-F238E27FC236}">
                  <a16:creationId xmlns:a16="http://schemas.microsoft.com/office/drawing/2014/main" id="{28196E33-16CF-2891-2D9D-3D60DA41064A}"/>
                </a:ext>
              </a:extLst>
            </p:cNvPr>
            <p:cNvPicPr>
              <a:picLocks noChangeAspect="1"/>
            </p:cNvPicPr>
            <p:nvPr/>
          </p:nvPicPr>
          <p:blipFill>
            <a:blip r:embed="rId30" cstate="screen"/>
            <a:stretch>
              <a:fillRect/>
            </a:stretch>
          </p:blipFill>
          <p:spPr>
            <a:xfrm>
              <a:off x="7359239" y="1351746"/>
              <a:ext cx="565641" cy="97856"/>
            </a:xfrm>
            <a:prstGeom prst="rect">
              <a:avLst/>
            </a:prstGeom>
          </p:spPr>
        </p:pic>
        <p:pic>
          <p:nvPicPr>
            <p:cNvPr id="96" name="图片 95">
              <a:extLst>
                <a:ext uri="{FF2B5EF4-FFF2-40B4-BE49-F238E27FC236}">
                  <a16:creationId xmlns:a16="http://schemas.microsoft.com/office/drawing/2014/main" id="{7B1128E0-C5D4-EB7A-82DF-D97A03C1C21C}"/>
                </a:ext>
              </a:extLst>
            </p:cNvPr>
            <p:cNvPicPr>
              <a:picLocks noChangeAspect="1"/>
            </p:cNvPicPr>
            <p:nvPr/>
          </p:nvPicPr>
          <p:blipFill>
            <a:blip r:embed="rId31" cstate="screen"/>
            <a:stretch>
              <a:fillRect/>
            </a:stretch>
          </p:blipFill>
          <p:spPr>
            <a:xfrm>
              <a:off x="6181241" y="1369360"/>
              <a:ext cx="440267" cy="76607"/>
            </a:xfrm>
            <a:prstGeom prst="rect">
              <a:avLst/>
            </a:prstGeom>
          </p:spPr>
        </p:pic>
      </p:grpSp>
      <p:grpSp>
        <p:nvGrpSpPr>
          <p:cNvPr id="97" name="组合 96">
            <a:extLst>
              <a:ext uri="{FF2B5EF4-FFF2-40B4-BE49-F238E27FC236}">
                <a16:creationId xmlns:a16="http://schemas.microsoft.com/office/drawing/2014/main" id="{D7F66BC8-FE79-FE27-7C12-709C45473BD9}"/>
              </a:ext>
            </a:extLst>
          </p:cNvPr>
          <p:cNvGrpSpPr/>
          <p:nvPr/>
        </p:nvGrpSpPr>
        <p:grpSpPr>
          <a:xfrm>
            <a:off x="3634441" y="2293588"/>
            <a:ext cx="6205656" cy="253788"/>
            <a:chOff x="3237012" y="3775230"/>
            <a:chExt cx="4654242" cy="190341"/>
          </a:xfrm>
        </p:grpSpPr>
        <p:pic>
          <p:nvPicPr>
            <p:cNvPr id="98" name="图片 97">
              <a:extLst>
                <a:ext uri="{FF2B5EF4-FFF2-40B4-BE49-F238E27FC236}">
                  <a16:creationId xmlns:a16="http://schemas.microsoft.com/office/drawing/2014/main" id="{4181B85B-8E00-58C8-8576-E6840C791164}"/>
                </a:ext>
              </a:extLst>
            </p:cNvPr>
            <p:cNvPicPr>
              <a:picLocks noChangeAspect="1"/>
            </p:cNvPicPr>
            <p:nvPr/>
          </p:nvPicPr>
          <p:blipFill>
            <a:blip r:embed="rId32" cstate="screen"/>
            <a:stretch>
              <a:fillRect/>
            </a:stretch>
          </p:blipFill>
          <p:spPr>
            <a:xfrm>
              <a:off x="7563079" y="3775230"/>
              <a:ext cx="328175" cy="190341"/>
            </a:xfrm>
            <a:prstGeom prst="rect">
              <a:avLst/>
            </a:prstGeom>
          </p:spPr>
        </p:pic>
        <p:pic>
          <p:nvPicPr>
            <p:cNvPr id="99" name="图片 98">
              <a:extLst>
                <a:ext uri="{FF2B5EF4-FFF2-40B4-BE49-F238E27FC236}">
                  <a16:creationId xmlns:a16="http://schemas.microsoft.com/office/drawing/2014/main" id="{134CDF33-6F7E-512B-FCDF-5231E62C60EB}"/>
                </a:ext>
              </a:extLst>
            </p:cNvPr>
            <p:cNvPicPr>
              <a:picLocks noChangeAspect="1"/>
            </p:cNvPicPr>
            <p:nvPr/>
          </p:nvPicPr>
          <p:blipFill>
            <a:blip r:embed="rId33" cstate="screen"/>
            <a:stretch>
              <a:fillRect/>
            </a:stretch>
          </p:blipFill>
          <p:spPr>
            <a:xfrm>
              <a:off x="5100812" y="3814646"/>
              <a:ext cx="553647" cy="99656"/>
            </a:xfrm>
            <a:prstGeom prst="rect">
              <a:avLst/>
            </a:prstGeom>
          </p:spPr>
        </p:pic>
        <p:pic>
          <p:nvPicPr>
            <p:cNvPr id="100" name="图片 99">
              <a:extLst>
                <a:ext uri="{FF2B5EF4-FFF2-40B4-BE49-F238E27FC236}">
                  <a16:creationId xmlns:a16="http://schemas.microsoft.com/office/drawing/2014/main" id="{A546370E-2F91-DA14-2ADB-E95A5B31CF5B}"/>
                </a:ext>
              </a:extLst>
            </p:cNvPr>
            <p:cNvPicPr>
              <a:picLocks noChangeAspect="1"/>
            </p:cNvPicPr>
            <p:nvPr/>
          </p:nvPicPr>
          <p:blipFill>
            <a:blip r:embed="rId34" cstate="screen"/>
            <a:stretch>
              <a:fillRect/>
            </a:stretch>
          </p:blipFill>
          <p:spPr>
            <a:xfrm>
              <a:off x="4228149" y="3820521"/>
              <a:ext cx="556370" cy="87906"/>
            </a:xfrm>
            <a:prstGeom prst="rect">
              <a:avLst/>
            </a:prstGeom>
          </p:spPr>
        </p:pic>
        <p:pic>
          <p:nvPicPr>
            <p:cNvPr id="101" name="图片 100">
              <a:extLst>
                <a:ext uri="{FF2B5EF4-FFF2-40B4-BE49-F238E27FC236}">
                  <a16:creationId xmlns:a16="http://schemas.microsoft.com/office/drawing/2014/main" id="{25A6A70F-C329-374D-E533-363AB24B1CA7}"/>
                </a:ext>
              </a:extLst>
            </p:cNvPr>
            <p:cNvPicPr>
              <a:picLocks noChangeAspect="1"/>
            </p:cNvPicPr>
            <p:nvPr/>
          </p:nvPicPr>
          <p:blipFill>
            <a:blip r:embed="rId35" cstate="screen"/>
            <a:stretch>
              <a:fillRect/>
            </a:stretch>
          </p:blipFill>
          <p:spPr>
            <a:xfrm>
              <a:off x="3237012" y="3809353"/>
              <a:ext cx="478443" cy="110520"/>
            </a:xfrm>
            <a:prstGeom prst="rect">
              <a:avLst/>
            </a:prstGeom>
          </p:spPr>
        </p:pic>
        <p:pic>
          <p:nvPicPr>
            <p:cNvPr id="102" name="图片 101">
              <a:extLst>
                <a:ext uri="{FF2B5EF4-FFF2-40B4-BE49-F238E27FC236}">
                  <a16:creationId xmlns:a16="http://schemas.microsoft.com/office/drawing/2014/main" id="{48DC1FB2-3393-6AAC-DBB7-1E2095DB55F2}"/>
                </a:ext>
              </a:extLst>
            </p:cNvPr>
            <p:cNvPicPr>
              <a:picLocks noChangeAspect="1"/>
            </p:cNvPicPr>
            <p:nvPr/>
          </p:nvPicPr>
          <p:blipFill>
            <a:blip r:embed="rId36" cstate="screen"/>
            <a:stretch>
              <a:fillRect/>
            </a:stretch>
          </p:blipFill>
          <p:spPr>
            <a:xfrm>
              <a:off x="6199439" y="3811099"/>
              <a:ext cx="515663" cy="118603"/>
            </a:xfrm>
            <a:prstGeom prst="rect">
              <a:avLst/>
            </a:prstGeom>
          </p:spPr>
        </p:pic>
      </p:grpSp>
      <p:grpSp>
        <p:nvGrpSpPr>
          <p:cNvPr id="103" name="组合 102">
            <a:extLst>
              <a:ext uri="{FF2B5EF4-FFF2-40B4-BE49-F238E27FC236}">
                <a16:creationId xmlns:a16="http://schemas.microsoft.com/office/drawing/2014/main" id="{84AC1B9F-5BFF-79DC-EA7E-6F3372189DC8}"/>
              </a:ext>
            </a:extLst>
          </p:cNvPr>
          <p:cNvGrpSpPr/>
          <p:nvPr/>
        </p:nvGrpSpPr>
        <p:grpSpPr>
          <a:xfrm>
            <a:off x="3517905" y="5671460"/>
            <a:ext cx="4468940" cy="239607"/>
            <a:chOff x="3219887" y="4278323"/>
            <a:chExt cx="3351705" cy="179705"/>
          </a:xfrm>
        </p:grpSpPr>
        <p:pic>
          <p:nvPicPr>
            <p:cNvPr id="104" name="图片 103">
              <a:extLst>
                <a:ext uri="{FF2B5EF4-FFF2-40B4-BE49-F238E27FC236}">
                  <a16:creationId xmlns:a16="http://schemas.microsoft.com/office/drawing/2014/main" id="{59983449-84E6-8173-DAD9-394130A0DA3F}"/>
                </a:ext>
              </a:extLst>
            </p:cNvPr>
            <p:cNvPicPr>
              <a:picLocks noChangeAspect="1"/>
            </p:cNvPicPr>
            <p:nvPr/>
          </p:nvPicPr>
          <p:blipFill>
            <a:blip r:embed="rId37" cstate="screen"/>
            <a:stretch>
              <a:fillRect/>
            </a:stretch>
          </p:blipFill>
          <p:spPr>
            <a:xfrm>
              <a:off x="4273489" y="4285077"/>
              <a:ext cx="492797" cy="147839"/>
            </a:xfrm>
            <a:prstGeom prst="rect">
              <a:avLst/>
            </a:prstGeom>
          </p:spPr>
        </p:pic>
        <p:pic>
          <p:nvPicPr>
            <p:cNvPr id="105" name="图片 104">
              <a:extLst>
                <a:ext uri="{FF2B5EF4-FFF2-40B4-BE49-F238E27FC236}">
                  <a16:creationId xmlns:a16="http://schemas.microsoft.com/office/drawing/2014/main" id="{DC7C4888-B982-17AE-8A24-0E402E6B01B0}"/>
                </a:ext>
              </a:extLst>
            </p:cNvPr>
            <p:cNvPicPr>
              <a:picLocks noChangeAspect="1"/>
            </p:cNvPicPr>
            <p:nvPr/>
          </p:nvPicPr>
          <p:blipFill>
            <a:blip r:embed="rId38" cstate="screen"/>
            <a:stretch>
              <a:fillRect/>
            </a:stretch>
          </p:blipFill>
          <p:spPr>
            <a:xfrm>
              <a:off x="6370431" y="4279598"/>
              <a:ext cx="201161" cy="178430"/>
            </a:xfrm>
            <a:prstGeom prst="rect">
              <a:avLst/>
            </a:prstGeom>
          </p:spPr>
        </p:pic>
        <p:pic>
          <p:nvPicPr>
            <p:cNvPr id="106" name="图片 105">
              <a:extLst>
                <a:ext uri="{FF2B5EF4-FFF2-40B4-BE49-F238E27FC236}">
                  <a16:creationId xmlns:a16="http://schemas.microsoft.com/office/drawing/2014/main" id="{6E2450FD-C9A6-6A46-FA9C-4D6370620EC9}"/>
                </a:ext>
              </a:extLst>
            </p:cNvPr>
            <p:cNvPicPr>
              <a:picLocks noChangeAspect="1"/>
            </p:cNvPicPr>
            <p:nvPr/>
          </p:nvPicPr>
          <p:blipFill>
            <a:blip r:embed="rId39" cstate="screen"/>
            <a:stretch>
              <a:fillRect/>
            </a:stretch>
          </p:blipFill>
          <p:spPr>
            <a:xfrm>
              <a:off x="5267505" y="4278323"/>
              <a:ext cx="255989" cy="177399"/>
            </a:xfrm>
            <a:prstGeom prst="rect">
              <a:avLst/>
            </a:prstGeom>
          </p:spPr>
        </p:pic>
        <p:pic>
          <p:nvPicPr>
            <p:cNvPr id="107" name="图片 106">
              <a:extLst>
                <a:ext uri="{FF2B5EF4-FFF2-40B4-BE49-F238E27FC236}">
                  <a16:creationId xmlns:a16="http://schemas.microsoft.com/office/drawing/2014/main" id="{2BB53D54-7306-4677-B85D-7EC90EC9EA36}"/>
                </a:ext>
              </a:extLst>
            </p:cNvPr>
            <p:cNvPicPr>
              <a:picLocks noChangeAspect="1"/>
            </p:cNvPicPr>
            <p:nvPr/>
          </p:nvPicPr>
          <p:blipFill>
            <a:blip r:embed="rId40" cstate="screen"/>
            <a:stretch>
              <a:fillRect/>
            </a:stretch>
          </p:blipFill>
          <p:spPr>
            <a:xfrm>
              <a:off x="3219887" y="4278323"/>
              <a:ext cx="482597" cy="143331"/>
            </a:xfrm>
            <a:prstGeom prst="rect">
              <a:avLst/>
            </a:prstGeom>
          </p:spPr>
        </p:pic>
      </p:grpSp>
      <p:grpSp>
        <p:nvGrpSpPr>
          <p:cNvPr id="108" name="组合 107">
            <a:extLst>
              <a:ext uri="{FF2B5EF4-FFF2-40B4-BE49-F238E27FC236}">
                <a16:creationId xmlns:a16="http://schemas.microsoft.com/office/drawing/2014/main" id="{1984C4E7-7B49-2A73-1B42-EF79468B7502}"/>
              </a:ext>
            </a:extLst>
          </p:cNvPr>
          <p:cNvGrpSpPr/>
          <p:nvPr/>
        </p:nvGrpSpPr>
        <p:grpSpPr>
          <a:xfrm>
            <a:off x="3484734" y="6126698"/>
            <a:ext cx="6354797" cy="220333"/>
            <a:chOff x="3190399" y="4786521"/>
            <a:chExt cx="4766098" cy="165250"/>
          </a:xfrm>
        </p:grpSpPr>
        <p:pic>
          <p:nvPicPr>
            <p:cNvPr id="109" name="图片 108">
              <a:extLst>
                <a:ext uri="{FF2B5EF4-FFF2-40B4-BE49-F238E27FC236}">
                  <a16:creationId xmlns:a16="http://schemas.microsoft.com/office/drawing/2014/main" id="{2658B14E-3ECE-6370-EC1C-02BAE5FBE59D}"/>
                </a:ext>
              </a:extLst>
            </p:cNvPr>
            <p:cNvPicPr>
              <a:picLocks noChangeAspect="1"/>
            </p:cNvPicPr>
            <p:nvPr/>
          </p:nvPicPr>
          <p:blipFill>
            <a:blip r:embed="rId41" cstate="email"/>
            <a:stretch>
              <a:fillRect/>
            </a:stretch>
          </p:blipFill>
          <p:spPr>
            <a:xfrm>
              <a:off x="3190399" y="4786521"/>
              <a:ext cx="477302" cy="153930"/>
            </a:xfrm>
            <a:prstGeom prst="rect">
              <a:avLst/>
            </a:prstGeom>
          </p:spPr>
        </p:pic>
        <p:pic>
          <p:nvPicPr>
            <p:cNvPr id="110" name="图片 109">
              <a:extLst>
                <a:ext uri="{FF2B5EF4-FFF2-40B4-BE49-F238E27FC236}">
                  <a16:creationId xmlns:a16="http://schemas.microsoft.com/office/drawing/2014/main" id="{75AF2906-A676-2C55-F099-877DC55902AF}"/>
                </a:ext>
              </a:extLst>
            </p:cNvPr>
            <p:cNvPicPr>
              <a:picLocks noChangeAspect="1"/>
            </p:cNvPicPr>
            <p:nvPr/>
          </p:nvPicPr>
          <p:blipFill>
            <a:blip r:embed="rId42" cstate="email"/>
            <a:stretch>
              <a:fillRect/>
            </a:stretch>
          </p:blipFill>
          <p:spPr>
            <a:xfrm>
              <a:off x="4241449" y="4786521"/>
              <a:ext cx="468905" cy="156380"/>
            </a:xfrm>
            <a:prstGeom prst="rect">
              <a:avLst/>
            </a:prstGeom>
          </p:spPr>
        </p:pic>
        <p:pic>
          <p:nvPicPr>
            <p:cNvPr id="111" name="图片 110">
              <a:extLst>
                <a:ext uri="{FF2B5EF4-FFF2-40B4-BE49-F238E27FC236}">
                  <a16:creationId xmlns:a16="http://schemas.microsoft.com/office/drawing/2014/main" id="{0220FC76-DC19-89D1-B2AA-CEC5AA656A60}"/>
                </a:ext>
              </a:extLst>
            </p:cNvPr>
            <p:cNvPicPr>
              <a:picLocks noChangeAspect="1"/>
            </p:cNvPicPr>
            <p:nvPr/>
          </p:nvPicPr>
          <p:blipFill>
            <a:blip r:embed="rId43" cstate="email"/>
            <a:stretch>
              <a:fillRect/>
            </a:stretch>
          </p:blipFill>
          <p:spPr>
            <a:xfrm>
              <a:off x="5150621" y="4795692"/>
              <a:ext cx="445239" cy="124222"/>
            </a:xfrm>
            <a:prstGeom prst="rect">
              <a:avLst/>
            </a:prstGeom>
          </p:spPr>
        </p:pic>
        <p:pic>
          <p:nvPicPr>
            <p:cNvPr id="112" name="图片 111">
              <a:extLst>
                <a:ext uri="{FF2B5EF4-FFF2-40B4-BE49-F238E27FC236}">
                  <a16:creationId xmlns:a16="http://schemas.microsoft.com/office/drawing/2014/main" id="{783F51ED-F7FF-963E-D0C7-167CD9FE97E6}"/>
                </a:ext>
              </a:extLst>
            </p:cNvPr>
            <p:cNvPicPr>
              <a:picLocks noChangeAspect="1"/>
            </p:cNvPicPr>
            <p:nvPr/>
          </p:nvPicPr>
          <p:blipFill>
            <a:blip r:embed="rId44" cstate="email"/>
            <a:stretch>
              <a:fillRect/>
            </a:stretch>
          </p:blipFill>
          <p:spPr>
            <a:xfrm>
              <a:off x="6248756" y="4795514"/>
              <a:ext cx="408821" cy="152286"/>
            </a:xfrm>
            <a:prstGeom prst="rect">
              <a:avLst/>
            </a:prstGeom>
          </p:spPr>
        </p:pic>
        <p:pic>
          <p:nvPicPr>
            <p:cNvPr id="113" name="图片 112">
              <a:extLst>
                <a:ext uri="{FF2B5EF4-FFF2-40B4-BE49-F238E27FC236}">
                  <a16:creationId xmlns:a16="http://schemas.microsoft.com/office/drawing/2014/main" id="{DC855242-D5B7-8F94-DDDF-6D9C017E0EFB}"/>
                </a:ext>
              </a:extLst>
            </p:cNvPr>
            <p:cNvPicPr>
              <a:picLocks noChangeAspect="1"/>
            </p:cNvPicPr>
            <p:nvPr/>
          </p:nvPicPr>
          <p:blipFill>
            <a:blip r:embed="rId45" cstate="email"/>
            <a:stretch>
              <a:fillRect/>
            </a:stretch>
          </p:blipFill>
          <p:spPr>
            <a:xfrm>
              <a:off x="7513950" y="4809492"/>
              <a:ext cx="442547" cy="142279"/>
            </a:xfrm>
            <a:prstGeom prst="rect">
              <a:avLst/>
            </a:prstGeom>
          </p:spPr>
        </p:pic>
      </p:grpSp>
      <p:grpSp>
        <p:nvGrpSpPr>
          <p:cNvPr id="114" name="组合 113">
            <a:extLst>
              <a:ext uri="{FF2B5EF4-FFF2-40B4-BE49-F238E27FC236}">
                <a16:creationId xmlns:a16="http://schemas.microsoft.com/office/drawing/2014/main" id="{ADCB5796-194E-56B4-296D-455DE8F38EC5}"/>
              </a:ext>
            </a:extLst>
          </p:cNvPr>
          <p:cNvGrpSpPr/>
          <p:nvPr/>
        </p:nvGrpSpPr>
        <p:grpSpPr>
          <a:xfrm>
            <a:off x="3687451" y="3946962"/>
            <a:ext cx="6152080" cy="305259"/>
            <a:chOff x="3368744" y="3513715"/>
            <a:chExt cx="4614060" cy="228944"/>
          </a:xfrm>
        </p:grpSpPr>
        <p:pic>
          <p:nvPicPr>
            <p:cNvPr id="115" name="图片 114">
              <a:extLst>
                <a:ext uri="{FF2B5EF4-FFF2-40B4-BE49-F238E27FC236}">
                  <a16:creationId xmlns:a16="http://schemas.microsoft.com/office/drawing/2014/main" id="{E020680D-5D0E-146A-F1D2-A0865344661C}"/>
                </a:ext>
              </a:extLst>
            </p:cNvPr>
            <p:cNvPicPr>
              <a:picLocks noChangeAspect="1"/>
            </p:cNvPicPr>
            <p:nvPr/>
          </p:nvPicPr>
          <p:blipFill>
            <a:blip r:embed="rId46" cstate="screen"/>
            <a:stretch>
              <a:fillRect/>
            </a:stretch>
          </p:blipFill>
          <p:spPr>
            <a:xfrm>
              <a:off x="7433187" y="3577302"/>
              <a:ext cx="549617" cy="123114"/>
            </a:xfrm>
            <a:prstGeom prst="rect">
              <a:avLst/>
            </a:prstGeom>
          </p:spPr>
        </p:pic>
        <p:pic>
          <p:nvPicPr>
            <p:cNvPr id="116" name="图片 115">
              <a:extLst>
                <a:ext uri="{FF2B5EF4-FFF2-40B4-BE49-F238E27FC236}">
                  <a16:creationId xmlns:a16="http://schemas.microsoft.com/office/drawing/2014/main" id="{75E4C72A-78D1-03B4-D6A5-FFB652567813}"/>
                </a:ext>
              </a:extLst>
            </p:cNvPr>
            <p:cNvPicPr>
              <a:picLocks noChangeAspect="1"/>
            </p:cNvPicPr>
            <p:nvPr/>
          </p:nvPicPr>
          <p:blipFill>
            <a:blip r:embed="rId47" cstate="screen"/>
            <a:stretch>
              <a:fillRect/>
            </a:stretch>
          </p:blipFill>
          <p:spPr>
            <a:xfrm>
              <a:off x="4337939" y="3532446"/>
              <a:ext cx="301526" cy="208354"/>
            </a:xfrm>
            <a:prstGeom prst="rect">
              <a:avLst/>
            </a:prstGeom>
          </p:spPr>
        </p:pic>
        <p:pic>
          <p:nvPicPr>
            <p:cNvPr id="117" name="图片 116">
              <a:extLst>
                <a:ext uri="{FF2B5EF4-FFF2-40B4-BE49-F238E27FC236}">
                  <a16:creationId xmlns:a16="http://schemas.microsoft.com/office/drawing/2014/main" id="{F264720A-B9B4-D761-6FFB-DFDBA46F2FBB}"/>
                </a:ext>
              </a:extLst>
            </p:cNvPr>
            <p:cNvPicPr>
              <a:picLocks noChangeAspect="1"/>
            </p:cNvPicPr>
            <p:nvPr/>
          </p:nvPicPr>
          <p:blipFill>
            <a:blip r:embed="rId48" cstate="screen"/>
            <a:stretch>
              <a:fillRect/>
            </a:stretch>
          </p:blipFill>
          <p:spPr>
            <a:xfrm>
              <a:off x="5276940" y="3525627"/>
              <a:ext cx="201390" cy="209446"/>
            </a:xfrm>
            <a:prstGeom prst="rect">
              <a:avLst/>
            </a:prstGeom>
          </p:spPr>
        </p:pic>
        <p:pic>
          <p:nvPicPr>
            <p:cNvPr id="118" name="图片 117">
              <a:extLst>
                <a:ext uri="{FF2B5EF4-FFF2-40B4-BE49-F238E27FC236}">
                  <a16:creationId xmlns:a16="http://schemas.microsoft.com/office/drawing/2014/main" id="{7BA9DF7C-5743-7D4C-B22E-433027EF3382}"/>
                </a:ext>
              </a:extLst>
            </p:cNvPr>
            <p:cNvPicPr>
              <a:picLocks noChangeAspect="1"/>
            </p:cNvPicPr>
            <p:nvPr/>
          </p:nvPicPr>
          <p:blipFill>
            <a:blip r:embed="rId49" cstate="screen"/>
            <a:stretch>
              <a:fillRect/>
            </a:stretch>
          </p:blipFill>
          <p:spPr>
            <a:xfrm>
              <a:off x="3368744" y="3513715"/>
              <a:ext cx="204232" cy="228944"/>
            </a:xfrm>
            <a:prstGeom prst="rect">
              <a:avLst/>
            </a:prstGeom>
          </p:spPr>
        </p:pic>
        <p:pic>
          <p:nvPicPr>
            <p:cNvPr id="119" name="Picture 2" descr="龙钢铁logo">
              <a:extLst>
                <a:ext uri="{FF2B5EF4-FFF2-40B4-BE49-F238E27FC236}">
                  <a16:creationId xmlns:a16="http://schemas.microsoft.com/office/drawing/2014/main" id="{66542CB8-5E28-867A-8F8B-F94836C8DD7A}"/>
                </a:ext>
              </a:extLst>
            </p:cNvPr>
            <p:cNvPicPr>
              <a:picLocks noChangeAspect="1" noChangeArrowheads="1"/>
            </p:cNvPicPr>
            <p:nvPr/>
          </p:nvPicPr>
          <p:blipFill>
            <a:blip r:embed="rId50" cstate="screen"/>
            <a:srcRect/>
            <a:stretch>
              <a:fillRect/>
            </a:stretch>
          </p:blipFill>
          <p:spPr bwMode="auto">
            <a:xfrm>
              <a:off x="6205057" y="3565983"/>
              <a:ext cx="495473" cy="12139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0" name="组合 119">
            <a:extLst>
              <a:ext uri="{FF2B5EF4-FFF2-40B4-BE49-F238E27FC236}">
                <a16:creationId xmlns:a16="http://schemas.microsoft.com/office/drawing/2014/main" id="{8214F01E-98D2-6295-8BB7-284831885254}"/>
              </a:ext>
            </a:extLst>
          </p:cNvPr>
          <p:cNvGrpSpPr/>
          <p:nvPr/>
        </p:nvGrpSpPr>
        <p:grpSpPr>
          <a:xfrm>
            <a:off x="3551582" y="3453767"/>
            <a:ext cx="6039792" cy="353800"/>
            <a:chOff x="3272653" y="2036998"/>
            <a:chExt cx="4529844" cy="265350"/>
          </a:xfrm>
        </p:grpSpPr>
        <p:pic>
          <p:nvPicPr>
            <p:cNvPr id="121" name="图片 120">
              <a:extLst>
                <a:ext uri="{FF2B5EF4-FFF2-40B4-BE49-F238E27FC236}">
                  <a16:creationId xmlns:a16="http://schemas.microsoft.com/office/drawing/2014/main" id="{5E9E30B1-D621-5682-1A67-3A3AA5173BF1}"/>
                </a:ext>
              </a:extLst>
            </p:cNvPr>
            <p:cNvPicPr>
              <a:picLocks noChangeAspect="1"/>
            </p:cNvPicPr>
            <p:nvPr/>
          </p:nvPicPr>
          <p:blipFill>
            <a:blip r:embed="rId51" cstate="screen"/>
            <a:stretch>
              <a:fillRect/>
            </a:stretch>
          </p:blipFill>
          <p:spPr>
            <a:xfrm>
              <a:off x="3272653" y="2098689"/>
              <a:ext cx="405045" cy="121919"/>
            </a:xfrm>
            <a:prstGeom prst="rect">
              <a:avLst/>
            </a:prstGeom>
          </p:spPr>
        </p:pic>
        <p:pic>
          <p:nvPicPr>
            <p:cNvPr id="122" name="图片 121">
              <a:extLst>
                <a:ext uri="{FF2B5EF4-FFF2-40B4-BE49-F238E27FC236}">
                  <a16:creationId xmlns:a16="http://schemas.microsoft.com/office/drawing/2014/main" id="{F307E7E7-9C35-33D3-6C18-9CD1ADFB9234}"/>
                </a:ext>
              </a:extLst>
            </p:cNvPr>
            <p:cNvPicPr>
              <a:picLocks noChangeAspect="1"/>
            </p:cNvPicPr>
            <p:nvPr/>
          </p:nvPicPr>
          <p:blipFill>
            <a:blip r:embed="rId52" cstate="screen"/>
            <a:stretch>
              <a:fillRect/>
            </a:stretch>
          </p:blipFill>
          <p:spPr>
            <a:xfrm>
              <a:off x="5157220" y="2093550"/>
              <a:ext cx="464282" cy="137427"/>
            </a:xfrm>
            <a:prstGeom prst="rect">
              <a:avLst/>
            </a:prstGeom>
          </p:spPr>
        </p:pic>
        <p:pic>
          <p:nvPicPr>
            <p:cNvPr id="123" name="图片 122">
              <a:extLst>
                <a:ext uri="{FF2B5EF4-FFF2-40B4-BE49-F238E27FC236}">
                  <a16:creationId xmlns:a16="http://schemas.microsoft.com/office/drawing/2014/main" id="{6B621547-5B6D-A0FD-76CE-B9DF7D526272}"/>
                </a:ext>
              </a:extLst>
            </p:cNvPr>
            <p:cNvPicPr>
              <a:picLocks noChangeAspect="1"/>
            </p:cNvPicPr>
            <p:nvPr/>
          </p:nvPicPr>
          <p:blipFill>
            <a:blip r:embed="rId53" cstate="screen"/>
            <a:stretch>
              <a:fillRect/>
            </a:stretch>
          </p:blipFill>
          <p:spPr>
            <a:xfrm>
              <a:off x="7565477" y="2082617"/>
              <a:ext cx="237020" cy="154062"/>
            </a:xfrm>
            <a:prstGeom prst="rect">
              <a:avLst/>
            </a:prstGeom>
          </p:spPr>
        </p:pic>
        <p:pic>
          <p:nvPicPr>
            <p:cNvPr id="124" name="图片 123">
              <a:extLst>
                <a:ext uri="{FF2B5EF4-FFF2-40B4-BE49-F238E27FC236}">
                  <a16:creationId xmlns:a16="http://schemas.microsoft.com/office/drawing/2014/main" id="{608AA99E-60EE-66FB-55F0-82F594013BEF}"/>
                </a:ext>
              </a:extLst>
            </p:cNvPr>
            <p:cNvPicPr>
              <a:picLocks noChangeAspect="1"/>
            </p:cNvPicPr>
            <p:nvPr/>
          </p:nvPicPr>
          <p:blipFill>
            <a:blip r:embed="rId54" cstate="screen"/>
            <a:stretch>
              <a:fillRect/>
            </a:stretch>
          </p:blipFill>
          <p:spPr>
            <a:xfrm>
              <a:off x="4265176" y="2036998"/>
              <a:ext cx="350067" cy="265350"/>
            </a:xfrm>
            <a:prstGeom prst="rect">
              <a:avLst/>
            </a:prstGeom>
          </p:spPr>
        </p:pic>
        <p:pic>
          <p:nvPicPr>
            <p:cNvPr id="125" name="图片 124">
              <a:extLst>
                <a:ext uri="{FF2B5EF4-FFF2-40B4-BE49-F238E27FC236}">
                  <a16:creationId xmlns:a16="http://schemas.microsoft.com/office/drawing/2014/main" id="{4FC633D7-567B-C3C5-686C-6007DA7EB1F7}"/>
                </a:ext>
              </a:extLst>
            </p:cNvPr>
            <p:cNvPicPr>
              <a:picLocks noChangeAspect="1"/>
            </p:cNvPicPr>
            <p:nvPr/>
          </p:nvPicPr>
          <p:blipFill rotWithShape="1">
            <a:blip r:embed="rId55" cstate="screen"/>
            <a:srcRect/>
            <a:stretch>
              <a:fillRect/>
            </a:stretch>
          </p:blipFill>
          <p:spPr>
            <a:xfrm>
              <a:off x="6279158" y="2073653"/>
              <a:ext cx="329993" cy="192071"/>
            </a:xfrm>
            <a:prstGeom prst="rect">
              <a:avLst/>
            </a:prstGeom>
          </p:spPr>
        </p:pic>
      </p:grpSp>
      <p:grpSp>
        <p:nvGrpSpPr>
          <p:cNvPr id="126" name="组合 125">
            <a:extLst>
              <a:ext uri="{FF2B5EF4-FFF2-40B4-BE49-F238E27FC236}">
                <a16:creationId xmlns:a16="http://schemas.microsoft.com/office/drawing/2014/main" id="{CEB516FF-77D3-9778-2E97-090CAE4182E3}"/>
              </a:ext>
            </a:extLst>
          </p:cNvPr>
          <p:cNvGrpSpPr/>
          <p:nvPr/>
        </p:nvGrpSpPr>
        <p:grpSpPr>
          <a:xfrm>
            <a:off x="3661140" y="960464"/>
            <a:ext cx="6029364" cy="307623"/>
            <a:chOff x="3347193" y="1013907"/>
            <a:chExt cx="4522023" cy="230717"/>
          </a:xfrm>
        </p:grpSpPr>
        <p:pic>
          <p:nvPicPr>
            <p:cNvPr id="127" name="图片 126">
              <a:extLst>
                <a:ext uri="{FF2B5EF4-FFF2-40B4-BE49-F238E27FC236}">
                  <a16:creationId xmlns:a16="http://schemas.microsoft.com/office/drawing/2014/main" id="{2A3F05FB-61E9-C465-EBDA-C77E58EA6ABB}"/>
                </a:ext>
              </a:extLst>
            </p:cNvPr>
            <p:cNvPicPr>
              <a:picLocks noChangeAspect="1"/>
            </p:cNvPicPr>
            <p:nvPr/>
          </p:nvPicPr>
          <p:blipFill>
            <a:blip r:embed="rId56" cstate="screen"/>
            <a:stretch>
              <a:fillRect/>
            </a:stretch>
          </p:blipFill>
          <p:spPr>
            <a:xfrm>
              <a:off x="5099595" y="1039655"/>
              <a:ext cx="568506" cy="170552"/>
            </a:xfrm>
            <a:prstGeom prst="rect">
              <a:avLst/>
            </a:prstGeom>
          </p:spPr>
        </p:pic>
        <p:pic>
          <p:nvPicPr>
            <p:cNvPr id="128" name="图片 127">
              <a:extLst>
                <a:ext uri="{FF2B5EF4-FFF2-40B4-BE49-F238E27FC236}">
                  <a16:creationId xmlns:a16="http://schemas.microsoft.com/office/drawing/2014/main" id="{C5242A66-45E3-3185-866D-940F9A3C894A}"/>
                </a:ext>
              </a:extLst>
            </p:cNvPr>
            <p:cNvPicPr>
              <a:picLocks noChangeAspect="1"/>
            </p:cNvPicPr>
            <p:nvPr/>
          </p:nvPicPr>
          <p:blipFill>
            <a:blip r:embed="rId57" cstate="screen"/>
            <a:stretch>
              <a:fillRect/>
            </a:stretch>
          </p:blipFill>
          <p:spPr>
            <a:xfrm>
              <a:off x="4179922" y="1025390"/>
              <a:ext cx="422732" cy="188538"/>
            </a:xfrm>
            <a:prstGeom prst="rect">
              <a:avLst/>
            </a:prstGeom>
          </p:spPr>
        </p:pic>
        <p:pic>
          <p:nvPicPr>
            <p:cNvPr id="129" name="图片 128">
              <a:extLst>
                <a:ext uri="{FF2B5EF4-FFF2-40B4-BE49-F238E27FC236}">
                  <a16:creationId xmlns:a16="http://schemas.microsoft.com/office/drawing/2014/main" id="{4C14ABA9-1EF3-F849-DCEB-D735E4928E79}"/>
                </a:ext>
              </a:extLst>
            </p:cNvPr>
            <p:cNvPicPr>
              <a:picLocks noChangeAspect="1"/>
            </p:cNvPicPr>
            <p:nvPr/>
          </p:nvPicPr>
          <p:blipFill>
            <a:blip r:embed="rId58" cstate="screen"/>
            <a:stretch>
              <a:fillRect/>
            </a:stretch>
          </p:blipFill>
          <p:spPr>
            <a:xfrm>
              <a:off x="3347193" y="1014895"/>
              <a:ext cx="252080" cy="224603"/>
            </a:xfrm>
            <a:prstGeom prst="rect">
              <a:avLst/>
            </a:prstGeom>
          </p:spPr>
        </p:pic>
        <p:pic>
          <p:nvPicPr>
            <p:cNvPr id="130" name="图片 129">
              <a:extLst>
                <a:ext uri="{FF2B5EF4-FFF2-40B4-BE49-F238E27FC236}">
                  <a16:creationId xmlns:a16="http://schemas.microsoft.com/office/drawing/2014/main" id="{BFB069FC-56D4-03FC-E04F-259AEFDEA338}"/>
                </a:ext>
              </a:extLst>
            </p:cNvPr>
            <p:cNvPicPr>
              <a:picLocks noChangeAspect="1"/>
            </p:cNvPicPr>
            <p:nvPr/>
          </p:nvPicPr>
          <p:blipFill>
            <a:blip r:embed="rId59" cstate="screen"/>
            <a:stretch>
              <a:fillRect/>
            </a:stretch>
          </p:blipFill>
          <p:spPr>
            <a:xfrm>
              <a:off x="6116416" y="1013907"/>
              <a:ext cx="620207" cy="230717"/>
            </a:xfrm>
            <a:prstGeom prst="rect">
              <a:avLst/>
            </a:prstGeom>
          </p:spPr>
        </p:pic>
        <p:pic>
          <p:nvPicPr>
            <p:cNvPr id="131" name="图片 130">
              <a:extLst>
                <a:ext uri="{FF2B5EF4-FFF2-40B4-BE49-F238E27FC236}">
                  <a16:creationId xmlns:a16="http://schemas.microsoft.com/office/drawing/2014/main" id="{FE289708-D4D2-6E82-4C3A-F40A883F5F7F}"/>
                </a:ext>
              </a:extLst>
            </p:cNvPr>
            <p:cNvPicPr>
              <a:picLocks noChangeAspect="1"/>
            </p:cNvPicPr>
            <p:nvPr/>
          </p:nvPicPr>
          <p:blipFill>
            <a:blip r:embed="rId60" cstate="screen"/>
            <a:stretch>
              <a:fillRect/>
            </a:stretch>
          </p:blipFill>
          <p:spPr>
            <a:xfrm>
              <a:off x="7427135" y="1015731"/>
              <a:ext cx="442081" cy="226346"/>
            </a:xfrm>
            <a:prstGeom prst="rect">
              <a:avLst/>
            </a:prstGeom>
          </p:spPr>
        </p:pic>
      </p:grpSp>
      <p:grpSp>
        <p:nvGrpSpPr>
          <p:cNvPr id="132" name="组合 131">
            <a:extLst>
              <a:ext uri="{FF2B5EF4-FFF2-40B4-BE49-F238E27FC236}">
                <a16:creationId xmlns:a16="http://schemas.microsoft.com/office/drawing/2014/main" id="{219E0109-28F8-510F-F1B9-0E2B7575B476}"/>
              </a:ext>
            </a:extLst>
          </p:cNvPr>
          <p:cNvGrpSpPr/>
          <p:nvPr/>
        </p:nvGrpSpPr>
        <p:grpSpPr>
          <a:xfrm>
            <a:off x="3206556" y="3026423"/>
            <a:ext cx="7183535" cy="363017"/>
            <a:chOff x="2982421" y="2407848"/>
            <a:chExt cx="5387651" cy="272263"/>
          </a:xfrm>
        </p:grpSpPr>
        <p:pic>
          <p:nvPicPr>
            <p:cNvPr id="133" name="图片 132">
              <a:extLst>
                <a:ext uri="{FF2B5EF4-FFF2-40B4-BE49-F238E27FC236}">
                  <a16:creationId xmlns:a16="http://schemas.microsoft.com/office/drawing/2014/main" id="{75204968-66BC-0CB3-E720-F4050C74125D}"/>
                </a:ext>
              </a:extLst>
            </p:cNvPr>
            <p:cNvPicPr>
              <a:picLocks noChangeAspect="1"/>
            </p:cNvPicPr>
            <p:nvPr/>
          </p:nvPicPr>
          <p:blipFill>
            <a:blip r:embed="rId61" cstate="screen"/>
            <a:stretch>
              <a:fillRect/>
            </a:stretch>
          </p:blipFill>
          <p:spPr>
            <a:xfrm>
              <a:off x="2982421" y="2485884"/>
              <a:ext cx="1034102" cy="116191"/>
            </a:xfrm>
            <a:prstGeom prst="rect">
              <a:avLst/>
            </a:prstGeom>
          </p:spPr>
        </p:pic>
        <p:pic>
          <p:nvPicPr>
            <p:cNvPr id="134" name="图片 133">
              <a:extLst>
                <a:ext uri="{FF2B5EF4-FFF2-40B4-BE49-F238E27FC236}">
                  <a16:creationId xmlns:a16="http://schemas.microsoft.com/office/drawing/2014/main" id="{DD296773-D9B1-98CD-1714-2B862BCF44F2}"/>
                </a:ext>
              </a:extLst>
            </p:cNvPr>
            <p:cNvPicPr>
              <a:picLocks noChangeAspect="1"/>
            </p:cNvPicPr>
            <p:nvPr/>
          </p:nvPicPr>
          <p:blipFill>
            <a:blip r:embed="rId62" cstate="screen"/>
            <a:stretch>
              <a:fillRect/>
            </a:stretch>
          </p:blipFill>
          <p:spPr>
            <a:xfrm>
              <a:off x="4073715" y="2482845"/>
              <a:ext cx="1053732" cy="122268"/>
            </a:xfrm>
            <a:prstGeom prst="rect">
              <a:avLst/>
            </a:prstGeom>
          </p:spPr>
        </p:pic>
        <p:pic>
          <p:nvPicPr>
            <p:cNvPr id="135" name="图片 134">
              <a:extLst>
                <a:ext uri="{FF2B5EF4-FFF2-40B4-BE49-F238E27FC236}">
                  <a16:creationId xmlns:a16="http://schemas.microsoft.com/office/drawing/2014/main" id="{D5750D21-B297-36E5-6129-5718F0A42C43}"/>
                </a:ext>
              </a:extLst>
            </p:cNvPr>
            <p:cNvPicPr>
              <a:picLocks noChangeAspect="1"/>
            </p:cNvPicPr>
            <p:nvPr/>
          </p:nvPicPr>
          <p:blipFill>
            <a:blip r:embed="rId63" cstate="screen"/>
            <a:stretch>
              <a:fillRect/>
            </a:stretch>
          </p:blipFill>
          <p:spPr>
            <a:xfrm>
              <a:off x="5151268" y="2482231"/>
              <a:ext cx="1015411" cy="123496"/>
            </a:xfrm>
            <a:prstGeom prst="rect">
              <a:avLst/>
            </a:prstGeom>
          </p:spPr>
        </p:pic>
        <p:pic>
          <p:nvPicPr>
            <p:cNvPr id="136" name="图片 135">
              <a:extLst>
                <a:ext uri="{FF2B5EF4-FFF2-40B4-BE49-F238E27FC236}">
                  <a16:creationId xmlns:a16="http://schemas.microsoft.com/office/drawing/2014/main" id="{AFBEF171-9AC4-C9ED-AC4D-6A2EFC589AF4}"/>
                </a:ext>
              </a:extLst>
            </p:cNvPr>
            <p:cNvPicPr>
              <a:picLocks noChangeAspect="1"/>
            </p:cNvPicPr>
            <p:nvPr/>
          </p:nvPicPr>
          <p:blipFill>
            <a:blip r:embed="rId64" cstate="screen"/>
            <a:stretch>
              <a:fillRect/>
            </a:stretch>
          </p:blipFill>
          <p:spPr>
            <a:xfrm>
              <a:off x="7205913" y="2407848"/>
              <a:ext cx="1164159" cy="272263"/>
            </a:xfrm>
            <a:prstGeom prst="rect">
              <a:avLst/>
            </a:prstGeom>
          </p:spPr>
        </p:pic>
        <p:pic>
          <p:nvPicPr>
            <p:cNvPr id="137" name="图片 136">
              <a:extLst>
                <a:ext uri="{FF2B5EF4-FFF2-40B4-BE49-F238E27FC236}">
                  <a16:creationId xmlns:a16="http://schemas.microsoft.com/office/drawing/2014/main" id="{ED396D1E-566B-80A9-DB64-51FECB580B81}"/>
                </a:ext>
              </a:extLst>
            </p:cNvPr>
            <p:cNvPicPr>
              <a:picLocks noChangeAspect="1"/>
            </p:cNvPicPr>
            <p:nvPr/>
          </p:nvPicPr>
          <p:blipFill>
            <a:blip r:embed="rId65" cstate="screen"/>
            <a:stretch>
              <a:fillRect/>
            </a:stretch>
          </p:blipFill>
          <p:spPr>
            <a:xfrm>
              <a:off x="6224842" y="2494490"/>
              <a:ext cx="940303" cy="98979"/>
            </a:xfrm>
            <a:prstGeom prst="rect">
              <a:avLst/>
            </a:prstGeom>
          </p:spPr>
        </p:pic>
      </p:grpSp>
      <p:pic>
        <p:nvPicPr>
          <p:cNvPr id="138" name="Picture 2" descr="https://img0.baidu.com/it/u=2711441487,259330725&amp;fm=26&amp;fmt=auto&amp;gp=0.jpg">
            <a:extLst>
              <a:ext uri="{FF2B5EF4-FFF2-40B4-BE49-F238E27FC236}">
                <a16:creationId xmlns:a16="http://schemas.microsoft.com/office/drawing/2014/main" id="{D5E2B3BE-6804-EE42-4763-AAC3ACC194CB}"/>
              </a:ext>
            </a:extLst>
          </p:cNvPr>
          <p:cNvPicPr>
            <a:picLocks noChangeAspect="1" noChangeArrowheads="1"/>
          </p:cNvPicPr>
          <p:nvPr/>
        </p:nvPicPr>
        <p:blipFill rotWithShape="1">
          <a:blip r:embed="rId66" cstate="print">
            <a:extLst>
              <a:ext uri="{28A0092B-C50C-407E-A947-70E740481C1C}">
                <a14:useLocalDpi xmlns:a14="http://schemas.microsoft.com/office/drawing/2010/main" val="0"/>
              </a:ext>
            </a:extLst>
          </a:blip>
          <a:srcRect l="17948" t="40655" r="15951" b="48066"/>
          <a:stretch>
            <a:fillRect/>
          </a:stretch>
        </p:blipFill>
        <p:spPr bwMode="auto">
          <a:xfrm>
            <a:off x="9044811" y="5722573"/>
            <a:ext cx="906669" cy="155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222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C66C-21A5-6F49-188E-ECB5769279E3}"/>
              </a:ext>
            </a:extLst>
          </p:cNvPr>
          <p:cNvSpPr>
            <a:spLocks noGrp="1"/>
          </p:cNvSpPr>
          <p:nvPr>
            <p:ph type="title"/>
          </p:nvPr>
        </p:nvSpPr>
        <p:spPr>
          <a:xfrm>
            <a:off x="472054" y="2705628"/>
            <a:ext cx="9939958" cy="609812"/>
          </a:xfrm>
        </p:spPr>
        <p:txBody>
          <a:bodyPr/>
          <a:lstStyle/>
          <a:p>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项目背景及建设目标</a:t>
            </a:r>
            <a:endParaRPr lang="en-CN"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 name="文本占位符 2">
            <a:extLst>
              <a:ext uri="{FF2B5EF4-FFF2-40B4-BE49-F238E27FC236}">
                <a16:creationId xmlns:a16="http://schemas.microsoft.com/office/drawing/2014/main" id="{01BDC426-899D-B827-C655-D0CB41F4FC74}"/>
              </a:ext>
            </a:extLst>
          </p:cNvPr>
          <p:cNvSpPr>
            <a:spLocks noGrp="1"/>
          </p:cNvSpPr>
          <p:nvPr>
            <p:ph type="body" sz="quarter" idx="17"/>
          </p:nvPr>
        </p:nvSpPr>
        <p:spPr>
          <a:xfrm>
            <a:off x="472054" y="3305280"/>
            <a:ext cx="4724718" cy="1276660"/>
          </a:xfrm>
        </p:spPr>
        <p:txBody>
          <a:bodyPr/>
          <a:lstStyle/>
          <a:p>
            <a:endPar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3022523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项目建设背景</a:t>
            </a:r>
          </a:p>
        </p:txBody>
      </p:sp>
      <p:grpSp>
        <p:nvGrpSpPr>
          <p:cNvPr id="2" name="组合 1">
            <a:extLst>
              <a:ext uri="{FF2B5EF4-FFF2-40B4-BE49-F238E27FC236}">
                <a16:creationId xmlns:a16="http://schemas.microsoft.com/office/drawing/2014/main" id="{C0DA5C61-9A9E-C3FF-CB7F-38F394A692A6}"/>
              </a:ext>
            </a:extLst>
          </p:cNvPr>
          <p:cNvGrpSpPr/>
          <p:nvPr/>
        </p:nvGrpSpPr>
        <p:grpSpPr>
          <a:xfrm>
            <a:off x="625304" y="1031795"/>
            <a:ext cx="11147595" cy="5321380"/>
            <a:chOff x="625305" y="1031795"/>
            <a:chExt cx="8667448" cy="5250474"/>
          </a:xfrm>
        </p:grpSpPr>
        <p:cxnSp>
          <p:nvCxnSpPr>
            <p:cNvPr id="5" name="Straight Connector 6">
              <a:extLst>
                <a:ext uri="{FF2B5EF4-FFF2-40B4-BE49-F238E27FC236}">
                  <a16:creationId xmlns:a16="http://schemas.microsoft.com/office/drawing/2014/main" id="{4C603D87-E235-0309-CD7C-B088CB20C99C}"/>
                </a:ext>
              </a:extLst>
            </p:cNvPr>
            <p:cNvCxnSpPr/>
            <p:nvPr/>
          </p:nvCxnSpPr>
          <p:spPr bwMode="auto">
            <a:xfrm rot="5400000" flipH="1" flipV="1">
              <a:off x="4294754" y="1863826"/>
              <a:ext cx="1434612" cy="0"/>
            </a:xfrm>
            <a:prstGeom prst="line">
              <a:avLst/>
            </a:prstGeom>
            <a:gradFill rotWithShape="1">
              <a:gsLst>
                <a:gs pos="0">
                  <a:srgbClr val="03D4A8"/>
                </a:gs>
                <a:gs pos="25000">
                  <a:srgbClr val="21D6E0"/>
                </a:gs>
                <a:gs pos="75000">
                  <a:srgbClr val="0087E6"/>
                </a:gs>
                <a:gs pos="100000">
                  <a:srgbClr val="005CBF"/>
                </a:gs>
              </a:gsLst>
              <a:lin ang="5400000"/>
            </a:gradFill>
            <a:ln w="9525" cap="flat" cmpd="sng" algn="ctr">
              <a:solidFill>
                <a:schemeClr val="bg1">
                  <a:lumMod val="75000"/>
                </a:schemeClr>
              </a:solidFill>
              <a:prstDash val="sysDash"/>
              <a:round/>
              <a:headEnd type="none" w="med" len="med"/>
              <a:tailEnd type="none" w="med" len="med"/>
            </a:ln>
            <a:effectLst/>
          </p:spPr>
        </p:cxnSp>
        <p:sp>
          <p:nvSpPr>
            <p:cNvPr id="6" name="Rectangle 26">
              <a:extLst>
                <a:ext uri="{FF2B5EF4-FFF2-40B4-BE49-F238E27FC236}">
                  <a16:creationId xmlns:a16="http://schemas.microsoft.com/office/drawing/2014/main" id="{4944F941-F5D6-E935-FC18-517D3EF0CD24}"/>
                </a:ext>
              </a:extLst>
            </p:cNvPr>
            <p:cNvSpPr>
              <a:spLocks noChangeArrowheads="1"/>
            </p:cNvSpPr>
            <p:nvPr/>
          </p:nvSpPr>
          <p:spPr bwMode="auto">
            <a:xfrm>
              <a:off x="808360" y="1083508"/>
              <a:ext cx="4144962" cy="433754"/>
            </a:xfrm>
            <a:prstGeom prst="rect">
              <a:avLst/>
            </a:prstGeom>
            <a:solidFill>
              <a:srgbClr val="229CFA"/>
            </a:solidFill>
            <a:ln w="9525">
              <a:noFill/>
              <a:miter lim="800000"/>
            </a:ln>
          </p:spPr>
          <p:txBody>
            <a:bodyPr lIns="84992" tIns="42497" rIns="84992" bIns="42497" anchor="ctr"/>
            <a:lstStyle/>
            <a:p>
              <a:pPr algn="ctr"/>
              <a:r>
                <a:rPr lang="zh-CN" altLang="en-US" sz="1475"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外部环境与政策驱动</a:t>
              </a:r>
              <a:r>
                <a:rPr lang="en-US" altLang="zh-CN" sz="1475"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1475"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企业的发展模式变革</a:t>
              </a:r>
            </a:p>
          </p:txBody>
        </p:sp>
        <p:sp>
          <p:nvSpPr>
            <p:cNvPr id="7" name="TextBox 1">
              <a:extLst>
                <a:ext uri="{FF2B5EF4-FFF2-40B4-BE49-F238E27FC236}">
                  <a16:creationId xmlns:a16="http://schemas.microsoft.com/office/drawing/2014/main" id="{5F3F06F4-0834-EAC9-722D-853EB6BA8E0D}"/>
                </a:ext>
              </a:extLst>
            </p:cNvPr>
            <p:cNvSpPr txBox="1">
              <a:spLocks noChangeArrowheads="1"/>
            </p:cNvSpPr>
            <p:nvPr/>
          </p:nvSpPr>
          <p:spPr bwMode="auto">
            <a:xfrm>
              <a:off x="813124" y="1567087"/>
              <a:ext cx="4068763" cy="728821"/>
            </a:xfrm>
            <a:prstGeom prst="rect">
              <a:avLst/>
            </a:prstGeom>
            <a:noFill/>
            <a:ln w="9525">
              <a:noFill/>
              <a:miter lim="800000"/>
            </a:ln>
          </p:spPr>
          <p:txBody>
            <a:bodyPr wrap="square">
              <a:spAutoFit/>
            </a:bodyPr>
            <a:lstStyle/>
            <a:p>
              <a:pPr marL="158115" indent="-158115">
                <a:buFont typeface="Arial" panose="020B0604020202020204" pitchFamily="34" charset="0"/>
                <a:buChar char="•"/>
              </a:pP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外部环境变化</a:t>
              </a:r>
              <a:r>
                <a:rPr lang="en-US" altLang="zh-CN" sz="1050" b="1" dirty="0">
                  <a:latin typeface="微软雅黑 Light" panose="020B0502040204020203" pitchFamily="34" charset="-122"/>
                  <a:ea typeface="微软雅黑" panose="020B0503020204020204" pitchFamily="34" charset="-122"/>
                  <a:sym typeface="微软雅黑 Light" panose="020B0502040204020203" pitchFamily="34" charset="-122"/>
                </a:rPr>
                <a:t>1</a:t>
              </a: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05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en-US" sz="105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05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58115" indent="-158115">
                <a:buFont typeface="Arial" panose="020B0604020202020204" pitchFamily="34" charset="0"/>
                <a:buChar char="•"/>
              </a:pP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外部环境变化</a:t>
              </a:r>
              <a:r>
                <a:rPr lang="en-US" altLang="zh-CN" sz="1050" b="1" dirty="0">
                  <a:latin typeface="微软雅黑 Light" panose="020B0502040204020203" pitchFamily="34" charset="-122"/>
                  <a:ea typeface="微软雅黑" panose="020B0503020204020204" pitchFamily="34" charset="-122"/>
                  <a:sym typeface="微软雅黑 Light" panose="020B0502040204020203" pitchFamily="34" charset="-122"/>
                </a:rPr>
                <a:t>2</a:t>
              </a: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05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en-US" sz="105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05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58115" indent="-158115">
                <a:buFont typeface="Arial" panose="020B0604020202020204" pitchFamily="34" charset="0"/>
                <a:buChar char="•"/>
              </a:pP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国家政策影响</a:t>
              </a:r>
              <a:r>
                <a:rPr lang="en-US" altLang="zh-CN" sz="1050" b="1" dirty="0">
                  <a:latin typeface="微软雅黑 Light" panose="020B0502040204020203" pitchFamily="34" charset="-122"/>
                  <a:ea typeface="微软雅黑" panose="020B0503020204020204" pitchFamily="34" charset="-122"/>
                  <a:sym typeface="微软雅黑 Light" panose="020B0502040204020203" pitchFamily="34" charset="-122"/>
                </a:rPr>
                <a:t>1</a:t>
              </a: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05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en-US" sz="105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05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58115" indent="-158115">
                <a:buFont typeface="Arial" panose="020B0604020202020204" pitchFamily="34" charset="0"/>
                <a:buChar char="•"/>
              </a:pP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国家政策影响</a:t>
              </a:r>
              <a:r>
                <a:rPr lang="en-US" altLang="zh-CN" sz="1050" b="1" dirty="0">
                  <a:latin typeface="微软雅黑 Light" panose="020B0502040204020203" pitchFamily="34" charset="-122"/>
                  <a:ea typeface="微软雅黑" panose="020B0503020204020204" pitchFamily="34" charset="-122"/>
                  <a:sym typeface="微软雅黑 Light" panose="020B0502040204020203" pitchFamily="34" charset="-122"/>
                </a:rPr>
                <a:t>2</a:t>
              </a:r>
              <a:r>
                <a:rPr lang="zh-CN" altLang="en-US" sz="1050"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05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en-US" sz="1050" dirty="0">
                  <a:latin typeface="微软雅黑 Light" panose="020B0502040204020203" pitchFamily="34" charset="-122"/>
                  <a:ea typeface="微软雅黑" panose="020B0503020204020204" pitchFamily="34" charset="-122"/>
                  <a:sym typeface="微软雅黑 Light" panose="020B0502040204020203" pitchFamily="34" charset="-122"/>
                </a:rPr>
                <a:t>。</a:t>
              </a:r>
            </a:p>
          </p:txBody>
        </p:sp>
        <p:sp>
          <p:nvSpPr>
            <p:cNvPr id="8" name="Rectangle 26">
              <a:extLst>
                <a:ext uri="{FF2B5EF4-FFF2-40B4-BE49-F238E27FC236}">
                  <a16:creationId xmlns:a16="http://schemas.microsoft.com/office/drawing/2014/main" id="{615467DB-CE01-8813-EDA0-CCE502DB6424}"/>
                </a:ext>
              </a:extLst>
            </p:cNvPr>
            <p:cNvSpPr>
              <a:spLocks noChangeArrowheads="1"/>
            </p:cNvSpPr>
            <p:nvPr/>
          </p:nvSpPr>
          <p:spPr bwMode="auto">
            <a:xfrm>
              <a:off x="5080322" y="1083508"/>
              <a:ext cx="4076700" cy="433754"/>
            </a:xfrm>
            <a:prstGeom prst="rect">
              <a:avLst/>
            </a:prstGeom>
            <a:solidFill>
              <a:srgbClr val="229CFA"/>
            </a:solidFill>
            <a:ln w="9525">
              <a:noFill/>
              <a:miter lim="800000"/>
            </a:ln>
          </p:spPr>
          <p:txBody>
            <a:bodyPr lIns="84992" tIns="42497" rIns="84992" bIns="42497" anchor="ctr"/>
            <a:lstStyle/>
            <a:p>
              <a:pPr algn="ctr"/>
              <a:r>
                <a:rPr lang="zh-CN" altLang="en-US" sz="1475"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客户痛点</a:t>
              </a:r>
            </a:p>
          </p:txBody>
        </p:sp>
        <p:sp>
          <p:nvSpPr>
            <p:cNvPr id="9" name="TextBox 10">
              <a:extLst>
                <a:ext uri="{FF2B5EF4-FFF2-40B4-BE49-F238E27FC236}">
                  <a16:creationId xmlns:a16="http://schemas.microsoft.com/office/drawing/2014/main" id="{613C7ADC-426A-AE28-154E-9D7CDF222DA0}"/>
                </a:ext>
              </a:extLst>
            </p:cNvPr>
            <p:cNvSpPr txBox="1">
              <a:spLocks noChangeArrowheads="1"/>
            </p:cNvSpPr>
            <p:nvPr/>
          </p:nvSpPr>
          <p:spPr bwMode="auto">
            <a:xfrm>
              <a:off x="5108522" y="1567087"/>
              <a:ext cx="4105275" cy="819924"/>
            </a:xfrm>
            <a:prstGeom prst="rect">
              <a:avLst/>
            </a:prstGeom>
            <a:noFill/>
            <a:ln w="9525">
              <a:noFill/>
              <a:miter lim="800000"/>
            </a:ln>
          </p:spPr>
          <p:txBody>
            <a:bodyPr>
              <a:spAutoFit/>
            </a:bodyPr>
            <a:lstStyle/>
            <a:p>
              <a:pPr marL="158115" indent="-158115">
                <a:buFont typeface="Arial" panose="020B0604020202020204" pitchFamily="34" charset="0"/>
                <a:buChar char="•"/>
              </a:pPr>
              <a:r>
                <a:rPr lang="en-US" altLang="zh-CN" sz="1200" b="1"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财务管理之痛：</a:t>
              </a:r>
              <a:r>
                <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58115" indent="-158115">
                <a:buFont typeface="Arial" panose="020B0604020202020204" pitchFamily="34" charset="0"/>
                <a:buChar char="•"/>
              </a:pPr>
              <a:r>
                <a:rPr lang="en-US" altLang="zh-CN" sz="1200" b="1"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58115" indent="-158115">
                <a:buFont typeface="Arial" panose="020B0604020202020204" pitchFamily="34" charset="0"/>
                <a:buChar char="•"/>
              </a:pPr>
              <a:r>
                <a:rPr lang="en-US" altLang="zh-CN" sz="1200" b="1"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58115" indent="-158115">
                <a:buFont typeface="Arial" panose="020B0604020202020204" pitchFamily="34" charset="0"/>
                <a:buChar char="•"/>
              </a:pPr>
              <a:r>
                <a:rPr lang="en-US" altLang="zh-CN" sz="1200" b="1" dirty="0">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0" name="Trapezoid 17">
              <a:extLst>
                <a:ext uri="{FF2B5EF4-FFF2-40B4-BE49-F238E27FC236}">
                  <a16:creationId xmlns:a16="http://schemas.microsoft.com/office/drawing/2014/main" id="{2F6ABA41-621C-0E7F-61F4-80E67F53827D}"/>
                </a:ext>
              </a:extLst>
            </p:cNvPr>
            <p:cNvSpPr/>
            <p:nvPr/>
          </p:nvSpPr>
          <p:spPr bwMode="auto">
            <a:xfrm>
              <a:off x="2775274" y="4043586"/>
              <a:ext cx="4410297" cy="422031"/>
            </a:xfrm>
            <a:prstGeom prst="trapezoid">
              <a:avLst>
                <a:gd name="adj" fmla="val 250482"/>
              </a:avLst>
            </a:prstGeom>
            <a:solidFill>
              <a:srgbClr val="229CFA"/>
            </a:solidFill>
            <a:ln w="9525">
              <a:noFill/>
              <a:miter lim="800000"/>
            </a:ln>
          </p:spPr>
          <p:txBody>
            <a:bodyPr lIns="84992" tIns="42497" rIns="84992" bIns="42497" anchor="ctr"/>
            <a:lstStyle/>
            <a:p>
              <a:pPr algn="ctr"/>
              <a:r>
                <a:rPr lang="zh-CN" altLang="en-US" sz="1475"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信息化建设环境变化</a:t>
              </a:r>
              <a:endParaRPr lang="en-US" altLang="en-US" sz="1475"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 name="Rectangle 20">
              <a:extLst>
                <a:ext uri="{FF2B5EF4-FFF2-40B4-BE49-F238E27FC236}">
                  <a16:creationId xmlns:a16="http://schemas.microsoft.com/office/drawing/2014/main" id="{B12C6BD7-78AD-0AA4-E76D-88429BEDF8AA}"/>
                </a:ext>
              </a:extLst>
            </p:cNvPr>
            <p:cNvSpPr/>
            <p:nvPr/>
          </p:nvSpPr>
          <p:spPr bwMode="auto">
            <a:xfrm>
              <a:off x="625305" y="1031795"/>
              <a:ext cx="8667448" cy="5250474"/>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p>
              <a:pPr>
                <a:defRPr/>
              </a:pPr>
              <a:endParaRPr 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 name="TextBox 13">
              <a:extLst>
                <a:ext uri="{FF2B5EF4-FFF2-40B4-BE49-F238E27FC236}">
                  <a16:creationId xmlns:a16="http://schemas.microsoft.com/office/drawing/2014/main" id="{C56A69CC-2950-F6E8-B6FF-1FAA618221FF}"/>
                </a:ext>
              </a:extLst>
            </p:cNvPr>
            <p:cNvSpPr txBox="1">
              <a:spLocks noChangeArrowheads="1"/>
            </p:cNvSpPr>
            <p:nvPr/>
          </p:nvSpPr>
          <p:spPr bwMode="auto">
            <a:xfrm>
              <a:off x="2235522" y="4660287"/>
              <a:ext cx="5689600" cy="596722"/>
            </a:xfrm>
            <a:prstGeom prst="rect">
              <a:avLst/>
            </a:prstGeom>
            <a:solidFill>
              <a:schemeClr val="bg1"/>
            </a:solidFill>
            <a:ln w="9525">
              <a:noFill/>
              <a:miter lim="800000"/>
            </a:ln>
          </p:spPr>
          <p:txBody>
            <a:bodyPr>
              <a:spAutoFit/>
            </a:bodyPr>
            <a:lstStyle/>
            <a:p>
              <a:pPr marL="158115" indent="-158115">
                <a:buFont typeface="Arial" panose="020B0604020202020204" pitchFamily="34" charset="0"/>
                <a:buChar char="•"/>
              </a:pPr>
              <a:r>
                <a:rPr lang="zh-CN" altLang="en-US" sz="1110" b="1" dirty="0">
                  <a:latin typeface="微软雅黑 Light" panose="020B0502040204020203" pitchFamily="34" charset="-122"/>
                  <a:ea typeface="微软雅黑" panose="020B0503020204020204" pitchFamily="34" charset="-122"/>
                  <a:sym typeface="微软雅黑 Light" panose="020B0502040204020203" pitchFamily="34" charset="-122"/>
                </a:rPr>
                <a:t>国产化：</a:t>
              </a:r>
              <a:r>
                <a:rPr lang="zh-CN" altLang="en-US" sz="1110" dirty="0">
                  <a:latin typeface="微软雅黑 Light" panose="020B0502040204020203" pitchFamily="34" charset="-122"/>
                  <a:ea typeface="微软雅黑" panose="020B0503020204020204" pitchFamily="34" charset="-122"/>
                  <a:sym typeface="微软雅黑 Light" panose="020B0502040204020203" pitchFamily="34" charset="-122"/>
                </a:rPr>
                <a:t>承接</a:t>
              </a:r>
              <a:r>
                <a:rPr lang="en-US" altLang="zh-CN" sz="111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en-US" sz="111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11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58115" indent="-158115">
                <a:buFont typeface="Arial" panose="020B0604020202020204" pitchFamily="34" charset="0"/>
                <a:buChar char="•"/>
              </a:pPr>
              <a:r>
                <a:rPr lang="zh-CN" altLang="en-US" sz="1110" b="1" dirty="0">
                  <a:latin typeface="微软雅黑 Light" panose="020B0502040204020203" pitchFamily="34" charset="-122"/>
                  <a:ea typeface="微软雅黑" panose="020B0503020204020204" pitchFamily="34" charset="-122"/>
                  <a:sym typeface="微软雅黑 Light" panose="020B0502040204020203" pitchFamily="34" charset="-122"/>
                </a:rPr>
                <a:t>低代码：</a:t>
              </a:r>
              <a:r>
                <a:rPr lang="en-US" altLang="zh-CN" sz="1110" dirty="0">
                  <a:latin typeface="微软雅黑 Light" panose="020B0502040204020203" pitchFamily="34" charset="-122"/>
                  <a:ea typeface="微软雅黑" panose="020B0503020204020204" pitchFamily="34" charset="-122"/>
                  <a:sym typeface="微软雅黑 Light" panose="020B0502040204020203" pitchFamily="34" charset="-122"/>
                </a:rPr>
                <a:t>XXXX</a:t>
              </a:r>
              <a:r>
                <a:rPr lang="zh-CN" altLang="en-US" sz="111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en-US" altLang="zh-CN" sz="111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58115" indent="-158115">
                <a:buFont typeface="Arial" panose="020B0604020202020204" pitchFamily="34" charset="0"/>
                <a:buChar char="•"/>
              </a:pPr>
              <a:r>
                <a:rPr lang="zh-CN" altLang="en-US" sz="1110" b="1" dirty="0">
                  <a:latin typeface="微软雅黑 Light" panose="020B0502040204020203" pitchFamily="34" charset="-122"/>
                  <a:ea typeface="微软雅黑" panose="020B0503020204020204" pitchFamily="34" charset="-122"/>
                  <a:sym typeface="微软雅黑 Light" panose="020B0502040204020203" pitchFamily="34" charset="-122"/>
                </a:rPr>
                <a:t>易拓展</a:t>
              </a:r>
              <a:r>
                <a:rPr lang="zh-CN" altLang="en-US" sz="1110"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110" dirty="0">
                  <a:latin typeface="微软雅黑 Light" panose="020B0502040204020203" pitchFamily="34" charset="-122"/>
                  <a:ea typeface="微软雅黑" panose="020B0503020204020204" pitchFamily="34" charset="-122"/>
                  <a:sym typeface="微软雅黑 Light" panose="020B0502040204020203" pitchFamily="34" charset="-122"/>
                </a:rPr>
                <a:t>XXXX</a:t>
              </a:r>
            </a:p>
          </p:txBody>
        </p:sp>
        <p:cxnSp>
          <p:nvCxnSpPr>
            <p:cNvPr id="13" name="Straight Connector 12">
              <a:extLst>
                <a:ext uri="{FF2B5EF4-FFF2-40B4-BE49-F238E27FC236}">
                  <a16:creationId xmlns:a16="http://schemas.microsoft.com/office/drawing/2014/main" id="{85993404-0D4F-171E-CE92-014D5B37600E}"/>
                </a:ext>
              </a:extLst>
            </p:cNvPr>
            <p:cNvCxnSpPr>
              <a:cxnSpLocks/>
              <a:stCxn id="19" idx="4"/>
            </p:cNvCxnSpPr>
            <p:nvPr/>
          </p:nvCxnSpPr>
          <p:spPr bwMode="auto">
            <a:xfrm>
              <a:off x="6020124" y="3910238"/>
              <a:ext cx="3079750" cy="1251437"/>
            </a:xfrm>
            <a:prstGeom prst="line">
              <a:avLst/>
            </a:prstGeom>
            <a:gradFill rotWithShape="1">
              <a:gsLst>
                <a:gs pos="0">
                  <a:srgbClr val="03D4A8"/>
                </a:gs>
                <a:gs pos="25000">
                  <a:srgbClr val="21D6E0"/>
                </a:gs>
                <a:gs pos="75000">
                  <a:srgbClr val="0087E6"/>
                </a:gs>
                <a:gs pos="100000">
                  <a:srgbClr val="005CBF"/>
                </a:gs>
              </a:gsLst>
              <a:lin ang="5400000"/>
            </a:gradFill>
            <a:ln w="9525" cap="flat" cmpd="sng" algn="ctr">
              <a:solidFill>
                <a:schemeClr val="bg1">
                  <a:lumMod val="75000"/>
                </a:schemeClr>
              </a:solidFill>
              <a:prstDash val="sysDash"/>
              <a:round/>
              <a:headEnd type="none" w="med" len="med"/>
              <a:tailEnd type="none" w="med" len="med"/>
            </a:ln>
            <a:effectLst/>
          </p:spPr>
        </p:cxnSp>
        <p:cxnSp>
          <p:nvCxnSpPr>
            <p:cNvPr id="14" name="Straight Connector 18">
              <a:extLst>
                <a:ext uri="{FF2B5EF4-FFF2-40B4-BE49-F238E27FC236}">
                  <a16:creationId xmlns:a16="http://schemas.microsoft.com/office/drawing/2014/main" id="{4309C5F1-CDBE-5C9B-8D46-3F3F5ACAA5EB}"/>
                </a:ext>
              </a:extLst>
            </p:cNvPr>
            <p:cNvCxnSpPr>
              <a:cxnSpLocks/>
            </p:cNvCxnSpPr>
            <p:nvPr/>
          </p:nvCxnSpPr>
          <p:spPr bwMode="auto">
            <a:xfrm flipV="1">
              <a:off x="855987" y="3938079"/>
              <a:ext cx="3000871" cy="1251437"/>
            </a:xfrm>
            <a:prstGeom prst="line">
              <a:avLst/>
            </a:prstGeom>
            <a:gradFill rotWithShape="1">
              <a:gsLst>
                <a:gs pos="0">
                  <a:srgbClr val="03D4A8"/>
                </a:gs>
                <a:gs pos="25000">
                  <a:srgbClr val="21D6E0"/>
                </a:gs>
                <a:gs pos="75000">
                  <a:srgbClr val="0087E6"/>
                </a:gs>
                <a:gs pos="100000">
                  <a:srgbClr val="005CBF"/>
                </a:gs>
              </a:gsLst>
              <a:lin ang="5400000"/>
            </a:gradFill>
            <a:ln w="9525" cap="flat" cmpd="sng" algn="ctr">
              <a:solidFill>
                <a:schemeClr val="bg1">
                  <a:lumMod val="75000"/>
                </a:schemeClr>
              </a:solidFill>
              <a:prstDash val="sysDash"/>
              <a:round/>
              <a:headEnd type="none" w="med" len="med"/>
              <a:tailEnd type="none" w="med" len="med"/>
            </a:ln>
            <a:effectLst/>
          </p:spPr>
        </p:cxnSp>
        <p:pic>
          <p:nvPicPr>
            <p:cNvPr id="15" name="Picture 2" descr="http://photocdn.sohu.com/20160111/mp53777607_1452480795248_2.png">
              <a:extLst>
                <a:ext uri="{FF2B5EF4-FFF2-40B4-BE49-F238E27FC236}">
                  <a16:creationId xmlns:a16="http://schemas.microsoft.com/office/drawing/2014/main" id="{391C20A8-A942-C1AF-F39F-8FC6E1BF59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1121" y="3075701"/>
              <a:ext cx="2332430" cy="1049734"/>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71739E40-B79E-509D-6CD6-A019FCBC54A8}"/>
                </a:ext>
              </a:extLst>
            </p:cNvPr>
            <p:cNvPicPr>
              <a:picLocks noChangeAspect="1"/>
            </p:cNvPicPr>
            <p:nvPr/>
          </p:nvPicPr>
          <p:blipFill>
            <a:blip r:embed="rId3"/>
            <a:stretch>
              <a:fillRect/>
            </a:stretch>
          </p:blipFill>
          <p:spPr>
            <a:xfrm>
              <a:off x="747793" y="5313133"/>
              <a:ext cx="1608630" cy="676768"/>
            </a:xfrm>
            <a:prstGeom prst="rect">
              <a:avLst/>
            </a:prstGeom>
          </p:spPr>
        </p:pic>
        <p:grpSp>
          <p:nvGrpSpPr>
            <p:cNvPr id="18" name="组合 17">
              <a:extLst>
                <a:ext uri="{FF2B5EF4-FFF2-40B4-BE49-F238E27FC236}">
                  <a16:creationId xmlns:a16="http://schemas.microsoft.com/office/drawing/2014/main" id="{3F60013B-229D-38C4-D4AD-EB5AF6696921}"/>
                </a:ext>
              </a:extLst>
            </p:cNvPr>
            <p:cNvGrpSpPr/>
            <p:nvPr/>
          </p:nvGrpSpPr>
          <p:grpSpPr>
            <a:xfrm>
              <a:off x="4003999" y="2647075"/>
              <a:ext cx="2016125" cy="1263162"/>
              <a:chOff x="3622998" y="2647075"/>
              <a:chExt cx="2016125" cy="1263162"/>
            </a:xfrm>
          </p:grpSpPr>
          <p:sp>
            <p:nvSpPr>
              <p:cNvPr id="19" name="Isosceles Triangle 15">
                <a:extLst>
                  <a:ext uri="{FF2B5EF4-FFF2-40B4-BE49-F238E27FC236}">
                    <a16:creationId xmlns:a16="http://schemas.microsoft.com/office/drawing/2014/main" id="{B80240B8-5553-4C2D-EE5F-0863A7F70060}"/>
                  </a:ext>
                </a:extLst>
              </p:cNvPr>
              <p:cNvSpPr/>
              <p:nvPr/>
            </p:nvSpPr>
            <p:spPr bwMode="auto">
              <a:xfrm>
                <a:off x="3622998" y="2647075"/>
                <a:ext cx="2016125" cy="1263162"/>
              </a:xfrm>
              <a:prstGeom prst="triangle">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t"/>
              <a:lstStyle/>
              <a:p>
                <a:pPr algn="ctr">
                  <a:defRPr/>
                </a:pPr>
                <a:endParaRPr lang="en-US" dirty="0">
                  <a:solidFill>
                    <a:schemeClr val="bg1"/>
                  </a:solidFill>
                  <a:effectLst>
                    <a:outerShdw blurRad="38100" dist="38100" dir="2700000" algn="tl">
                      <a:srgbClr val="000000"/>
                    </a:outerShdw>
                  </a:effectLst>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0" name="TextBox 13">
                <a:extLst>
                  <a:ext uri="{FF2B5EF4-FFF2-40B4-BE49-F238E27FC236}">
                    <a16:creationId xmlns:a16="http://schemas.microsoft.com/office/drawing/2014/main" id="{0B51A613-9A6C-A09F-F0EE-EAB75895DF13}"/>
                  </a:ext>
                </a:extLst>
              </p:cNvPr>
              <p:cNvSpPr txBox="1">
                <a:spLocks noChangeArrowheads="1"/>
              </p:cNvSpPr>
              <p:nvPr/>
            </p:nvSpPr>
            <p:spPr bwMode="auto">
              <a:xfrm>
                <a:off x="3709005" y="3098128"/>
                <a:ext cx="1870312" cy="646331"/>
              </a:xfrm>
              <a:prstGeom prst="rect">
                <a:avLst/>
              </a:prstGeom>
              <a:noFill/>
              <a:ln w="9525">
                <a:noFill/>
                <a:miter lim="800000"/>
              </a:ln>
            </p:spPr>
            <p:txBody>
              <a:bodyPr wrap="square">
                <a:spAutoFit/>
              </a:bodyPr>
              <a:lstStyle/>
              <a:p>
                <a:pPr algn="ctr"/>
                <a:r>
                  <a:rPr lang="zh-CN" altLang="en-US"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信息化</a:t>
                </a:r>
              </a:p>
              <a:p>
                <a:pPr algn="ctr"/>
                <a:r>
                  <a:rPr lang="zh-CN" altLang="en-US"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面临新的要求</a:t>
                </a:r>
              </a:p>
            </p:txBody>
          </p:sp>
        </p:grpSp>
      </p:grpSp>
      <p:grpSp>
        <p:nvGrpSpPr>
          <p:cNvPr id="31" name="组合 30">
            <a:extLst>
              <a:ext uri="{FF2B5EF4-FFF2-40B4-BE49-F238E27FC236}">
                <a16:creationId xmlns:a16="http://schemas.microsoft.com/office/drawing/2014/main" id="{D019DF7E-AE43-ECEE-E786-54463996C1A7}"/>
              </a:ext>
            </a:extLst>
          </p:cNvPr>
          <p:cNvGrpSpPr/>
          <p:nvPr/>
        </p:nvGrpSpPr>
        <p:grpSpPr>
          <a:xfrm>
            <a:off x="9085027" y="2511214"/>
            <a:ext cx="2143894" cy="1750100"/>
            <a:chOff x="8941981" y="2148006"/>
            <a:chExt cx="2143894" cy="1750100"/>
          </a:xfrm>
        </p:grpSpPr>
        <p:graphicFrame>
          <p:nvGraphicFramePr>
            <p:cNvPr id="26" name="二维柱形图">
              <a:extLst>
                <a:ext uri="{FF2B5EF4-FFF2-40B4-BE49-F238E27FC236}">
                  <a16:creationId xmlns:a16="http://schemas.microsoft.com/office/drawing/2014/main" id="{E9B9543A-94A0-2D91-023C-32C70F15A873}"/>
                </a:ext>
              </a:extLst>
            </p:cNvPr>
            <p:cNvGraphicFramePr/>
            <p:nvPr>
              <p:extLst>
                <p:ext uri="{D42A27DB-BD31-4B8C-83A1-F6EECF244321}">
                  <p14:modId xmlns:p14="http://schemas.microsoft.com/office/powerpoint/2010/main" val="1931535601"/>
                </p:ext>
              </p:extLst>
            </p:nvPr>
          </p:nvGraphicFramePr>
          <p:xfrm>
            <a:off x="8941981" y="2433950"/>
            <a:ext cx="2143894" cy="1464156"/>
          </p:xfrm>
          <a:graphic>
            <a:graphicData uri="http://schemas.openxmlformats.org/drawingml/2006/chart">
              <c:chart xmlns:c="http://schemas.openxmlformats.org/drawingml/2006/chart" xmlns:r="http://schemas.openxmlformats.org/officeDocument/2006/relationships" r:id="rId4"/>
            </a:graphicData>
          </a:graphic>
        </p:graphicFrame>
        <p:sp>
          <p:nvSpPr>
            <p:cNvPr id="27" name="正方形">
              <a:extLst>
                <a:ext uri="{FF2B5EF4-FFF2-40B4-BE49-F238E27FC236}">
                  <a16:creationId xmlns:a16="http://schemas.microsoft.com/office/drawing/2014/main" id="{B127689A-2E00-B45A-D7B2-6FA31D566E62}"/>
                </a:ext>
              </a:extLst>
            </p:cNvPr>
            <p:cNvSpPr/>
            <p:nvPr/>
          </p:nvSpPr>
          <p:spPr>
            <a:xfrm>
              <a:off x="9520508" y="2186764"/>
              <a:ext cx="73997" cy="73997"/>
            </a:xfrm>
            <a:prstGeom prst="rect">
              <a:avLst/>
            </a:prstGeom>
            <a:solidFill>
              <a:srgbClr val="2A70EB"/>
            </a:solidFill>
            <a:ln w="12700">
              <a:miter lim="400000"/>
            </a:ln>
          </p:spPr>
          <p:txBody>
            <a:bodyPr lIns="0" tIns="0" rIns="0" bIns="0"/>
            <a:lstStyle/>
            <a:p>
              <a:pPr marL="0" marR="0" lvl="0" indent="0" algn="ctr" defTabSz="914376" rtl="0" eaLnBrk="1" fontAlgn="auto" latinLnBrk="0" hangingPunct="0">
                <a:lnSpc>
                  <a:spcPct val="100000"/>
                </a:lnSpc>
                <a:spcBef>
                  <a:spcPts val="1000"/>
                </a:spcBef>
                <a:spcAft>
                  <a:spcPts val="0"/>
                </a:spcAft>
                <a:buClrTx/>
                <a:buSzTx/>
                <a:buFontTx/>
                <a:buNone/>
                <a:tabLst/>
                <a:defRPr sz="2000" b="0">
                  <a:solidFill>
                    <a:srgbClr val="FFFFFF"/>
                  </a:solidFill>
                  <a:latin typeface="PingFang SC Regular"/>
                  <a:ea typeface="PingFang SC Regular"/>
                  <a:cs typeface="PingFang SC Regular"/>
                  <a:sym typeface="PingFang SC Regular"/>
                </a:defRPr>
              </a:pPr>
              <a:endParaRPr kumimoji="0" sz="1000" b="0"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8" name="图例一">
              <a:extLst>
                <a:ext uri="{FF2B5EF4-FFF2-40B4-BE49-F238E27FC236}">
                  <a16:creationId xmlns:a16="http://schemas.microsoft.com/office/drawing/2014/main" id="{216EC171-F870-60B7-FFF0-B1A672C802DE}"/>
                </a:ext>
              </a:extLst>
            </p:cNvPr>
            <p:cNvSpPr txBox="1"/>
            <p:nvPr/>
          </p:nvSpPr>
          <p:spPr>
            <a:xfrm>
              <a:off x="9618354" y="2148006"/>
              <a:ext cx="456992" cy="151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lvl1pPr algn="l" defTabSz="457200">
                <a:lnSpc>
                  <a:spcPct val="80000"/>
                </a:lnSpc>
                <a:defRPr sz="1600" b="0">
                  <a:solidFill>
                    <a:srgbClr val="000001"/>
                  </a:solidFill>
                  <a:latin typeface="PingFang SC Regular"/>
                  <a:ea typeface="PingFang SC Regular"/>
                  <a:cs typeface="PingFang SC Regular"/>
                  <a:sym typeface="PingFang SC Regular"/>
                </a:defRPr>
              </a:lvl1pPr>
            </a:lstStyle>
            <a:p>
              <a:pPr marL="0" marR="0" lvl="0" indent="0" algn="l" defTabSz="457200" rtl="0" eaLnBrk="1" fontAlgn="auto" latinLnBrk="0" hangingPunct="0">
                <a:lnSpc>
                  <a:spcPct val="80000"/>
                </a:lnSpc>
                <a:spcBef>
                  <a:spcPts val="0"/>
                </a:spcBef>
                <a:spcAft>
                  <a:spcPts val="0"/>
                </a:spcAft>
                <a:buClrTx/>
                <a:buSzTx/>
                <a:buFontTx/>
                <a:buNone/>
                <a:tabLst/>
                <a:defRPr/>
              </a:pPr>
              <a:r>
                <a:rPr kumimoji="0" sz="800" b="0" i="0" u="none" strike="noStrike" kern="0" cap="none" spc="0" normalizeH="0" baseline="0" noProof="0" dirty="0" err="1">
                  <a:ln>
                    <a:noFill/>
                  </a:ln>
                  <a:solidFill>
                    <a:srgbClr val="000001"/>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图例一</a:t>
              </a:r>
              <a:endParaRPr kumimoji="0" sz="800" b="0" i="0" u="none" strike="noStrike" kern="0" cap="none" spc="0" normalizeH="0" baseline="0" noProof="0" dirty="0">
                <a:ln>
                  <a:noFill/>
                </a:ln>
                <a:solidFill>
                  <a:srgbClr val="000001"/>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9" name="正方形">
              <a:extLst>
                <a:ext uri="{FF2B5EF4-FFF2-40B4-BE49-F238E27FC236}">
                  <a16:creationId xmlns:a16="http://schemas.microsoft.com/office/drawing/2014/main" id="{94112261-0ED4-9C30-4D28-868C2BDC7678}"/>
                </a:ext>
              </a:extLst>
            </p:cNvPr>
            <p:cNvSpPr/>
            <p:nvPr/>
          </p:nvSpPr>
          <p:spPr>
            <a:xfrm>
              <a:off x="10195695" y="2186764"/>
              <a:ext cx="73996" cy="73997"/>
            </a:xfrm>
            <a:prstGeom prst="rect">
              <a:avLst/>
            </a:prstGeom>
            <a:solidFill>
              <a:schemeClr val="accent2"/>
            </a:solidFill>
            <a:ln w="12700">
              <a:miter lim="400000"/>
            </a:ln>
          </p:spPr>
          <p:txBody>
            <a:bodyPr lIns="0" tIns="0" rIns="0" bIns="0"/>
            <a:lstStyle/>
            <a:p>
              <a:pPr marL="0" marR="0" lvl="0" indent="0" algn="ctr" defTabSz="914376" rtl="0" eaLnBrk="1" fontAlgn="auto" latinLnBrk="0" hangingPunct="0">
                <a:lnSpc>
                  <a:spcPct val="100000"/>
                </a:lnSpc>
                <a:spcBef>
                  <a:spcPts val="1000"/>
                </a:spcBef>
                <a:spcAft>
                  <a:spcPts val="0"/>
                </a:spcAft>
                <a:buClrTx/>
                <a:buSzTx/>
                <a:buFontTx/>
                <a:buNone/>
                <a:tabLst/>
                <a:defRPr sz="1800" b="0">
                  <a:solidFill>
                    <a:srgbClr val="FEFDFF"/>
                  </a:solidFill>
                  <a:latin typeface="PingFang SC Regular"/>
                  <a:ea typeface="PingFang SC Regular"/>
                  <a:cs typeface="PingFang SC Regular"/>
                  <a:sym typeface="PingFang SC Regular"/>
                </a:defRPr>
              </a:pPr>
              <a:endParaRPr kumimoji="0" sz="900" b="0" i="0" u="none" strike="noStrike" kern="0" cap="none" spc="0" normalizeH="0" baseline="0" noProof="0" dirty="0">
                <a:ln>
                  <a:noFill/>
                </a:ln>
                <a:solidFill>
                  <a:srgbClr val="FEFD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0" name="图例二">
              <a:extLst>
                <a:ext uri="{FF2B5EF4-FFF2-40B4-BE49-F238E27FC236}">
                  <a16:creationId xmlns:a16="http://schemas.microsoft.com/office/drawing/2014/main" id="{81700C93-94DE-6FAB-EDDE-815B95C754DE}"/>
                </a:ext>
              </a:extLst>
            </p:cNvPr>
            <p:cNvSpPr txBox="1"/>
            <p:nvPr/>
          </p:nvSpPr>
          <p:spPr>
            <a:xfrm>
              <a:off x="10293541" y="2148006"/>
              <a:ext cx="456992" cy="151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lvl1pPr algn="l" defTabSz="457200">
                <a:lnSpc>
                  <a:spcPct val="80000"/>
                </a:lnSpc>
                <a:defRPr sz="1600" b="0">
                  <a:solidFill>
                    <a:srgbClr val="000001"/>
                  </a:solidFill>
                  <a:latin typeface="PingFang SC Regular"/>
                  <a:ea typeface="PingFang SC Regular"/>
                  <a:cs typeface="PingFang SC Regular"/>
                  <a:sym typeface="PingFang SC Regular"/>
                </a:defRPr>
              </a:lvl1pPr>
            </a:lstStyle>
            <a:p>
              <a:pPr marL="0" marR="0" lvl="0" indent="0" algn="l" defTabSz="457200" rtl="0" eaLnBrk="1" fontAlgn="auto" latinLnBrk="0" hangingPunct="0">
                <a:lnSpc>
                  <a:spcPct val="80000"/>
                </a:lnSpc>
                <a:spcBef>
                  <a:spcPts val="0"/>
                </a:spcBef>
                <a:spcAft>
                  <a:spcPts val="0"/>
                </a:spcAft>
                <a:buClrTx/>
                <a:buSzTx/>
                <a:buFontTx/>
                <a:buNone/>
                <a:tabLst/>
                <a:defRPr/>
              </a:pPr>
              <a:r>
                <a:rPr kumimoji="0" sz="800" b="0" i="0" u="none" strike="noStrike" kern="0" cap="none" spc="0" normalizeH="0" baseline="0" noProof="0" dirty="0" err="1">
                  <a:ln>
                    <a:noFill/>
                  </a:ln>
                  <a:solidFill>
                    <a:srgbClr val="000001"/>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图例二</a:t>
              </a:r>
              <a:endParaRPr kumimoji="0" sz="800" b="0" i="0" u="none" strike="noStrike" kern="0" cap="none" spc="0" normalizeH="0" baseline="0" noProof="0" dirty="0">
                <a:ln>
                  <a:noFill/>
                </a:ln>
                <a:solidFill>
                  <a:srgbClr val="000001"/>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spTree>
    <p:extLst>
      <p:ext uri="{BB962C8B-B14F-4D97-AF65-F5344CB8AC3E}">
        <p14:creationId xmlns:p14="http://schemas.microsoft.com/office/powerpoint/2010/main" val="2012226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项目建设整体思路</a:t>
            </a:r>
          </a:p>
        </p:txBody>
      </p:sp>
      <p:sp>
        <p:nvSpPr>
          <p:cNvPr id="5" name="Oval 31">
            <a:extLst>
              <a:ext uri="{FF2B5EF4-FFF2-40B4-BE49-F238E27FC236}">
                <a16:creationId xmlns:a16="http://schemas.microsoft.com/office/drawing/2014/main" id="{6A469D46-61BA-CD0F-9451-1F40FA01E56F}"/>
              </a:ext>
            </a:extLst>
          </p:cNvPr>
          <p:cNvSpPr>
            <a:spLocks noChangeArrowheads="1"/>
          </p:cNvSpPr>
          <p:nvPr/>
        </p:nvSpPr>
        <p:spPr bwMode="auto">
          <a:xfrm>
            <a:off x="6665440" y="1628800"/>
            <a:ext cx="1223962" cy="1223962"/>
          </a:xfrm>
          <a:prstGeom prst="ellipse">
            <a:avLst/>
          </a:prstGeom>
          <a:solidFill>
            <a:srgbClr val="229CFA"/>
          </a:solidFill>
          <a:ln w="101600" algn="ctr">
            <a:solidFill>
              <a:schemeClr val="accent1">
                <a:lumMod val="60000"/>
                <a:lumOff val="40000"/>
              </a:schemeClr>
            </a:solidFill>
            <a:round/>
            <a:headEnd/>
            <a:tailEnd/>
          </a:ln>
        </p:spPr>
        <p:txBody>
          <a:bodyPr wrap="none" anchor="ctr"/>
          <a:lstStyle/>
          <a:p>
            <a:pPr marL="230188" indent="-230188"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深化</a:t>
            </a:r>
            <a:endParaRPr lang="en-US" altLang="zh-CN"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30188" indent="-230188"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应用</a:t>
            </a:r>
          </a:p>
        </p:txBody>
      </p:sp>
      <p:sp>
        <p:nvSpPr>
          <p:cNvPr id="6" name="Oval 33">
            <a:extLst>
              <a:ext uri="{FF2B5EF4-FFF2-40B4-BE49-F238E27FC236}">
                <a16:creationId xmlns:a16="http://schemas.microsoft.com/office/drawing/2014/main" id="{F0B04588-3AAE-12E7-047C-8D33DD97CC81}"/>
              </a:ext>
            </a:extLst>
          </p:cNvPr>
          <p:cNvSpPr>
            <a:spLocks noChangeArrowheads="1"/>
          </p:cNvSpPr>
          <p:nvPr/>
        </p:nvSpPr>
        <p:spPr bwMode="auto">
          <a:xfrm>
            <a:off x="4691411" y="1628800"/>
            <a:ext cx="1223963" cy="1223962"/>
          </a:xfrm>
          <a:prstGeom prst="ellipse">
            <a:avLst/>
          </a:prstGeom>
          <a:solidFill>
            <a:srgbClr val="229CFA"/>
          </a:solidFill>
          <a:ln w="101600" algn="ctr">
            <a:solidFill>
              <a:schemeClr val="accent1">
                <a:lumMod val="40000"/>
                <a:lumOff val="60000"/>
              </a:schemeClr>
            </a:solidFill>
            <a:round/>
            <a:headEnd/>
            <a:tailEnd/>
          </a:ln>
        </p:spPr>
        <p:txBody>
          <a:bodyPr wrap="none" anchor="ctr"/>
          <a:lstStyle/>
          <a:p>
            <a:pPr marL="230188" indent="-230188"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全面</a:t>
            </a:r>
            <a:endParaRPr lang="en-US" altLang="zh-CN"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30188" indent="-230188"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实施</a:t>
            </a:r>
          </a:p>
        </p:txBody>
      </p:sp>
      <p:sp>
        <p:nvSpPr>
          <p:cNvPr id="7" name="Line 35">
            <a:extLst>
              <a:ext uri="{FF2B5EF4-FFF2-40B4-BE49-F238E27FC236}">
                <a16:creationId xmlns:a16="http://schemas.microsoft.com/office/drawing/2014/main" id="{8157E68B-5220-9221-3BAE-7BFC6B8C333C}"/>
              </a:ext>
            </a:extLst>
          </p:cNvPr>
          <p:cNvSpPr>
            <a:spLocks noChangeShapeType="1"/>
          </p:cNvSpPr>
          <p:nvPr/>
        </p:nvSpPr>
        <p:spPr bwMode="auto">
          <a:xfrm>
            <a:off x="3020378" y="2276500"/>
            <a:ext cx="1620000" cy="0"/>
          </a:xfrm>
          <a:prstGeom prst="line">
            <a:avLst/>
          </a:prstGeom>
          <a:noFill/>
          <a:ln w="101600">
            <a:solidFill>
              <a:srgbClr val="808080">
                <a:lumMod val="20000"/>
                <a:lumOff val="80000"/>
              </a:srgbClr>
            </a:solidFill>
            <a:round/>
            <a:headEnd/>
            <a:tailEn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 name="Line 36">
            <a:extLst>
              <a:ext uri="{FF2B5EF4-FFF2-40B4-BE49-F238E27FC236}">
                <a16:creationId xmlns:a16="http://schemas.microsoft.com/office/drawing/2014/main" id="{40CA84B9-586F-2F30-3654-FED17615D5EC}"/>
              </a:ext>
            </a:extLst>
          </p:cNvPr>
          <p:cNvSpPr>
            <a:spLocks noChangeShapeType="1"/>
          </p:cNvSpPr>
          <p:nvPr/>
        </p:nvSpPr>
        <p:spPr bwMode="auto">
          <a:xfrm>
            <a:off x="5966407" y="2276500"/>
            <a:ext cx="648000" cy="0"/>
          </a:xfrm>
          <a:prstGeom prst="line">
            <a:avLst/>
          </a:prstGeom>
          <a:noFill/>
          <a:ln w="101600">
            <a:solidFill>
              <a:srgbClr val="808080">
                <a:lumMod val="20000"/>
                <a:lumOff val="80000"/>
              </a:srgbClr>
            </a:solidFill>
            <a:round/>
            <a:headEnd/>
            <a:tailEn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 name="Line 37">
            <a:extLst>
              <a:ext uri="{FF2B5EF4-FFF2-40B4-BE49-F238E27FC236}">
                <a16:creationId xmlns:a16="http://schemas.microsoft.com/office/drawing/2014/main" id="{BBFFBE9C-6606-3506-7358-1034145668D3}"/>
              </a:ext>
            </a:extLst>
          </p:cNvPr>
          <p:cNvSpPr>
            <a:spLocks noChangeShapeType="1"/>
          </p:cNvSpPr>
          <p:nvPr/>
        </p:nvSpPr>
        <p:spPr bwMode="auto">
          <a:xfrm>
            <a:off x="7940435" y="2286050"/>
            <a:ext cx="1332000" cy="0"/>
          </a:xfrm>
          <a:prstGeom prst="line">
            <a:avLst/>
          </a:prstGeom>
          <a:noFill/>
          <a:ln w="101600">
            <a:solidFill>
              <a:srgbClr val="808080">
                <a:lumMod val="20000"/>
                <a:lumOff val="80000"/>
              </a:srgbClr>
            </a:solidFill>
            <a:round/>
            <a:headEnd/>
            <a:tailEn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0" name="Line 38">
            <a:extLst>
              <a:ext uri="{FF2B5EF4-FFF2-40B4-BE49-F238E27FC236}">
                <a16:creationId xmlns:a16="http://schemas.microsoft.com/office/drawing/2014/main" id="{EAF41A78-2567-69CD-0A66-8BE486159EAA}"/>
              </a:ext>
            </a:extLst>
          </p:cNvPr>
          <p:cNvSpPr>
            <a:spLocks noChangeShapeType="1"/>
          </p:cNvSpPr>
          <p:nvPr/>
        </p:nvSpPr>
        <p:spPr bwMode="auto">
          <a:xfrm>
            <a:off x="10598466" y="2286050"/>
            <a:ext cx="845864" cy="0"/>
          </a:xfrm>
          <a:prstGeom prst="line">
            <a:avLst/>
          </a:prstGeom>
          <a:noFill/>
          <a:ln w="101600">
            <a:solidFill>
              <a:srgbClr val="808080">
                <a:lumMod val="20000"/>
                <a:lumOff val="80000"/>
              </a:srgbClr>
            </a:solidFill>
            <a:round/>
            <a:headEnd/>
            <a:tailEnd type="triangle" w="med" len="me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 name="圆角矩形 57">
            <a:extLst>
              <a:ext uri="{FF2B5EF4-FFF2-40B4-BE49-F238E27FC236}">
                <a16:creationId xmlns:a16="http://schemas.microsoft.com/office/drawing/2014/main" id="{950B492E-EE61-A346-F7B5-8FDC3858097C}"/>
              </a:ext>
            </a:extLst>
          </p:cNvPr>
          <p:cNvSpPr/>
          <p:nvPr/>
        </p:nvSpPr>
        <p:spPr bwMode="auto">
          <a:xfrm>
            <a:off x="1156416" y="3008974"/>
            <a:ext cx="2819400" cy="3385559"/>
          </a:xfrm>
          <a:prstGeom prst="roundRect">
            <a:avLst>
              <a:gd name="adj" fmla="val 7993"/>
            </a:avLst>
          </a:prstGeom>
          <a:solidFill>
            <a:schemeClr val="accent1">
              <a:lumMod val="20000"/>
              <a:lumOff val="80000"/>
            </a:schemeClr>
          </a:solidFill>
          <a:ln w="254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auto" latinLnBrk="1">
              <a:lnSpc>
                <a:spcPct val="150000"/>
              </a:lnSpc>
              <a:spcBef>
                <a:spcPts val="0"/>
              </a:spcBef>
              <a:spcAft>
                <a:spcPts val="0"/>
              </a:spcAft>
              <a:defRPr/>
            </a:pPr>
            <a:endParaRPr kumimoji="1" lang="en-US" altLang="zh-CN" sz="1400" b="1"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endParaRPr>
          </a:p>
          <a:p>
            <a:pPr fontAlgn="auto" latinLnBrk="1">
              <a:lnSpc>
                <a:spcPts val="1600"/>
              </a:lnSpc>
              <a:spcBef>
                <a:spcPts val="0"/>
              </a:spcBef>
              <a:spcAft>
                <a:spcPts val="300"/>
              </a:spcAft>
              <a:defRPr/>
            </a:pPr>
            <a:r>
              <a:rPr kumimoji="1" lang="zh-CN" altLang="en-US"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从业务战略的高度出发，以公司能力蓝图为指导，指明业务变革与流程提升工作的目标，进而将业务战略和能力需求分解和落实到组织、管理流程以及信息化技术的层面，具体地说就是首先从组织上建立业务流程变革与提升的可靠依托，确保其建设资源和管理约束；其次从管理流程上以流程为主要载体来展开工作，建立业务流程变革与提升的稳定基础；最后以信息化为重要手段，支持业务流程变革与提升落地实现的成功。</a:t>
            </a:r>
          </a:p>
          <a:p>
            <a:pPr marL="171450" indent="-171450" fontAlgn="auto" latinLnBrk="1">
              <a:lnSpc>
                <a:spcPct val="150000"/>
              </a:lnSpc>
              <a:spcBef>
                <a:spcPts val="0"/>
              </a:spcBef>
              <a:spcAft>
                <a:spcPts val="300"/>
              </a:spcAft>
              <a:buFont typeface="Arial" panose="020B0604020202020204" pitchFamily="34" charset="0"/>
              <a:buChar char="•"/>
              <a:defRPr/>
            </a:pPr>
            <a:endParaRPr kumimoji="1" lang="en-US" altLang="zh-CN" sz="14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endParaRPr>
          </a:p>
        </p:txBody>
      </p:sp>
      <p:sp>
        <p:nvSpPr>
          <p:cNvPr id="12" name="圆角矩形 58">
            <a:extLst>
              <a:ext uri="{FF2B5EF4-FFF2-40B4-BE49-F238E27FC236}">
                <a16:creationId xmlns:a16="http://schemas.microsoft.com/office/drawing/2014/main" id="{8E6AD649-CB01-27A3-4002-AC7D872FA189}"/>
              </a:ext>
            </a:extLst>
          </p:cNvPr>
          <p:cNvSpPr/>
          <p:nvPr/>
        </p:nvSpPr>
        <p:spPr bwMode="auto">
          <a:xfrm>
            <a:off x="4846046" y="3008972"/>
            <a:ext cx="2923743" cy="3385559"/>
          </a:xfrm>
          <a:prstGeom prst="roundRect">
            <a:avLst>
              <a:gd name="adj" fmla="val 7993"/>
            </a:avLst>
          </a:prstGeom>
          <a:solidFill>
            <a:schemeClr val="accent1">
              <a:lumMod val="40000"/>
              <a:lumOff val="60000"/>
            </a:schemeClr>
          </a:solidFill>
          <a:ln w="254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171450" indent="-171450" eaLnBrk="0" fontAlgn="auto" latinLnBrk="1" hangingPunct="0">
              <a:lnSpc>
                <a:spcPts val="1600"/>
              </a:lnSpc>
              <a:spcBef>
                <a:spcPts val="0"/>
              </a:spcBef>
              <a:spcAft>
                <a:spcPts val="300"/>
              </a:spcAft>
              <a:buFont typeface="Arial" panose="020B0604020202020204" pitchFamily="34" charset="0"/>
              <a:buChar char="•"/>
              <a:defRPr/>
            </a:pPr>
            <a:r>
              <a:rPr kumimoji="1" lang="zh-CN" altLang="en-US"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围绕财务、项目、物资、设备、合同五大平台建设与完善</a:t>
            </a:r>
            <a:r>
              <a:rPr kumimoji="1" lang="en-US" altLang="zh-CN"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ERP</a:t>
            </a:r>
            <a:r>
              <a:rPr kumimoji="1" lang="zh-CN" altLang="en-US"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系统，定位于基础架构搭建和满足当前业务需求，并对对</a:t>
            </a:r>
            <a:r>
              <a:rPr kumimoji="1" lang="en-US" altLang="zh-CN"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ERP</a:t>
            </a:r>
            <a:r>
              <a:rPr kumimoji="1" lang="zh-CN" altLang="en-US"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系统进行推广和深化，实现对各成员单位核心业务的全覆盖，同时结合试点应用情况进行功能优化和拓展；</a:t>
            </a:r>
          </a:p>
          <a:p>
            <a:pPr marL="171450" indent="-171450" eaLnBrk="0" fontAlgn="auto" latinLnBrk="1" hangingPunct="0">
              <a:lnSpc>
                <a:spcPts val="1600"/>
              </a:lnSpc>
              <a:spcBef>
                <a:spcPts val="0"/>
              </a:spcBef>
              <a:spcAft>
                <a:spcPts val="300"/>
              </a:spcAft>
              <a:buFont typeface="Arial" panose="020B0604020202020204" pitchFamily="34" charset="0"/>
              <a:buChar char="•"/>
              <a:defRPr/>
            </a:pPr>
            <a:r>
              <a:rPr kumimoji="1" lang="zh-CN" altLang="en-US"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继承集团公司</a:t>
            </a:r>
            <a:r>
              <a:rPr kumimoji="1" lang="en-US" altLang="zh-CN"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ERP</a:t>
            </a:r>
            <a:r>
              <a:rPr kumimoji="1" lang="zh-CN" altLang="en-US"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前期项目建设形成的接口成果，完成河南公司</a:t>
            </a:r>
            <a:r>
              <a:rPr kumimoji="1" lang="en-US" altLang="zh-CN"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ERP</a:t>
            </a:r>
            <a:r>
              <a:rPr kumimoji="1" lang="zh-CN" altLang="en-US"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系统与其现有应用系统接口开发和部署，实现系统集成，实现与集团公司统一部署信息系统以及河南公司业务系统的对接，实现业务或者数据集成。</a:t>
            </a:r>
            <a:endParaRPr kumimoji="1" lang="en-US" altLang="zh-CN" sz="1100" kern="0" dirty="0">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endParaRPr>
          </a:p>
        </p:txBody>
      </p:sp>
      <p:sp>
        <p:nvSpPr>
          <p:cNvPr id="13" name="圆角矩形 59">
            <a:extLst>
              <a:ext uri="{FF2B5EF4-FFF2-40B4-BE49-F238E27FC236}">
                <a16:creationId xmlns:a16="http://schemas.microsoft.com/office/drawing/2014/main" id="{9C30CD81-FC89-9E45-53BA-1BD70AFCB553}"/>
              </a:ext>
            </a:extLst>
          </p:cNvPr>
          <p:cNvSpPr/>
          <p:nvPr/>
        </p:nvSpPr>
        <p:spPr bwMode="auto">
          <a:xfrm>
            <a:off x="8436299" y="3008973"/>
            <a:ext cx="2819400" cy="3369664"/>
          </a:xfrm>
          <a:prstGeom prst="roundRect">
            <a:avLst>
              <a:gd name="adj" fmla="val 7993"/>
            </a:avLst>
          </a:prstGeom>
          <a:solidFill>
            <a:schemeClr val="accent1">
              <a:lumMod val="75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1450" indent="-171450" fontAlgn="auto" latinLnBrk="1">
              <a:lnSpc>
                <a:spcPts val="1600"/>
              </a:lnSpc>
              <a:spcBef>
                <a:spcPts val="0"/>
              </a:spcBef>
              <a:spcAft>
                <a:spcPts val="300"/>
              </a:spcAft>
              <a:buFont typeface="Arial" panose="020B0604020202020204" pitchFamily="34" charset="0"/>
              <a:buChar char="•"/>
              <a:defRPr/>
            </a:pPr>
            <a:endParaRPr kumimoji="1" lang="en-US" altLang="zh-CN" sz="1100" kern="0" dirty="0">
              <a:solidFill>
                <a:srgbClr val="FFFFFF"/>
              </a:solidFill>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endParaRPr>
          </a:p>
          <a:p>
            <a:pPr marL="171450" indent="-171450" fontAlgn="auto" latinLnBrk="1">
              <a:lnSpc>
                <a:spcPts val="1600"/>
              </a:lnSpc>
              <a:spcBef>
                <a:spcPts val="0"/>
              </a:spcBef>
              <a:spcAft>
                <a:spcPts val="300"/>
              </a:spcAft>
              <a:buFont typeface="Arial" panose="020B0604020202020204" pitchFamily="34" charset="0"/>
              <a:buChar char="•"/>
              <a:defRPr/>
            </a:pPr>
            <a:r>
              <a:rPr kumimoji="1" lang="zh-CN" altLang="en-US" sz="1100" kern="0" dirty="0">
                <a:solidFill>
                  <a:srgbClr val="FFFFFF"/>
                </a:solidFill>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本项目不单纯是一个管理信息平台实施项目，更重要的是管理变革提升，因此将管理变革贯穿整个项目的实施过程，从管控模式、业务流程等方面展开，并依据合理而又易于接受的转变管理方法推动管理变革在操作层落地，加之信息系统的固化、自动化作用，确保项目成功和项目收益最大化。</a:t>
            </a:r>
          </a:p>
          <a:p>
            <a:pPr marL="171450" indent="-171450" fontAlgn="auto" latinLnBrk="1">
              <a:lnSpc>
                <a:spcPts val="1600"/>
              </a:lnSpc>
              <a:spcBef>
                <a:spcPts val="0"/>
              </a:spcBef>
              <a:spcAft>
                <a:spcPts val="300"/>
              </a:spcAft>
              <a:buFont typeface="Arial" panose="020B0604020202020204" pitchFamily="34" charset="0"/>
              <a:buChar char="•"/>
              <a:defRPr/>
            </a:pPr>
            <a:r>
              <a:rPr kumimoji="1" lang="zh-CN" altLang="en-US" sz="1100" kern="0" dirty="0">
                <a:solidFill>
                  <a:srgbClr val="FFFFFF"/>
                </a:solidFill>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建立河南公司主数据，结合模型和算法实现对企业数据资产的综合分析利用，从而服务各层领导的管理决策；</a:t>
            </a:r>
            <a:endParaRPr kumimoji="1" lang="en-US" altLang="zh-CN" sz="1100" kern="0" dirty="0">
              <a:solidFill>
                <a:srgbClr val="FFFFFF"/>
              </a:solidFill>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endParaRPr>
          </a:p>
          <a:p>
            <a:pPr marL="171450" indent="-171450" fontAlgn="auto" latinLnBrk="1">
              <a:lnSpc>
                <a:spcPts val="1600"/>
              </a:lnSpc>
              <a:spcBef>
                <a:spcPts val="0"/>
              </a:spcBef>
              <a:spcAft>
                <a:spcPts val="300"/>
              </a:spcAft>
              <a:buFont typeface="Arial" panose="020B0604020202020204" pitchFamily="34" charset="0"/>
              <a:buChar char="•"/>
              <a:defRPr/>
            </a:pPr>
            <a:r>
              <a:rPr kumimoji="1" lang="zh-CN" altLang="en-US" sz="1100" kern="0" dirty="0">
                <a:solidFill>
                  <a:srgbClr val="FFFFFF"/>
                </a:solidFill>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通过建立及优化智能化的风险预警体系，采取有效的应对措施，帮助企业提高整体抗风险能力</a:t>
            </a:r>
          </a:p>
        </p:txBody>
      </p:sp>
      <p:sp>
        <p:nvSpPr>
          <p:cNvPr id="14" name="手杖形箭头 60">
            <a:extLst>
              <a:ext uri="{FF2B5EF4-FFF2-40B4-BE49-F238E27FC236}">
                <a16:creationId xmlns:a16="http://schemas.microsoft.com/office/drawing/2014/main" id="{E2596CC9-E430-08FD-CA4B-09EA0334A0D2}"/>
              </a:ext>
            </a:extLst>
          </p:cNvPr>
          <p:cNvSpPr/>
          <p:nvPr/>
        </p:nvSpPr>
        <p:spPr bwMode="auto">
          <a:xfrm flipH="1">
            <a:off x="2285999" y="1121925"/>
            <a:ext cx="7724775" cy="487649"/>
          </a:xfrm>
          <a:prstGeom prst="uturnArrow">
            <a:avLst>
              <a:gd name="adj1" fmla="val 18189"/>
              <a:gd name="adj2" fmla="val 22010"/>
              <a:gd name="adj3" fmla="val 41777"/>
              <a:gd name="adj4" fmla="val 33285"/>
              <a:gd name="adj5" fmla="val 100000"/>
            </a:avLst>
          </a:prstGeom>
          <a:solidFill>
            <a:srgbClr val="229CFA"/>
          </a:solidFill>
          <a:ln w="9525">
            <a:noFill/>
            <a:round/>
            <a:headEnd/>
            <a:tailEnd/>
          </a:ln>
        </p:spPr>
        <p:txBody>
          <a:bodyPr wrap="none" anchor="ctr"/>
          <a:lstStyle/>
          <a:p>
            <a:pPr algn="ctr" fontAlgn="auto">
              <a:spcAft>
                <a:spcPts val="0"/>
              </a:spcAft>
              <a:defRPr/>
            </a:pPr>
            <a:endParaRPr lang="zh-CN" altLang="en-US" sz="2000" kern="0">
              <a:solidFill>
                <a:srgbClr val="8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5" name="Rectangle 42">
            <a:extLst>
              <a:ext uri="{FF2B5EF4-FFF2-40B4-BE49-F238E27FC236}">
                <a16:creationId xmlns:a16="http://schemas.microsoft.com/office/drawing/2014/main" id="{0464315A-9AA0-94CA-BD59-94169971E368}"/>
              </a:ext>
            </a:extLst>
          </p:cNvPr>
          <p:cNvSpPr>
            <a:spLocks noChangeArrowheads="1"/>
          </p:cNvSpPr>
          <p:nvPr/>
        </p:nvSpPr>
        <p:spPr bwMode="auto">
          <a:xfrm>
            <a:off x="5335573" y="699311"/>
            <a:ext cx="1944687" cy="336550"/>
          </a:xfrm>
          <a:prstGeom prst="rect">
            <a:avLst/>
          </a:prstGeom>
          <a:noFill/>
          <a:ln w="9525">
            <a:noFill/>
            <a:miter lim="800000"/>
            <a:headEnd/>
            <a:tailEnd/>
          </a:ln>
        </p:spPr>
        <p:txBody>
          <a:bodyPr>
            <a:spAutoFit/>
          </a:bodyPr>
          <a:lstStyle/>
          <a:p>
            <a:pPr algn="ctr" eaLnBrk="0" latinLnBrk="1" hangingPunct="0"/>
            <a:r>
              <a:rPr kumimoji="1" lang="en-US" altLang="zh-CN" sz="1600" b="1" dirty="0">
                <a:solidFill>
                  <a:srgbClr val="336699"/>
                </a:solidFill>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PDCA</a:t>
            </a:r>
            <a:r>
              <a:rPr kumimoji="1" lang="zh-CN" altLang="en-US" sz="1600" b="1" dirty="0">
                <a:solidFill>
                  <a:srgbClr val="336699"/>
                </a:solidFill>
                <a:latin typeface="微软雅黑 Light" panose="020B0502040204020203" pitchFamily="34" charset="-122"/>
                <a:ea typeface="微软雅黑" panose="020B0503020204020204" pitchFamily="34" charset="-122"/>
                <a:cs typeface="Times New Roman" pitchFamily="18" charset="0"/>
                <a:sym typeface="微软雅黑 Light" panose="020B0502040204020203" pitchFamily="34" charset="-122"/>
              </a:rPr>
              <a:t>循环</a:t>
            </a:r>
          </a:p>
        </p:txBody>
      </p:sp>
      <p:cxnSp>
        <p:nvCxnSpPr>
          <p:cNvPr id="16" name="直接连接符 62">
            <a:extLst>
              <a:ext uri="{FF2B5EF4-FFF2-40B4-BE49-F238E27FC236}">
                <a16:creationId xmlns:a16="http://schemas.microsoft.com/office/drawing/2014/main" id="{FF06B898-6759-3088-B1BF-8CE3D2A08154}"/>
              </a:ext>
            </a:extLst>
          </p:cNvPr>
          <p:cNvCxnSpPr/>
          <p:nvPr/>
        </p:nvCxnSpPr>
        <p:spPr bwMode="auto">
          <a:xfrm rot="5400000">
            <a:off x="1803868" y="3766823"/>
            <a:ext cx="5105400" cy="1588"/>
          </a:xfrm>
          <a:prstGeom prst="line">
            <a:avLst/>
          </a:prstGeom>
          <a:solidFill>
            <a:srgbClr val="CDB7B9"/>
          </a:solidFill>
          <a:ln w="12700" cap="flat" cmpd="sng" algn="ctr">
            <a:solidFill>
              <a:srgbClr val="BBE0E3">
                <a:lumMod val="50000"/>
              </a:srgbClr>
            </a:solidFill>
            <a:prstDash val="dashDot"/>
            <a:round/>
            <a:headEnd type="none" w="med" len="med"/>
            <a:tailEnd type="none" w="med" len="med"/>
          </a:ln>
          <a:effectLst/>
        </p:spPr>
      </p:cxnSp>
      <p:cxnSp>
        <p:nvCxnSpPr>
          <p:cNvPr id="17" name="直接连接符 63">
            <a:extLst>
              <a:ext uri="{FF2B5EF4-FFF2-40B4-BE49-F238E27FC236}">
                <a16:creationId xmlns:a16="http://schemas.microsoft.com/office/drawing/2014/main" id="{7407C81E-C998-AE85-A292-A3BD430A22F7}"/>
              </a:ext>
            </a:extLst>
          </p:cNvPr>
          <p:cNvCxnSpPr/>
          <p:nvPr/>
        </p:nvCxnSpPr>
        <p:spPr bwMode="auto">
          <a:xfrm rot="5400000">
            <a:off x="5626739" y="3766823"/>
            <a:ext cx="5105400" cy="1588"/>
          </a:xfrm>
          <a:prstGeom prst="line">
            <a:avLst/>
          </a:prstGeom>
          <a:solidFill>
            <a:srgbClr val="CDB7B9"/>
          </a:solidFill>
          <a:ln w="12700" cap="flat" cmpd="sng" algn="ctr">
            <a:solidFill>
              <a:srgbClr val="BBE0E3">
                <a:lumMod val="50000"/>
              </a:srgbClr>
            </a:solidFill>
            <a:prstDash val="dashDot"/>
            <a:round/>
            <a:headEnd type="none" w="med" len="med"/>
            <a:tailEnd type="none" w="med" len="med"/>
          </a:ln>
          <a:effectLst/>
        </p:spPr>
      </p:cxnSp>
      <p:sp>
        <p:nvSpPr>
          <p:cNvPr id="18" name="Line 36">
            <a:extLst>
              <a:ext uri="{FF2B5EF4-FFF2-40B4-BE49-F238E27FC236}">
                <a16:creationId xmlns:a16="http://schemas.microsoft.com/office/drawing/2014/main" id="{7CDBE204-B03A-A3DD-1FD7-0F66CE64899F}"/>
              </a:ext>
            </a:extLst>
          </p:cNvPr>
          <p:cNvSpPr>
            <a:spLocks noChangeShapeType="1"/>
          </p:cNvSpPr>
          <p:nvPr/>
        </p:nvSpPr>
        <p:spPr bwMode="auto">
          <a:xfrm>
            <a:off x="736404" y="2276500"/>
            <a:ext cx="957945" cy="0"/>
          </a:xfrm>
          <a:prstGeom prst="line">
            <a:avLst/>
          </a:prstGeom>
          <a:noFill/>
          <a:ln w="101600">
            <a:solidFill>
              <a:srgbClr val="808080">
                <a:lumMod val="20000"/>
                <a:lumOff val="80000"/>
              </a:srgbClr>
            </a:solidFill>
            <a:round/>
            <a:headEnd/>
            <a:tailEn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9" name="椭圆 65">
            <a:extLst>
              <a:ext uri="{FF2B5EF4-FFF2-40B4-BE49-F238E27FC236}">
                <a16:creationId xmlns:a16="http://schemas.microsoft.com/office/drawing/2014/main" id="{4B3C6F7C-3190-C1C4-EC78-72ED38573F1D}"/>
              </a:ext>
            </a:extLst>
          </p:cNvPr>
          <p:cNvSpPr/>
          <p:nvPr/>
        </p:nvSpPr>
        <p:spPr bwMode="auto">
          <a:xfrm>
            <a:off x="449204" y="2119766"/>
            <a:ext cx="304800" cy="304800"/>
          </a:xfrm>
          <a:prstGeom prst="ellipse">
            <a:avLst/>
          </a:prstGeom>
          <a:solidFill>
            <a:srgbClr val="808080">
              <a:lumMod val="20000"/>
              <a:lumOff val="80000"/>
            </a:srgbClr>
          </a:solidFill>
          <a:ln w="254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defRPr/>
            </a:pPr>
            <a:endParaRPr lang="zh-CN" altLang="en-US" sz="1400" b="1" kern="0">
              <a:solidFill>
                <a:srgbClr val="8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0" name="Oval 34">
            <a:extLst>
              <a:ext uri="{FF2B5EF4-FFF2-40B4-BE49-F238E27FC236}">
                <a16:creationId xmlns:a16="http://schemas.microsoft.com/office/drawing/2014/main" id="{1DA51958-EC4C-FA9A-F85A-FFCEA45BDFC5}"/>
              </a:ext>
            </a:extLst>
          </p:cNvPr>
          <p:cNvSpPr>
            <a:spLocks noChangeArrowheads="1"/>
          </p:cNvSpPr>
          <p:nvPr/>
        </p:nvSpPr>
        <p:spPr bwMode="auto">
          <a:xfrm>
            <a:off x="9323468" y="1660185"/>
            <a:ext cx="1223962" cy="1223962"/>
          </a:xfrm>
          <a:prstGeom prst="ellipse">
            <a:avLst/>
          </a:prstGeom>
          <a:solidFill>
            <a:srgbClr val="229CFA"/>
          </a:solidFill>
          <a:ln w="101600" algn="ctr">
            <a:solidFill>
              <a:schemeClr val="accent1">
                <a:lumMod val="75000"/>
              </a:schemeClr>
            </a:solidFill>
            <a:round/>
            <a:headEnd/>
            <a:tailEnd/>
          </a:ln>
        </p:spPr>
        <p:txBody>
          <a:bodyPr wrap="none" anchor="ctr"/>
          <a:lstStyle/>
          <a:p>
            <a:pPr marL="230188" indent="-230188"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管理</a:t>
            </a:r>
            <a:endParaRPr lang="en-US" altLang="zh-CN"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30188" indent="-230188"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改进</a:t>
            </a:r>
          </a:p>
        </p:txBody>
      </p:sp>
      <p:sp>
        <p:nvSpPr>
          <p:cNvPr id="21" name="TextBox 1">
            <a:extLst>
              <a:ext uri="{FF2B5EF4-FFF2-40B4-BE49-F238E27FC236}">
                <a16:creationId xmlns:a16="http://schemas.microsoft.com/office/drawing/2014/main" id="{64C2440F-3336-258A-C712-23FB53C9DF37}"/>
              </a:ext>
            </a:extLst>
          </p:cNvPr>
          <p:cNvSpPr txBox="1"/>
          <p:nvPr/>
        </p:nvSpPr>
        <p:spPr>
          <a:xfrm>
            <a:off x="1224245" y="3083190"/>
            <a:ext cx="2585846" cy="307777"/>
          </a:xfrm>
          <a:prstGeom prst="rect">
            <a:avLst/>
          </a:prstGeom>
          <a:noFill/>
        </p:spPr>
        <p:txBody>
          <a:bodyPr wrap="square" rtlCol="0">
            <a:spAutoFit/>
          </a:bodyPr>
          <a:lstStyle/>
          <a:p>
            <a:r>
              <a:rPr lang="zh-CN" altLang="en-US" sz="1400" b="1" dirty="0">
                <a:latin typeface="微软雅黑 Light" panose="020B0502040204020203" pitchFamily="34" charset="-122"/>
                <a:ea typeface="微软雅黑" panose="020B0503020204020204" pitchFamily="34" charset="-122"/>
                <a:sym typeface="微软雅黑 Light" panose="020B0502040204020203" pitchFamily="34" charset="-122"/>
              </a:rPr>
              <a:t>规划引领，重点切入</a:t>
            </a:r>
            <a:endParaRPr lang="en-US" sz="1400" b="1"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2" name="TextBox 29">
            <a:extLst>
              <a:ext uri="{FF2B5EF4-FFF2-40B4-BE49-F238E27FC236}">
                <a16:creationId xmlns:a16="http://schemas.microsoft.com/office/drawing/2014/main" id="{40813FF1-5B02-A162-6232-29D9E86C5BD6}"/>
              </a:ext>
            </a:extLst>
          </p:cNvPr>
          <p:cNvSpPr txBox="1"/>
          <p:nvPr/>
        </p:nvSpPr>
        <p:spPr>
          <a:xfrm>
            <a:off x="4883774" y="3083188"/>
            <a:ext cx="1885226" cy="307777"/>
          </a:xfrm>
          <a:prstGeom prst="rect">
            <a:avLst/>
          </a:prstGeom>
          <a:noFill/>
        </p:spPr>
        <p:txBody>
          <a:bodyPr wrap="square" rtlCol="0">
            <a:spAutoFit/>
          </a:bodyPr>
          <a:lstStyle/>
          <a:p>
            <a:r>
              <a:rPr lang="zh-CN" altLang="en-US" sz="1400" b="1" dirty="0">
                <a:latin typeface="微软雅黑 Light" panose="020B0502040204020203" pitchFamily="34" charset="-122"/>
                <a:ea typeface="微软雅黑" panose="020B0503020204020204" pitchFamily="34" charset="-122"/>
                <a:sym typeface="微软雅黑 Light" panose="020B0502040204020203" pitchFamily="34" charset="-122"/>
              </a:rPr>
              <a:t>横向拓张，纵向深化</a:t>
            </a:r>
            <a:endParaRPr lang="en-US" sz="1400" b="1"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3" name="TextBox 30">
            <a:extLst>
              <a:ext uri="{FF2B5EF4-FFF2-40B4-BE49-F238E27FC236}">
                <a16:creationId xmlns:a16="http://schemas.microsoft.com/office/drawing/2014/main" id="{C35A95D1-AF1E-E25C-FBDA-F6AD172844AE}"/>
              </a:ext>
            </a:extLst>
          </p:cNvPr>
          <p:cNvSpPr txBox="1"/>
          <p:nvPr/>
        </p:nvSpPr>
        <p:spPr>
          <a:xfrm>
            <a:off x="8570100" y="3083188"/>
            <a:ext cx="1885226" cy="307777"/>
          </a:xfrm>
          <a:prstGeom prst="rect">
            <a:avLst/>
          </a:prstGeom>
          <a:noFill/>
        </p:spPr>
        <p:txBody>
          <a:bodyPr wrap="square" rtlCol="0">
            <a:spAutoFit/>
          </a:bodyPr>
          <a:lstStyle/>
          <a:p>
            <a:r>
              <a:rPr lang="zh-CN" altLang="en-US"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建立管理闭环</a:t>
            </a:r>
            <a:endParaRPr lang="en-US"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4" name="Oval 32">
            <a:extLst>
              <a:ext uri="{FF2B5EF4-FFF2-40B4-BE49-F238E27FC236}">
                <a16:creationId xmlns:a16="http://schemas.microsoft.com/office/drawing/2014/main" id="{80FC6E9D-0C83-2E84-53A8-AFBF3B55345E}"/>
              </a:ext>
            </a:extLst>
          </p:cNvPr>
          <p:cNvSpPr>
            <a:spLocks noChangeArrowheads="1"/>
          </p:cNvSpPr>
          <p:nvPr/>
        </p:nvSpPr>
        <p:spPr bwMode="auto">
          <a:xfrm>
            <a:off x="1745382" y="1628800"/>
            <a:ext cx="1223963" cy="1223962"/>
          </a:xfrm>
          <a:prstGeom prst="ellipse">
            <a:avLst/>
          </a:prstGeom>
          <a:solidFill>
            <a:srgbClr val="229CFA"/>
          </a:solidFill>
          <a:ln w="101600" algn="ctr">
            <a:solidFill>
              <a:schemeClr val="accent1">
                <a:lumMod val="20000"/>
                <a:lumOff val="80000"/>
              </a:schemeClr>
            </a:solidFill>
            <a:round/>
            <a:headEnd/>
            <a:tailEnd/>
          </a:ln>
        </p:spPr>
        <p:txBody>
          <a:bodyPr wrap="none" anchor="ctr"/>
          <a:lstStyle/>
          <a:p>
            <a:pPr marL="230188" indent="-230188"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总体</a:t>
            </a:r>
            <a:endParaRPr lang="en-US" altLang="zh-CN"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30188" indent="-230188"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设计</a:t>
            </a:r>
          </a:p>
        </p:txBody>
      </p:sp>
    </p:spTree>
    <p:extLst>
      <p:ext uri="{BB962C8B-B14F-4D97-AF65-F5344CB8AC3E}">
        <p14:creationId xmlns:p14="http://schemas.microsoft.com/office/powerpoint/2010/main" val="559789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a:xfrm>
            <a:off x="398094" y="682624"/>
            <a:ext cx="11249620" cy="1516289"/>
          </a:xfrm>
        </p:spPr>
        <p:txBody>
          <a:bodyPr/>
          <a:lstStyle/>
          <a:p>
            <a:pPr marL="342900" indent="-342900">
              <a:buFont typeface="Wingdings" panose="05000000000000000000" pitchFamily="2" charset="2"/>
              <a:buChar char="n"/>
            </a:pPr>
            <a:r>
              <a:rPr lang="en-US" altLang="zh-CN" b="1"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b="1" dirty="0">
                <a:latin typeface="微软雅黑 Light" panose="020B0502040204020203" pitchFamily="34" charset="-122"/>
                <a:ea typeface="微软雅黑" panose="020B0503020204020204" pitchFamily="34" charset="-122"/>
                <a:sym typeface="微软雅黑 Light" panose="020B0502040204020203" pitchFamily="34" charset="-122"/>
              </a:rPr>
              <a:t>客户提出 </a:t>
            </a:r>
            <a:r>
              <a:rPr lang="en-US" altLang="zh-CN" b="1"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b="1"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b="1" dirty="0">
                <a:latin typeface="微软雅黑 Light" panose="020B0502040204020203" pitchFamily="34" charset="-122"/>
                <a:ea typeface="微软雅黑" panose="020B0503020204020204" pitchFamily="34" charset="-122"/>
                <a:sym typeface="微软雅黑 Light" panose="020B0502040204020203" pitchFamily="34" charset="-122"/>
              </a:rPr>
              <a:t>CRM</a:t>
            </a:r>
            <a:r>
              <a:rPr lang="zh-CN" altLang="en-US" b="1" dirty="0">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b="1" dirty="0">
                <a:latin typeface="微软雅黑 Light" panose="020B0502040204020203" pitchFamily="34" charset="-122"/>
                <a:ea typeface="微软雅黑" panose="020B0503020204020204" pitchFamily="34" charset="-122"/>
                <a:sym typeface="微软雅黑 Light" panose="020B0502040204020203" pitchFamily="34" charset="-122"/>
              </a:rPr>
              <a:t>OMP </a:t>
            </a:r>
            <a:r>
              <a:rPr lang="zh-CN" altLang="en-US" b="1" dirty="0">
                <a:latin typeface="微软雅黑 Light" panose="020B0502040204020203" pitchFamily="34" charset="-122"/>
                <a:ea typeface="微软雅黑" panose="020B0503020204020204" pitchFamily="34" charset="-122"/>
                <a:sym typeface="微软雅黑 Light" panose="020B0502040204020203" pitchFamily="34" charset="-122"/>
              </a:rPr>
              <a:t>三大信息系统平台的建设设想，并同步开展建设</a:t>
            </a:r>
            <a:endParaRPr lang="en-US" altLang="zh-CN" b="1" dirty="0">
              <a:latin typeface="微软雅黑 Light" panose="020B0502040204020203" pitchFamily="34" charset="-122"/>
              <a:ea typeface="微软雅黑" panose="020B0503020204020204" pitchFamily="34" charset="-122"/>
              <a:sym typeface="微软雅黑 Light" panose="020B0502040204020203" pitchFamily="34" charset="-122"/>
            </a:endParaRPr>
          </a:p>
          <a:p>
            <a:pPr lvl="1"/>
            <a:r>
              <a:rPr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一期：</a:t>
            </a:r>
            <a:r>
              <a:rPr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2017 </a:t>
            </a: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年 </a:t>
            </a:r>
            <a:r>
              <a:rPr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12 </a:t>
            </a: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月启动了“华章一号”</a:t>
            </a:r>
            <a:r>
              <a:rPr lang="en" altLang="zh-CN" dirty="0">
                <a:latin typeface="微软雅黑 Light" panose="020B0502040204020203" pitchFamily="34" charset="-122"/>
                <a:ea typeface="微软雅黑" panose="020B0503020204020204" pitchFamily="34" charset="-122"/>
                <a:sym typeface="微软雅黑 Light" panose="020B0502040204020203" pitchFamily="34" charset="-122"/>
              </a:rPr>
              <a:t>ERP </a:t>
            </a: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系统</a:t>
            </a:r>
            <a:r>
              <a:rPr lang="zh-CN" altLang="en" dirty="0">
                <a:latin typeface="微软雅黑 Light" panose="020B0502040204020203" pitchFamily="34" charset="-122"/>
                <a:ea typeface="微软雅黑" panose="020B0503020204020204" pitchFamily="34" charset="-122"/>
                <a:sym typeface="微软雅黑 Light" panose="020B0502040204020203" pitchFamily="34" charset="-122"/>
              </a:rPr>
              <a:t>一</a:t>
            </a: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期财务、人资的信息系统建设工作</a:t>
            </a:r>
            <a:endParaRPr lang="en-US" altLang="zh-CN" dirty="0">
              <a:latin typeface="微软雅黑 Light" panose="020B0502040204020203" pitchFamily="34" charset="-122"/>
              <a:ea typeface="微软雅黑" panose="020B0503020204020204" pitchFamily="34" charset="-122"/>
              <a:sym typeface="微软雅黑 Light" panose="020B0502040204020203" pitchFamily="34" charset="-122"/>
            </a:endParaRPr>
          </a:p>
          <a:p>
            <a:pPr lvl="1"/>
            <a:r>
              <a:rPr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二期：本期实施项目，将包含：项目管理、 物资管理、增值业务管理、设备管理，同时涵盖财务集成与集团门户的实施</a:t>
            </a:r>
            <a:endParaRPr lang="en-US" altLang="zh-CN"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285750" indent="-285750">
              <a:buFont typeface="Wingdings" panose="05000000000000000000" pitchFamily="2" charset="2"/>
              <a:buChar char="n"/>
            </a:pPr>
            <a:r>
              <a:rPr lang="zh-CN" altLang="en-US" b="1" dirty="0">
                <a:latin typeface="微软雅黑 Light" panose="020B0502040204020203" pitchFamily="34" charset="-122"/>
                <a:ea typeface="微软雅黑" panose="020B0503020204020204" pitchFamily="34" charset="-122"/>
                <a:sym typeface="微软雅黑 Light" panose="020B0502040204020203" pitchFamily="34" charset="-122"/>
              </a:rPr>
              <a:t>通过本项目的实施达成如下目标：</a:t>
            </a:r>
            <a:endParaRPr lang="en-US" altLang="zh-CN" b="1" dirty="0">
              <a:latin typeface="微软雅黑 Light" panose="020B0502040204020203" pitchFamily="34" charset="-122"/>
              <a:ea typeface="微软雅黑" panose="020B0503020204020204" pitchFamily="34" charset="-122"/>
              <a:sym typeface="微软雅黑 Light" panose="020B0502040204020203" pitchFamily="34" charset="-122"/>
            </a:endParaRPr>
          </a:p>
          <a:p>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项目目标</a:t>
            </a:r>
          </a:p>
        </p:txBody>
      </p:sp>
      <p:grpSp>
        <p:nvGrpSpPr>
          <p:cNvPr id="25" name="组合 24">
            <a:extLst>
              <a:ext uri="{FF2B5EF4-FFF2-40B4-BE49-F238E27FC236}">
                <a16:creationId xmlns:a16="http://schemas.microsoft.com/office/drawing/2014/main" id="{B9B02EF7-D7F2-6835-927B-842400F7AF24}"/>
              </a:ext>
            </a:extLst>
          </p:cNvPr>
          <p:cNvGrpSpPr/>
          <p:nvPr/>
        </p:nvGrpSpPr>
        <p:grpSpPr>
          <a:xfrm>
            <a:off x="1649308" y="2144492"/>
            <a:ext cx="9218501" cy="4125679"/>
            <a:chOff x="1214981" y="2622098"/>
            <a:chExt cx="7641196" cy="3690891"/>
          </a:xfrm>
        </p:grpSpPr>
        <p:sp>
          <p:nvSpPr>
            <p:cNvPr id="26" name="六边形 1">
              <a:extLst>
                <a:ext uri="{FF2B5EF4-FFF2-40B4-BE49-F238E27FC236}">
                  <a16:creationId xmlns:a16="http://schemas.microsoft.com/office/drawing/2014/main" id="{D60F1590-0E9B-88B2-86AE-8D88037C2F68}"/>
                </a:ext>
              </a:extLst>
            </p:cNvPr>
            <p:cNvSpPr/>
            <p:nvPr/>
          </p:nvSpPr>
          <p:spPr>
            <a:xfrm rot="16200000">
              <a:off x="4252278" y="3948764"/>
              <a:ext cx="1205142" cy="1038916"/>
            </a:xfrm>
            <a:prstGeom prst="hexagon">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7" name="文本框 26">
              <a:extLst>
                <a:ext uri="{FF2B5EF4-FFF2-40B4-BE49-F238E27FC236}">
                  <a16:creationId xmlns:a16="http://schemas.microsoft.com/office/drawing/2014/main" id="{4BAD6C80-99F8-CF1E-14BB-0DBDF8D04121}"/>
                </a:ext>
              </a:extLst>
            </p:cNvPr>
            <p:cNvSpPr txBox="1">
              <a:spLocks noChangeArrowheads="1"/>
            </p:cNvSpPr>
            <p:nvPr/>
          </p:nvSpPr>
          <p:spPr bwMode="auto">
            <a:xfrm>
              <a:off x="1401261" y="5187870"/>
              <a:ext cx="2140986" cy="10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285750" indent="-285750">
                <a:buFont typeface="Arial" panose="020B0604020202020204" pitchFamily="34" charset="0"/>
                <a:buChar char="•"/>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应用良好推广策略，并利用数据收集工具和培训最终用户，保证上线实施效果</a:t>
              </a:r>
              <a:endParaRPr lang="en-US" altLang="zh-CN" sz="1400" b="1" dirty="0">
                <a:solidFill>
                  <a:schemeClr val="tx1">
                    <a:lumMod val="85000"/>
                    <a:lumOff val="15000"/>
                  </a:schemeClr>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8" name="文本框 7">
              <a:extLst>
                <a:ext uri="{FF2B5EF4-FFF2-40B4-BE49-F238E27FC236}">
                  <a16:creationId xmlns:a16="http://schemas.microsoft.com/office/drawing/2014/main" id="{69FD6D77-EEFF-CC57-5DD9-1C4948A0D17D}"/>
                </a:ext>
              </a:extLst>
            </p:cNvPr>
            <p:cNvSpPr txBox="1">
              <a:spLocks noChangeArrowheads="1"/>
            </p:cNvSpPr>
            <p:nvPr/>
          </p:nvSpPr>
          <p:spPr bwMode="auto">
            <a:xfrm>
              <a:off x="1214981" y="4173423"/>
              <a:ext cx="1774707" cy="60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285750" indent="-285750" fontAlgn="base">
                <a:spcBef>
                  <a:spcPct val="0"/>
                </a:spcBef>
                <a:spcAft>
                  <a:spcPct val="0"/>
                </a:spcAft>
                <a:buFont typeface="Arial" panose="020B0604020202020204" pitchFamily="34" charset="0"/>
                <a:buChar char="•"/>
                <a:defRPr sz="1400">
                  <a:latin typeface="仿宋" panose="02010609060101010101" charset="-122"/>
                  <a:ea typeface="宋体" panose="02010600030101010101" pitchFamily="2"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实现业务横向集成，纵向管控，提升</a:t>
              </a:r>
              <a:r>
                <a:rPr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客户整体业务管理水平</a:t>
              </a:r>
            </a:p>
          </p:txBody>
        </p:sp>
        <p:sp>
          <p:nvSpPr>
            <p:cNvPr id="29" name="文本框 7">
              <a:extLst>
                <a:ext uri="{FF2B5EF4-FFF2-40B4-BE49-F238E27FC236}">
                  <a16:creationId xmlns:a16="http://schemas.microsoft.com/office/drawing/2014/main" id="{A2AE4C41-7A2D-EE54-B1BA-527E0962D4F7}"/>
                </a:ext>
              </a:extLst>
            </p:cNvPr>
            <p:cNvSpPr txBox="1">
              <a:spLocks noChangeArrowheads="1"/>
            </p:cNvSpPr>
            <p:nvPr/>
          </p:nvSpPr>
          <p:spPr bwMode="auto">
            <a:xfrm>
              <a:off x="1813196" y="3001554"/>
              <a:ext cx="1786039" cy="10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285750" indent="-285750" fontAlgn="base">
                <a:spcBef>
                  <a:spcPct val="0"/>
                </a:spcBef>
                <a:spcAft>
                  <a:spcPct val="0"/>
                </a:spcAft>
                <a:buFont typeface="Arial" panose="020B0604020202020204" pitchFamily="34" charset="0"/>
                <a:buChar char="•"/>
                <a:defRPr sz="1400">
                  <a:latin typeface="仿宋" panose="02010609060101010101" charset="-122"/>
                  <a:ea typeface="宋体" panose="02010600030101010101" pitchFamily="2"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整合业务端到端流程，完善标准化体系</a:t>
              </a:r>
            </a:p>
          </p:txBody>
        </p:sp>
        <p:sp>
          <p:nvSpPr>
            <p:cNvPr id="30" name="文本框 7">
              <a:extLst>
                <a:ext uri="{FF2B5EF4-FFF2-40B4-BE49-F238E27FC236}">
                  <a16:creationId xmlns:a16="http://schemas.microsoft.com/office/drawing/2014/main" id="{858EC2F8-143B-7316-219F-A1D5F9FABD2E}"/>
                </a:ext>
              </a:extLst>
            </p:cNvPr>
            <p:cNvSpPr txBox="1">
              <a:spLocks noChangeArrowheads="1"/>
            </p:cNvSpPr>
            <p:nvPr/>
          </p:nvSpPr>
          <p:spPr bwMode="auto">
            <a:xfrm>
              <a:off x="6162382" y="5187870"/>
              <a:ext cx="2295050" cy="10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285750" indent="-285750">
                <a:buFont typeface="Arial" panose="020B0604020202020204" pitchFamily="34" charset="0"/>
                <a:buChar char="•"/>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提供统一的应用入口，解决数据共享、单点登录、数据交换、主数据管理平台、移动应用管理平台问题</a:t>
              </a:r>
            </a:p>
          </p:txBody>
        </p:sp>
        <p:sp>
          <p:nvSpPr>
            <p:cNvPr id="31" name="文本框 7">
              <a:extLst>
                <a:ext uri="{FF2B5EF4-FFF2-40B4-BE49-F238E27FC236}">
                  <a16:creationId xmlns:a16="http://schemas.microsoft.com/office/drawing/2014/main" id="{51C8FB69-4E20-91A0-9512-101533C9B9C5}"/>
                </a:ext>
              </a:extLst>
            </p:cNvPr>
            <p:cNvSpPr txBox="1">
              <a:spLocks noChangeArrowheads="1"/>
            </p:cNvSpPr>
            <p:nvPr/>
          </p:nvSpPr>
          <p:spPr bwMode="auto">
            <a:xfrm>
              <a:off x="6714943" y="4183614"/>
              <a:ext cx="21412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285750" indent="-285750" fontAlgn="base">
                <a:spcBef>
                  <a:spcPct val="0"/>
                </a:spcBef>
                <a:spcAft>
                  <a:spcPct val="0"/>
                </a:spcAft>
                <a:buFont typeface="Arial" panose="020B0604020202020204" pitchFamily="34" charset="0"/>
                <a:buChar char="•"/>
                <a:defRPr sz="1400">
                  <a:latin typeface="仿宋" panose="02010609060101010101" charset="-122"/>
                  <a:ea typeface="宋体" panose="02010600030101010101" pitchFamily="2"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各业务模块与外围系统对接，消除系统孤岛</a:t>
              </a:r>
            </a:p>
          </p:txBody>
        </p:sp>
        <p:sp>
          <p:nvSpPr>
            <p:cNvPr id="32" name="文本框 7">
              <a:extLst>
                <a:ext uri="{FF2B5EF4-FFF2-40B4-BE49-F238E27FC236}">
                  <a16:creationId xmlns:a16="http://schemas.microsoft.com/office/drawing/2014/main" id="{151F6D00-1367-A597-919A-E6061B57FE05}"/>
                </a:ext>
              </a:extLst>
            </p:cNvPr>
            <p:cNvSpPr txBox="1">
              <a:spLocks noChangeArrowheads="1"/>
            </p:cNvSpPr>
            <p:nvPr/>
          </p:nvSpPr>
          <p:spPr bwMode="auto">
            <a:xfrm>
              <a:off x="6092465" y="3001554"/>
              <a:ext cx="2141234" cy="10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285750" indent="-285750">
                <a:buFont typeface="Arial" panose="020B0604020202020204" pitchFamily="34" charset="0"/>
                <a:buChar char="•"/>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业务模块与财务模块无缝集成，实现财务对业务的总体管控</a:t>
              </a:r>
            </a:p>
          </p:txBody>
        </p:sp>
        <p:grpSp>
          <p:nvGrpSpPr>
            <p:cNvPr id="33" name="组合 8">
              <a:extLst>
                <a:ext uri="{FF2B5EF4-FFF2-40B4-BE49-F238E27FC236}">
                  <a16:creationId xmlns:a16="http://schemas.microsoft.com/office/drawing/2014/main" id="{6B79508A-3BD7-98AF-C43B-52BDEB641B22}"/>
                </a:ext>
              </a:extLst>
            </p:cNvPr>
            <p:cNvGrpSpPr/>
            <p:nvPr/>
          </p:nvGrpSpPr>
          <p:grpSpPr>
            <a:xfrm>
              <a:off x="3589811" y="4872557"/>
              <a:ext cx="1262505" cy="1440432"/>
              <a:chOff x="3322428" y="2976764"/>
              <a:chExt cx="1262505" cy="1440432"/>
            </a:xfrm>
          </p:grpSpPr>
          <p:sp>
            <p:nvSpPr>
              <p:cNvPr id="50" name="六边形 9">
                <a:extLst>
                  <a:ext uri="{FF2B5EF4-FFF2-40B4-BE49-F238E27FC236}">
                    <a16:creationId xmlns:a16="http://schemas.microsoft.com/office/drawing/2014/main" id="{4E44610F-5913-223A-0C2D-F886246DADAE}"/>
                  </a:ext>
                </a:extLst>
              </p:cNvPr>
              <p:cNvSpPr/>
              <p:nvPr/>
            </p:nvSpPr>
            <p:spPr>
              <a:xfrm rot="16200000">
                <a:off x="3243842" y="3076104"/>
                <a:ext cx="1440432" cy="1241751"/>
              </a:xfrm>
              <a:prstGeom prst="hexagon">
                <a:avLst/>
              </a:prstGeom>
              <a:solidFill>
                <a:srgbClr val="1770E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1" name="矩形 58">
                <a:extLst>
                  <a:ext uri="{FF2B5EF4-FFF2-40B4-BE49-F238E27FC236}">
                    <a16:creationId xmlns:a16="http://schemas.microsoft.com/office/drawing/2014/main" id="{C85D1A99-C8EA-DCB7-AD43-BD8631313165}"/>
                  </a:ext>
                </a:extLst>
              </p:cNvPr>
              <p:cNvSpPr>
                <a:spLocks noChangeArrowheads="1"/>
              </p:cNvSpPr>
              <p:nvPr/>
            </p:nvSpPr>
            <p:spPr bwMode="auto">
              <a:xfrm>
                <a:off x="3322428" y="3421155"/>
                <a:ext cx="1243701" cy="30287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600+</a:t>
                </a:r>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公司上线</a:t>
                </a:r>
              </a:p>
            </p:txBody>
          </p:sp>
        </p:grpSp>
        <p:grpSp>
          <p:nvGrpSpPr>
            <p:cNvPr id="34" name="组合 11">
              <a:extLst>
                <a:ext uri="{FF2B5EF4-FFF2-40B4-BE49-F238E27FC236}">
                  <a16:creationId xmlns:a16="http://schemas.microsoft.com/office/drawing/2014/main" id="{8C9E34ED-AC58-5D46-3B10-7513502EEE85}"/>
                </a:ext>
              </a:extLst>
            </p:cNvPr>
            <p:cNvGrpSpPr/>
            <p:nvPr/>
          </p:nvGrpSpPr>
          <p:grpSpPr>
            <a:xfrm>
              <a:off x="4817392" y="4872557"/>
              <a:ext cx="1337945" cy="1440432"/>
              <a:chOff x="4550009" y="2976764"/>
              <a:chExt cx="1337945" cy="1440432"/>
            </a:xfrm>
          </p:grpSpPr>
          <p:sp>
            <p:nvSpPr>
              <p:cNvPr id="48" name="六边形 12">
                <a:extLst>
                  <a:ext uri="{FF2B5EF4-FFF2-40B4-BE49-F238E27FC236}">
                    <a16:creationId xmlns:a16="http://schemas.microsoft.com/office/drawing/2014/main" id="{D1C9725E-CABD-3AD7-DAF9-89DF20E09925}"/>
                  </a:ext>
                </a:extLst>
              </p:cNvPr>
              <p:cNvSpPr/>
              <p:nvPr/>
            </p:nvSpPr>
            <p:spPr>
              <a:xfrm rot="16200000">
                <a:off x="4485593" y="3076104"/>
                <a:ext cx="1440432" cy="1241751"/>
              </a:xfrm>
              <a:prstGeom prst="hexagon">
                <a:avLst/>
              </a:prstGeom>
              <a:solidFill>
                <a:srgbClr val="FFB61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9" name="矩形 58">
                <a:extLst>
                  <a:ext uri="{FF2B5EF4-FFF2-40B4-BE49-F238E27FC236}">
                    <a16:creationId xmlns:a16="http://schemas.microsoft.com/office/drawing/2014/main" id="{178F1044-70A5-E7A5-F820-1340FC1F779E}"/>
                  </a:ext>
                </a:extLst>
              </p:cNvPr>
              <p:cNvSpPr>
                <a:spLocks noChangeArrowheads="1"/>
              </p:cNvSpPr>
              <p:nvPr/>
            </p:nvSpPr>
            <p:spPr bwMode="auto">
              <a:xfrm>
                <a:off x="4550009" y="3221239"/>
                <a:ext cx="1337945" cy="96369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统一门户</a:t>
                </a:r>
              </a:p>
              <a:p>
                <a:pPr algn="ctr"/>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主数据平台</a:t>
                </a:r>
              </a:p>
              <a:p>
                <a:pPr algn="ctr"/>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移动应用开发平台</a:t>
                </a:r>
              </a:p>
            </p:txBody>
          </p:sp>
        </p:grpSp>
        <p:grpSp>
          <p:nvGrpSpPr>
            <p:cNvPr id="35" name="组合 14">
              <a:extLst>
                <a:ext uri="{FF2B5EF4-FFF2-40B4-BE49-F238E27FC236}">
                  <a16:creationId xmlns:a16="http://schemas.microsoft.com/office/drawing/2014/main" id="{0FC00930-34C2-32B9-46BF-AB591E5F7256}"/>
                </a:ext>
              </a:extLst>
            </p:cNvPr>
            <p:cNvGrpSpPr/>
            <p:nvPr/>
          </p:nvGrpSpPr>
          <p:grpSpPr>
            <a:xfrm>
              <a:off x="5473191" y="3748006"/>
              <a:ext cx="1241751" cy="1440432"/>
              <a:chOff x="5205808" y="1852213"/>
              <a:chExt cx="1241751" cy="1440432"/>
            </a:xfrm>
          </p:grpSpPr>
          <p:sp>
            <p:nvSpPr>
              <p:cNvPr id="46" name="六边形 15">
                <a:extLst>
                  <a:ext uri="{FF2B5EF4-FFF2-40B4-BE49-F238E27FC236}">
                    <a16:creationId xmlns:a16="http://schemas.microsoft.com/office/drawing/2014/main" id="{05261389-B1BC-4328-6CEA-3FE5583C5723}"/>
                  </a:ext>
                </a:extLst>
              </p:cNvPr>
              <p:cNvSpPr/>
              <p:nvPr/>
            </p:nvSpPr>
            <p:spPr>
              <a:xfrm rot="16200000">
                <a:off x="5106468" y="1951553"/>
                <a:ext cx="1440432" cy="1241751"/>
              </a:xfrm>
              <a:prstGeom prst="hexagon">
                <a:avLst/>
              </a:prstGeom>
              <a:solidFill>
                <a:srgbClr val="1770E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7" name="矩形 58">
                <a:extLst>
                  <a:ext uri="{FF2B5EF4-FFF2-40B4-BE49-F238E27FC236}">
                    <a16:creationId xmlns:a16="http://schemas.microsoft.com/office/drawing/2014/main" id="{83A4380F-440E-0208-CB03-6FD3F9594819}"/>
                  </a:ext>
                </a:extLst>
              </p:cNvPr>
              <p:cNvSpPr>
                <a:spLocks noChangeArrowheads="1"/>
              </p:cNvSpPr>
              <p:nvPr/>
            </p:nvSpPr>
            <p:spPr bwMode="auto">
              <a:xfrm>
                <a:off x="5300355" y="2328293"/>
                <a:ext cx="1052657" cy="523148"/>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与外围系统集成</a:t>
                </a:r>
              </a:p>
            </p:txBody>
          </p:sp>
        </p:grpSp>
        <p:grpSp>
          <p:nvGrpSpPr>
            <p:cNvPr id="36" name="组合 17">
              <a:extLst>
                <a:ext uri="{FF2B5EF4-FFF2-40B4-BE49-F238E27FC236}">
                  <a16:creationId xmlns:a16="http://schemas.microsoft.com/office/drawing/2014/main" id="{6458D14F-6BC3-08F6-2BE5-8E77BB10C2C2}"/>
                </a:ext>
              </a:extLst>
            </p:cNvPr>
            <p:cNvGrpSpPr/>
            <p:nvPr/>
          </p:nvGrpSpPr>
          <p:grpSpPr>
            <a:xfrm>
              <a:off x="4833512" y="2622098"/>
              <a:ext cx="1306516" cy="1440432"/>
              <a:chOff x="4566129" y="726305"/>
              <a:chExt cx="1306516" cy="1440432"/>
            </a:xfrm>
          </p:grpSpPr>
          <p:sp>
            <p:nvSpPr>
              <p:cNvPr id="44" name="六边形 18">
                <a:extLst>
                  <a:ext uri="{FF2B5EF4-FFF2-40B4-BE49-F238E27FC236}">
                    <a16:creationId xmlns:a16="http://schemas.microsoft.com/office/drawing/2014/main" id="{187FE280-E204-C141-A299-E1291A84CB77}"/>
                  </a:ext>
                </a:extLst>
              </p:cNvPr>
              <p:cNvSpPr/>
              <p:nvPr/>
            </p:nvSpPr>
            <p:spPr>
              <a:xfrm rot="16200000">
                <a:off x="4485593" y="825645"/>
                <a:ext cx="1440432" cy="1241751"/>
              </a:xfrm>
              <a:prstGeom prst="hexagon">
                <a:avLst/>
              </a:prstGeom>
              <a:solidFill>
                <a:srgbClr val="FFB61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5" name="矩形 58">
                <a:extLst>
                  <a:ext uri="{FF2B5EF4-FFF2-40B4-BE49-F238E27FC236}">
                    <a16:creationId xmlns:a16="http://schemas.microsoft.com/office/drawing/2014/main" id="{F6ACE47B-3C98-1350-010A-A3C9A5FAFC59}"/>
                  </a:ext>
                </a:extLst>
              </p:cNvPr>
              <p:cNvSpPr>
                <a:spLocks noChangeArrowheads="1"/>
              </p:cNvSpPr>
              <p:nvPr/>
            </p:nvSpPr>
            <p:spPr bwMode="auto">
              <a:xfrm>
                <a:off x="4566129" y="1259469"/>
                <a:ext cx="1306516" cy="30287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业财一体化</a:t>
                </a:r>
              </a:p>
            </p:txBody>
          </p:sp>
        </p:grpSp>
        <p:grpSp>
          <p:nvGrpSpPr>
            <p:cNvPr id="37" name="组合 20">
              <a:extLst>
                <a:ext uri="{FF2B5EF4-FFF2-40B4-BE49-F238E27FC236}">
                  <a16:creationId xmlns:a16="http://schemas.microsoft.com/office/drawing/2014/main" id="{85C61C10-0846-30D2-A7C4-3C34199CA93C}"/>
                </a:ext>
              </a:extLst>
            </p:cNvPr>
            <p:cNvGrpSpPr/>
            <p:nvPr/>
          </p:nvGrpSpPr>
          <p:grpSpPr>
            <a:xfrm>
              <a:off x="3610565" y="2622098"/>
              <a:ext cx="1241751" cy="1440432"/>
              <a:chOff x="3343182" y="726305"/>
              <a:chExt cx="1241751" cy="1440432"/>
            </a:xfrm>
          </p:grpSpPr>
          <p:sp>
            <p:nvSpPr>
              <p:cNvPr id="42" name="六边形 21">
                <a:extLst>
                  <a:ext uri="{FF2B5EF4-FFF2-40B4-BE49-F238E27FC236}">
                    <a16:creationId xmlns:a16="http://schemas.microsoft.com/office/drawing/2014/main" id="{2BE53C2A-4DB3-B8C2-1A3A-3FD76DB344FA}"/>
                  </a:ext>
                </a:extLst>
              </p:cNvPr>
              <p:cNvSpPr/>
              <p:nvPr/>
            </p:nvSpPr>
            <p:spPr>
              <a:xfrm rot="16200000">
                <a:off x="3243842" y="825645"/>
                <a:ext cx="1440432" cy="1241751"/>
              </a:xfrm>
              <a:prstGeom prst="hexagon">
                <a:avLst/>
              </a:prstGeom>
              <a:solidFill>
                <a:srgbClr val="1770E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3" name="矩形 58">
                <a:extLst>
                  <a:ext uri="{FF2B5EF4-FFF2-40B4-BE49-F238E27FC236}">
                    <a16:creationId xmlns:a16="http://schemas.microsoft.com/office/drawing/2014/main" id="{57691515-758E-DA28-912D-DDDD38E2C691}"/>
                  </a:ext>
                </a:extLst>
              </p:cNvPr>
              <p:cNvSpPr>
                <a:spLocks noChangeArrowheads="1"/>
              </p:cNvSpPr>
              <p:nvPr/>
            </p:nvSpPr>
            <p:spPr bwMode="auto">
              <a:xfrm>
                <a:off x="3351435" y="1259469"/>
                <a:ext cx="1215520" cy="30287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业务端到端</a:t>
                </a:r>
              </a:p>
            </p:txBody>
          </p:sp>
        </p:grpSp>
        <p:grpSp>
          <p:nvGrpSpPr>
            <p:cNvPr id="38" name="组合 23">
              <a:extLst>
                <a:ext uri="{FF2B5EF4-FFF2-40B4-BE49-F238E27FC236}">
                  <a16:creationId xmlns:a16="http://schemas.microsoft.com/office/drawing/2014/main" id="{C32FBE6F-BD29-A213-0BC4-124A579B9531}"/>
                </a:ext>
              </a:extLst>
            </p:cNvPr>
            <p:cNvGrpSpPr/>
            <p:nvPr/>
          </p:nvGrpSpPr>
          <p:grpSpPr>
            <a:xfrm>
              <a:off x="2989688" y="3748006"/>
              <a:ext cx="1241751" cy="1440432"/>
              <a:chOff x="2722305" y="1852213"/>
              <a:chExt cx="1241751" cy="1440432"/>
            </a:xfrm>
          </p:grpSpPr>
          <p:sp>
            <p:nvSpPr>
              <p:cNvPr id="40" name="六边形 24">
                <a:extLst>
                  <a:ext uri="{FF2B5EF4-FFF2-40B4-BE49-F238E27FC236}">
                    <a16:creationId xmlns:a16="http://schemas.microsoft.com/office/drawing/2014/main" id="{72E83306-05FC-72E1-E80A-6474A80B3364}"/>
                  </a:ext>
                </a:extLst>
              </p:cNvPr>
              <p:cNvSpPr/>
              <p:nvPr/>
            </p:nvSpPr>
            <p:spPr>
              <a:xfrm rot="16200000">
                <a:off x="2622965" y="1951553"/>
                <a:ext cx="1440432" cy="1241751"/>
              </a:xfrm>
              <a:prstGeom prst="hexagon">
                <a:avLst/>
              </a:prstGeom>
              <a:solidFill>
                <a:srgbClr val="FFB61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1" name="矩形 58">
                <a:extLst>
                  <a:ext uri="{FF2B5EF4-FFF2-40B4-BE49-F238E27FC236}">
                    <a16:creationId xmlns:a16="http://schemas.microsoft.com/office/drawing/2014/main" id="{9D6573C1-2670-272C-B1E3-4BE8A2ADD0AD}"/>
                  </a:ext>
                </a:extLst>
              </p:cNvPr>
              <p:cNvSpPr>
                <a:spLocks noChangeArrowheads="1"/>
              </p:cNvSpPr>
              <p:nvPr/>
            </p:nvSpPr>
            <p:spPr bwMode="auto">
              <a:xfrm>
                <a:off x="2816851" y="2396237"/>
                <a:ext cx="1052657" cy="30287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集团管控</a:t>
                </a:r>
              </a:p>
            </p:txBody>
          </p:sp>
        </p:grpSp>
        <p:sp>
          <p:nvSpPr>
            <p:cNvPr id="39" name="矩形 26">
              <a:extLst>
                <a:ext uri="{FF2B5EF4-FFF2-40B4-BE49-F238E27FC236}">
                  <a16:creationId xmlns:a16="http://schemas.microsoft.com/office/drawing/2014/main" id="{F4CAA897-A695-5823-C108-9DE4D02AC901}"/>
                </a:ext>
              </a:extLst>
            </p:cNvPr>
            <p:cNvSpPr/>
            <p:nvPr/>
          </p:nvSpPr>
          <p:spPr>
            <a:xfrm>
              <a:off x="4463256" y="4260826"/>
              <a:ext cx="783185" cy="468080"/>
            </a:xfrm>
            <a:prstGeom prst="rect">
              <a:avLst/>
            </a:prstGeom>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ctr"/>
              <a:r>
                <a:rPr lang="zh-CN" altLang="en-US" sz="1400" b="1" dirty="0">
                  <a:solidFill>
                    <a:schemeClr val="tx1">
                      <a:lumMod val="85000"/>
                      <a:lumOff val="15000"/>
                    </a:schemeClr>
                  </a:solidFill>
                  <a:latin typeface="微软雅黑 Light" panose="020B0502040204020203" pitchFamily="34" charset="-122"/>
                  <a:ea typeface="微软雅黑" panose="020B0503020204020204" pitchFamily="34" charset="-122"/>
                  <a:sym typeface="微软雅黑 Light" panose="020B0502040204020203" pitchFamily="34" charset="-122"/>
                </a:rPr>
                <a:t>项目总体</a:t>
              </a:r>
              <a:endParaRPr lang="en-US" altLang="zh-CN" sz="1400" b="1" dirty="0">
                <a:solidFill>
                  <a:schemeClr val="tx1">
                    <a:lumMod val="85000"/>
                    <a:lumOff val="15000"/>
                  </a:schemeClr>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lvl="0" algn="ctr"/>
              <a:r>
                <a:rPr lang="zh-CN" altLang="en-US" sz="1400" b="1" dirty="0">
                  <a:solidFill>
                    <a:schemeClr val="tx1">
                      <a:lumMod val="85000"/>
                      <a:lumOff val="15000"/>
                    </a:schemeClr>
                  </a:solidFill>
                  <a:latin typeface="微软雅黑 Light" panose="020B0502040204020203" pitchFamily="34" charset="-122"/>
                  <a:ea typeface="微软雅黑" panose="020B0503020204020204" pitchFamily="34" charset="-122"/>
                  <a:sym typeface="微软雅黑 Light" panose="020B0502040204020203" pitchFamily="34" charset="-122"/>
                </a:rPr>
                <a:t>目标</a:t>
              </a:r>
              <a:endParaRPr lang="en-US" altLang="zh-CN" sz="1400" b="1" dirty="0">
                <a:solidFill>
                  <a:schemeClr val="tx1">
                    <a:lumMod val="85000"/>
                    <a:lumOff val="15000"/>
                  </a:schemeClr>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spTree>
    <p:extLst>
      <p:ext uri="{BB962C8B-B14F-4D97-AF65-F5344CB8AC3E}">
        <p14:creationId xmlns:p14="http://schemas.microsoft.com/office/powerpoint/2010/main" val="3887643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142A68-A769-032E-FDFF-951BB7B19356}"/>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项目实施策略及计划</a:t>
            </a:r>
            <a:b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br>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 name="文本占位符 2">
            <a:extLst>
              <a:ext uri="{FF2B5EF4-FFF2-40B4-BE49-F238E27FC236}">
                <a16:creationId xmlns:a16="http://schemas.microsoft.com/office/drawing/2014/main" id="{E9B6161F-5542-D094-F6FC-82B17301A6DE}"/>
              </a:ext>
            </a:extLst>
          </p:cNvPr>
          <p:cNvSpPr>
            <a:spLocks noGrp="1"/>
          </p:cNvSpPr>
          <p:nvPr>
            <p:ph type="body" sz="quarter" idx="1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2794528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项目建设范围</a:t>
            </a:r>
          </a:p>
        </p:txBody>
      </p:sp>
      <p:grpSp>
        <p:nvGrpSpPr>
          <p:cNvPr id="2" name="组合 1">
            <a:extLst>
              <a:ext uri="{FF2B5EF4-FFF2-40B4-BE49-F238E27FC236}">
                <a16:creationId xmlns:a16="http://schemas.microsoft.com/office/drawing/2014/main" id="{B795B337-5250-3F6C-61F6-26FD21AF4BE2}"/>
              </a:ext>
            </a:extLst>
          </p:cNvPr>
          <p:cNvGrpSpPr/>
          <p:nvPr/>
        </p:nvGrpSpPr>
        <p:grpSpPr>
          <a:xfrm>
            <a:off x="435442" y="682627"/>
            <a:ext cx="11271546" cy="5492749"/>
            <a:chOff x="400566" y="628092"/>
            <a:chExt cx="8096962" cy="4488355"/>
          </a:xfrm>
        </p:grpSpPr>
        <p:sp>
          <p:nvSpPr>
            <p:cNvPr id="5" name="TextBox 386">
              <a:extLst>
                <a:ext uri="{FF2B5EF4-FFF2-40B4-BE49-F238E27FC236}">
                  <a16:creationId xmlns:a16="http://schemas.microsoft.com/office/drawing/2014/main" id="{765E84D3-2F81-D5F0-BBCE-868CCE6C80A2}"/>
                </a:ext>
              </a:extLst>
            </p:cNvPr>
            <p:cNvSpPr txBox="1"/>
            <p:nvPr/>
          </p:nvSpPr>
          <p:spPr>
            <a:xfrm>
              <a:off x="884699" y="4520183"/>
              <a:ext cx="1048589" cy="276647"/>
            </a:xfrm>
            <a:prstGeom prst="rect">
              <a:avLst/>
            </a:prstGeom>
            <a:noFill/>
            <a:ln>
              <a:noFill/>
            </a:ln>
          </p:spPr>
          <p:txBody>
            <a:bodyPr>
              <a:spAutoFit/>
            </a:bodyPr>
            <a:lstStyle/>
            <a:p>
              <a:pPr>
                <a:defRPr/>
              </a:pPr>
              <a:r>
                <a:rPr lang="en-US" altLang="zh-CN" sz="1600" noProof="1">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 …</a:t>
              </a:r>
            </a:p>
          </p:txBody>
        </p:sp>
        <p:sp>
          <p:nvSpPr>
            <p:cNvPr id="6" name="矩形 5">
              <a:extLst>
                <a:ext uri="{FF2B5EF4-FFF2-40B4-BE49-F238E27FC236}">
                  <a16:creationId xmlns:a16="http://schemas.microsoft.com/office/drawing/2014/main" id="{625994D5-237D-95F2-5B5C-E7B14305F62A}"/>
                </a:ext>
              </a:extLst>
            </p:cNvPr>
            <p:cNvSpPr/>
            <p:nvPr/>
          </p:nvSpPr>
          <p:spPr>
            <a:xfrm>
              <a:off x="717841" y="1255423"/>
              <a:ext cx="704963" cy="188622"/>
            </a:xfrm>
            <a:prstGeom prst="rect">
              <a:avLst/>
            </a:prstGeom>
          </p:spPr>
          <p:txBody>
            <a:bodyPr wrap="none">
              <a:spAutoFit/>
            </a:bodyPr>
            <a:lstStyle/>
            <a:p>
              <a:pPr lvl="0" algn="ctr">
                <a:defRPr/>
              </a:pPr>
              <a:r>
                <a:rPr lang="en-US" altLang="zh-CN" sz="900" b="1" kern="0" noProof="1">
                  <a:latin typeface="微软雅黑 Light" panose="020B0502040204020203" pitchFamily="34" charset="-122"/>
                  <a:ea typeface="微软雅黑" panose="020B0503020204020204" pitchFamily="34" charset="-122"/>
                  <a:sym typeface="微软雅黑 Light" panose="020B0502040204020203" pitchFamily="34" charset="-122"/>
                </a:rPr>
                <a:t>1.</a:t>
              </a:r>
              <a:r>
                <a:rPr lang="zh-CN" altLang="en-US" sz="900" b="1" kern="0" noProof="1">
                  <a:latin typeface="微软雅黑 Light" panose="020B0502040204020203" pitchFamily="34" charset="-122"/>
                  <a:ea typeface="微软雅黑" panose="020B0503020204020204" pitchFamily="34" charset="-122"/>
                  <a:sym typeface="微软雅黑 Light" panose="020B0502040204020203" pitchFamily="34" charset="-122"/>
                </a:rPr>
                <a:t>业务前台系统</a:t>
              </a:r>
            </a:p>
          </p:txBody>
        </p:sp>
        <p:sp>
          <p:nvSpPr>
            <p:cNvPr id="7" name="矩形 6">
              <a:extLst>
                <a:ext uri="{FF2B5EF4-FFF2-40B4-BE49-F238E27FC236}">
                  <a16:creationId xmlns:a16="http://schemas.microsoft.com/office/drawing/2014/main" id="{C4E36178-F50D-2A88-2601-2B556D20C1B7}"/>
                </a:ext>
              </a:extLst>
            </p:cNvPr>
            <p:cNvSpPr/>
            <p:nvPr/>
          </p:nvSpPr>
          <p:spPr bwMode="auto">
            <a:xfrm>
              <a:off x="3260220" y="1414735"/>
              <a:ext cx="2472437" cy="138625"/>
            </a:xfrm>
            <a:prstGeom prst="rect">
              <a:avLst/>
            </a:prstGeom>
            <a:noFill/>
            <a:ln w="12700" algn="ctr">
              <a:noFill/>
              <a:round/>
            </a:ln>
          </p:spPr>
          <p:txBody>
            <a:bodyPr lIns="0" tIns="0" rIns="0" bIns="0" anchor="ctr"/>
            <a:lstStyle/>
            <a:p>
              <a:pPr algn="ctr" defTabSz="858520" eaLnBrk="0" hangingPunct="0">
                <a:defRPr/>
              </a:pPr>
              <a:r>
                <a:rPr lang="en-US" altLang="zh-CN" sz="1200" b="1" noProof="1">
                  <a:latin typeface="微软雅黑 Light" panose="020B0502040204020203" pitchFamily="34" charset="-122"/>
                  <a:ea typeface="微软雅黑" panose="020B0503020204020204" pitchFamily="34" charset="-122"/>
                  <a:sym typeface="微软雅黑 Light" panose="020B0502040204020203" pitchFamily="34" charset="-122"/>
                </a:rPr>
                <a:t>2.</a:t>
              </a:r>
              <a:r>
                <a:rPr lang="zh-CN" altLang="en-US" sz="1200" b="1" noProof="1">
                  <a:latin typeface="微软雅黑 Light" panose="020B0502040204020203" pitchFamily="34" charset="-122"/>
                  <a:ea typeface="微软雅黑" panose="020B0503020204020204" pitchFamily="34" charset="-122"/>
                  <a:sym typeface="微软雅黑 Light" panose="020B0502040204020203" pitchFamily="34" charset="-122"/>
                </a:rPr>
                <a:t>财务共享中台</a:t>
              </a:r>
            </a:p>
          </p:txBody>
        </p:sp>
        <p:sp>
          <p:nvSpPr>
            <p:cNvPr id="8" name="Rectangle 1">
              <a:extLst>
                <a:ext uri="{FF2B5EF4-FFF2-40B4-BE49-F238E27FC236}">
                  <a16:creationId xmlns:a16="http://schemas.microsoft.com/office/drawing/2014/main" id="{844C2A9D-633A-1826-B696-18CB1850DB16}"/>
                </a:ext>
              </a:extLst>
            </p:cNvPr>
            <p:cNvSpPr>
              <a:spLocks noChangeArrowheads="1"/>
            </p:cNvSpPr>
            <p:nvPr/>
          </p:nvSpPr>
          <p:spPr bwMode="auto">
            <a:xfrm>
              <a:off x="1933014" y="1278660"/>
              <a:ext cx="5362521" cy="3287743"/>
            </a:xfrm>
            <a:prstGeom prst="rect">
              <a:avLst/>
            </a:prstGeom>
            <a:noFill/>
            <a:ln w="22225" cap="flat" cmpd="sng" algn="ctr">
              <a:solidFill>
                <a:srgbClr val="C00000"/>
              </a:solidFill>
              <a:prstDash val="dash"/>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defTabSz="685165"/>
              <a:endParaRPr kumimoji="1" lang="en-US" altLang="zh-CN"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 name="Rectangle 1">
              <a:extLst>
                <a:ext uri="{FF2B5EF4-FFF2-40B4-BE49-F238E27FC236}">
                  <a16:creationId xmlns:a16="http://schemas.microsoft.com/office/drawing/2014/main" id="{ECB646EF-428E-35EA-DF7C-DBBB67BBCFB3}"/>
                </a:ext>
              </a:extLst>
            </p:cNvPr>
            <p:cNvSpPr>
              <a:spLocks noChangeArrowheads="1"/>
            </p:cNvSpPr>
            <p:nvPr/>
          </p:nvSpPr>
          <p:spPr bwMode="auto">
            <a:xfrm>
              <a:off x="2026942" y="4240325"/>
              <a:ext cx="5176020" cy="312160"/>
            </a:xfrm>
            <a:prstGeom prst="rect">
              <a:avLst/>
            </a:prstGeom>
            <a:solidFill>
              <a:srgbClr val="05C8C8"/>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defTabSz="685165"/>
              <a:r>
                <a:rPr kumimoji="1" lang="en-US" altLang="zh-CN"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2.3.</a:t>
              </a:r>
              <a:r>
                <a:rPr kumimoji="1"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技术平台</a:t>
              </a:r>
              <a:endParaRPr kumimoji="1" lang="en-US" altLang="zh-CN"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0" name="Rectangle 1">
              <a:extLst>
                <a:ext uri="{FF2B5EF4-FFF2-40B4-BE49-F238E27FC236}">
                  <a16:creationId xmlns:a16="http://schemas.microsoft.com/office/drawing/2014/main" id="{2D4970C5-C6BC-8F27-0C4A-0383989C75F9}"/>
                </a:ext>
              </a:extLst>
            </p:cNvPr>
            <p:cNvSpPr>
              <a:spLocks noChangeArrowheads="1"/>
            </p:cNvSpPr>
            <p:nvPr/>
          </p:nvSpPr>
          <p:spPr bwMode="auto">
            <a:xfrm>
              <a:off x="2027562" y="3566138"/>
              <a:ext cx="5167286" cy="640483"/>
            </a:xfrm>
            <a:prstGeom prst="rect">
              <a:avLst/>
            </a:prstGeom>
            <a:solidFill>
              <a:srgbClr val="05C8C8"/>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defTabSz="685165"/>
              <a:r>
                <a:rPr kumimoji="1" lang="en-US" altLang="zh-CN"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2.2.</a:t>
              </a:r>
              <a:r>
                <a:rPr kumimoji="1"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能力中心</a:t>
              </a:r>
              <a:endParaRPr kumimoji="1" lang="en-US" altLang="zh-CN"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 name="圆角矩形 17">
              <a:extLst>
                <a:ext uri="{FF2B5EF4-FFF2-40B4-BE49-F238E27FC236}">
                  <a16:creationId xmlns:a16="http://schemas.microsoft.com/office/drawing/2014/main" id="{FB8636DD-AFF7-40BA-39D6-7A31EF109F6D}"/>
                </a:ext>
              </a:extLst>
            </p:cNvPr>
            <p:cNvSpPr/>
            <p:nvPr/>
          </p:nvSpPr>
          <p:spPr>
            <a:xfrm>
              <a:off x="2698398"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会计</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引擎</a:t>
              </a:r>
            </a:p>
          </p:txBody>
        </p:sp>
        <p:sp>
          <p:nvSpPr>
            <p:cNvPr id="12" name="矩形 11">
              <a:extLst>
                <a:ext uri="{FF2B5EF4-FFF2-40B4-BE49-F238E27FC236}">
                  <a16:creationId xmlns:a16="http://schemas.microsoft.com/office/drawing/2014/main" id="{EB3A3EC2-9FA6-54E6-4404-A2603E08261F}"/>
                </a:ext>
              </a:extLst>
            </p:cNvPr>
            <p:cNvSpPr/>
            <p:nvPr/>
          </p:nvSpPr>
          <p:spPr>
            <a:xfrm>
              <a:off x="4725444" y="3023688"/>
              <a:ext cx="802004" cy="326390"/>
            </a:xfrm>
            <a:prstGeom prst="rect">
              <a:avLst/>
            </a:prstGeom>
            <a:solidFill>
              <a:srgbClr val="05C8C8"/>
            </a:solidFill>
            <a:ln>
              <a:solidFill>
                <a:schemeClr val="bg1"/>
              </a:solidFill>
            </a:ln>
          </p:spPr>
          <p:txBody>
            <a:bodyPr wrap="square" rtlCol="0" anchor="ctr" anchorCtr="0">
              <a:noAutofit/>
            </a:bodyPr>
            <a:lstStyle/>
            <a:p>
              <a:pPr lvl="0"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共享运营管理</a:t>
              </a:r>
            </a:p>
          </p:txBody>
        </p:sp>
        <p:sp>
          <p:nvSpPr>
            <p:cNvPr id="13" name="圆角矩形 17">
              <a:extLst>
                <a:ext uri="{FF2B5EF4-FFF2-40B4-BE49-F238E27FC236}">
                  <a16:creationId xmlns:a16="http://schemas.microsoft.com/office/drawing/2014/main" id="{77E8791B-3E39-815F-A74D-79C42C34FB71}"/>
                </a:ext>
              </a:extLst>
            </p:cNvPr>
            <p:cNvSpPr/>
            <p:nvPr/>
          </p:nvSpPr>
          <p:spPr>
            <a:xfrm>
              <a:off x="3240953"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预算</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引擎</a:t>
              </a:r>
            </a:p>
          </p:txBody>
        </p:sp>
        <p:sp>
          <p:nvSpPr>
            <p:cNvPr id="14" name="圆角矩形 17">
              <a:extLst>
                <a:ext uri="{FF2B5EF4-FFF2-40B4-BE49-F238E27FC236}">
                  <a16:creationId xmlns:a16="http://schemas.microsoft.com/office/drawing/2014/main" id="{80744041-07AE-B8E9-EFB9-2F59106D0223}"/>
                </a:ext>
              </a:extLst>
            </p:cNvPr>
            <p:cNvSpPr/>
            <p:nvPr/>
          </p:nvSpPr>
          <p:spPr>
            <a:xfrm>
              <a:off x="3783509"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报表</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引擎</a:t>
              </a:r>
            </a:p>
          </p:txBody>
        </p:sp>
        <p:sp>
          <p:nvSpPr>
            <p:cNvPr id="15" name="圆角矩形 17">
              <a:extLst>
                <a:ext uri="{FF2B5EF4-FFF2-40B4-BE49-F238E27FC236}">
                  <a16:creationId xmlns:a16="http://schemas.microsoft.com/office/drawing/2014/main" id="{0F745313-9EF1-1E1F-D42E-2634E5ADC013}"/>
                </a:ext>
              </a:extLst>
            </p:cNvPr>
            <p:cNvSpPr/>
            <p:nvPr/>
          </p:nvSpPr>
          <p:spPr>
            <a:xfrm>
              <a:off x="4326064"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成本</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引擎</a:t>
              </a:r>
            </a:p>
          </p:txBody>
        </p:sp>
        <p:sp>
          <p:nvSpPr>
            <p:cNvPr id="16" name="圆角矩形 17">
              <a:extLst>
                <a:ext uri="{FF2B5EF4-FFF2-40B4-BE49-F238E27FC236}">
                  <a16:creationId xmlns:a16="http://schemas.microsoft.com/office/drawing/2014/main" id="{B05FC31D-5E9E-A5B8-5D52-BC03D12A529D}"/>
                </a:ext>
              </a:extLst>
            </p:cNvPr>
            <p:cNvSpPr/>
            <p:nvPr/>
          </p:nvSpPr>
          <p:spPr>
            <a:xfrm>
              <a:off x="4868620"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收入</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引擎</a:t>
              </a:r>
            </a:p>
          </p:txBody>
        </p:sp>
        <p:sp>
          <p:nvSpPr>
            <p:cNvPr id="17" name="圆角矩形 17">
              <a:extLst>
                <a:ext uri="{FF2B5EF4-FFF2-40B4-BE49-F238E27FC236}">
                  <a16:creationId xmlns:a16="http://schemas.microsoft.com/office/drawing/2014/main" id="{1DDF1CC2-529D-A577-E98D-17ADE65111EE}"/>
                </a:ext>
              </a:extLst>
            </p:cNvPr>
            <p:cNvSpPr/>
            <p:nvPr/>
          </p:nvSpPr>
          <p:spPr>
            <a:xfrm>
              <a:off x="5411176"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对账</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引擎</a:t>
              </a:r>
            </a:p>
          </p:txBody>
        </p:sp>
        <p:sp>
          <p:nvSpPr>
            <p:cNvPr id="18" name="圆角矩形 17">
              <a:extLst>
                <a:ext uri="{FF2B5EF4-FFF2-40B4-BE49-F238E27FC236}">
                  <a16:creationId xmlns:a16="http://schemas.microsoft.com/office/drawing/2014/main" id="{E123548A-634B-7C79-D08A-0126FD8861C1}"/>
                </a:ext>
              </a:extLst>
            </p:cNvPr>
            <p:cNvSpPr/>
            <p:nvPr/>
          </p:nvSpPr>
          <p:spPr>
            <a:xfrm>
              <a:off x="5953731"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关账</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引擎</a:t>
              </a:r>
            </a:p>
          </p:txBody>
        </p:sp>
        <p:sp>
          <p:nvSpPr>
            <p:cNvPr id="19" name="圆角矩形 17">
              <a:extLst>
                <a:ext uri="{FF2B5EF4-FFF2-40B4-BE49-F238E27FC236}">
                  <a16:creationId xmlns:a16="http://schemas.microsoft.com/office/drawing/2014/main" id="{4A43D1A6-B3AB-BAAC-9D75-E22B057655DF}"/>
                </a:ext>
              </a:extLst>
            </p:cNvPr>
            <p:cNvSpPr/>
            <p:nvPr/>
          </p:nvSpPr>
          <p:spPr>
            <a:xfrm>
              <a:off x="6496287"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0" name="圆角矩形 17">
              <a:extLst>
                <a:ext uri="{FF2B5EF4-FFF2-40B4-BE49-F238E27FC236}">
                  <a16:creationId xmlns:a16="http://schemas.microsoft.com/office/drawing/2014/main" id="{0297C33F-4857-1421-F7BE-A33BC10F2EDA}"/>
                </a:ext>
              </a:extLst>
            </p:cNvPr>
            <p:cNvSpPr/>
            <p:nvPr/>
          </p:nvSpPr>
          <p:spPr>
            <a:xfrm>
              <a:off x="2705170" y="4294480"/>
              <a:ext cx="514785"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rPr>
                <a:t>表单</a:t>
              </a:r>
            </a:p>
          </p:txBody>
        </p:sp>
        <p:sp>
          <p:nvSpPr>
            <p:cNvPr id="21" name="圆角矩形 17">
              <a:extLst>
                <a:ext uri="{FF2B5EF4-FFF2-40B4-BE49-F238E27FC236}">
                  <a16:creationId xmlns:a16="http://schemas.microsoft.com/office/drawing/2014/main" id="{7BC253C7-3049-ACB9-4B11-C9795D02EF60}"/>
                </a:ext>
              </a:extLst>
            </p:cNvPr>
            <p:cNvSpPr/>
            <p:nvPr/>
          </p:nvSpPr>
          <p:spPr>
            <a:xfrm>
              <a:off x="3237147" y="4294480"/>
              <a:ext cx="540978"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rPr>
                <a:t>报表</a:t>
              </a:r>
            </a:p>
          </p:txBody>
        </p:sp>
        <p:sp>
          <p:nvSpPr>
            <p:cNvPr id="22" name="圆角矩形 17">
              <a:extLst>
                <a:ext uri="{FF2B5EF4-FFF2-40B4-BE49-F238E27FC236}">
                  <a16:creationId xmlns:a16="http://schemas.microsoft.com/office/drawing/2014/main" id="{C84D8D9B-3249-FCEE-E08A-D152343E2282}"/>
                </a:ext>
              </a:extLst>
            </p:cNvPr>
            <p:cNvSpPr/>
            <p:nvPr/>
          </p:nvSpPr>
          <p:spPr>
            <a:xfrm>
              <a:off x="3813281" y="4294480"/>
              <a:ext cx="522876"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rPr>
                <a:t>卡片</a:t>
              </a:r>
            </a:p>
          </p:txBody>
        </p:sp>
        <p:sp>
          <p:nvSpPr>
            <p:cNvPr id="23" name="圆角矩形 17">
              <a:extLst>
                <a:ext uri="{FF2B5EF4-FFF2-40B4-BE49-F238E27FC236}">
                  <a16:creationId xmlns:a16="http://schemas.microsoft.com/office/drawing/2014/main" id="{4C4289F4-F8A7-FE5F-95A2-ED14240854D1}"/>
                </a:ext>
              </a:extLst>
            </p:cNvPr>
            <p:cNvSpPr/>
            <p:nvPr/>
          </p:nvSpPr>
          <p:spPr>
            <a:xfrm>
              <a:off x="4360762" y="4294480"/>
              <a:ext cx="498691"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rPr>
                <a:t>服务组件</a:t>
              </a:r>
            </a:p>
          </p:txBody>
        </p:sp>
        <p:sp>
          <p:nvSpPr>
            <p:cNvPr id="24" name="圆角矩形 17">
              <a:extLst>
                <a:ext uri="{FF2B5EF4-FFF2-40B4-BE49-F238E27FC236}">
                  <a16:creationId xmlns:a16="http://schemas.microsoft.com/office/drawing/2014/main" id="{7B259851-EED1-0E65-C1B4-387033102CED}"/>
                </a:ext>
              </a:extLst>
            </p:cNvPr>
            <p:cNvSpPr/>
            <p:nvPr/>
          </p:nvSpPr>
          <p:spPr>
            <a:xfrm>
              <a:off x="4894686" y="4294480"/>
              <a:ext cx="522798"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rPr>
                <a:t>安全</a:t>
              </a:r>
              <a:endParaRPr lang="en-US" altLang="zh-CN" sz="7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rPr>
                <a:t>组件</a:t>
              </a:r>
            </a:p>
          </p:txBody>
        </p:sp>
        <p:sp>
          <p:nvSpPr>
            <p:cNvPr id="25" name="圆角矩形 17">
              <a:extLst>
                <a:ext uri="{FF2B5EF4-FFF2-40B4-BE49-F238E27FC236}">
                  <a16:creationId xmlns:a16="http://schemas.microsoft.com/office/drawing/2014/main" id="{A9DB9EA0-407A-7049-FB76-C87FC2897A90}"/>
                </a:ext>
              </a:extLst>
            </p:cNvPr>
            <p:cNvSpPr/>
            <p:nvPr/>
          </p:nvSpPr>
          <p:spPr>
            <a:xfrm>
              <a:off x="5967956" y="4294480"/>
              <a:ext cx="516125"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rPr>
                <a:t>CI/CD</a:t>
              </a:r>
              <a:endPar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6" name="圆角矩形 17">
              <a:extLst>
                <a:ext uri="{FF2B5EF4-FFF2-40B4-BE49-F238E27FC236}">
                  <a16:creationId xmlns:a16="http://schemas.microsoft.com/office/drawing/2014/main" id="{153F1066-C1DB-5A0C-7E5F-13E255201C8A}"/>
                </a:ext>
              </a:extLst>
            </p:cNvPr>
            <p:cNvSpPr/>
            <p:nvPr/>
          </p:nvSpPr>
          <p:spPr>
            <a:xfrm>
              <a:off x="6519315" y="4294480"/>
              <a:ext cx="487945"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70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7" name="圆角矩形 17">
              <a:extLst>
                <a:ext uri="{FF2B5EF4-FFF2-40B4-BE49-F238E27FC236}">
                  <a16:creationId xmlns:a16="http://schemas.microsoft.com/office/drawing/2014/main" id="{2125EBA3-C327-434C-EAFC-EFF935BA2423}"/>
                </a:ext>
              </a:extLst>
            </p:cNvPr>
            <p:cNvSpPr/>
            <p:nvPr/>
          </p:nvSpPr>
          <p:spPr>
            <a:xfrm>
              <a:off x="5438236" y="4294480"/>
              <a:ext cx="487945"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700" dirty="0">
                  <a:latin typeface="微软雅黑 Light" panose="020B0502040204020203" pitchFamily="34" charset="-122"/>
                  <a:ea typeface="微软雅黑" panose="020B0503020204020204" pitchFamily="34" charset="-122"/>
                  <a:sym typeface="微软雅黑 Light" panose="020B0502040204020203" pitchFamily="34" charset="-122"/>
                </a:rPr>
                <a:t>API</a:t>
              </a:r>
              <a:endParaRPr lang="zh-CN" altLang="en-US" sz="7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8" name="圆角矩形 17">
              <a:extLst>
                <a:ext uri="{FF2B5EF4-FFF2-40B4-BE49-F238E27FC236}">
                  <a16:creationId xmlns:a16="http://schemas.microsoft.com/office/drawing/2014/main" id="{22A37225-5044-FDF5-CD59-EE0303B12245}"/>
                </a:ext>
              </a:extLst>
            </p:cNvPr>
            <p:cNvSpPr/>
            <p:nvPr/>
          </p:nvSpPr>
          <p:spPr>
            <a:xfrm>
              <a:off x="2703730" y="3939172"/>
              <a:ext cx="516841" cy="221754"/>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费用</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类型</a:t>
              </a:r>
            </a:p>
          </p:txBody>
        </p:sp>
        <p:sp>
          <p:nvSpPr>
            <p:cNvPr id="29" name="圆角矩形 17">
              <a:extLst>
                <a:ext uri="{FF2B5EF4-FFF2-40B4-BE49-F238E27FC236}">
                  <a16:creationId xmlns:a16="http://schemas.microsoft.com/office/drawing/2014/main" id="{102B1D6E-46DD-B6F5-1918-4A0D8046FA31}"/>
                </a:ext>
              </a:extLst>
            </p:cNvPr>
            <p:cNvSpPr/>
            <p:nvPr/>
          </p:nvSpPr>
          <p:spPr>
            <a:xfrm>
              <a:off x="3240953" y="3943814"/>
              <a:ext cx="550680"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发票</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类型</a:t>
              </a:r>
            </a:p>
          </p:txBody>
        </p:sp>
        <p:sp>
          <p:nvSpPr>
            <p:cNvPr id="30" name="圆角矩形 17">
              <a:extLst>
                <a:ext uri="{FF2B5EF4-FFF2-40B4-BE49-F238E27FC236}">
                  <a16:creationId xmlns:a16="http://schemas.microsoft.com/office/drawing/2014/main" id="{AE27C841-664B-BDF8-4AF3-9998516C8FEC}"/>
                </a:ext>
              </a:extLst>
            </p:cNvPr>
            <p:cNvSpPr/>
            <p:nvPr/>
          </p:nvSpPr>
          <p:spPr>
            <a:xfrm>
              <a:off x="3813281" y="3943814"/>
              <a:ext cx="516841"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收款</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方式</a:t>
              </a:r>
            </a:p>
          </p:txBody>
        </p:sp>
        <p:sp>
          <p:nvSpPr>
            <p:cNvPr id="31" name="圆角矩形 17">
              <a:extLst>
                <a:ext uri="{FF2B5EF4-FFF2-40B4-BE49-F238E27FC236}">
                  <a16:creationId xmlns:a16="http://schemas.microsoft.com/office/drawing/2014/main" id="{F79FE9E3-20CE-F6E5-3F9D-FB2F2B475196}"/>
                </a:ext>
              </a:extLst>
            </p:cNvPr>
            <p:cNvSpPr/>
            <p:nvPr/>
          </p:nvSpPr>
          <p:spPr>
            <a:xfrm>
              <a:off x="4351772" y="3943814"/>
              <a:ext cx="516841"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付款</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方式</a:t>
              </a:r>
            </a:p>
          </p:txBody>
        </p:sp>
        <p:sp>
          <p:nvSpPr>
            <p:cNvPr id="32" name="圆角矩形 17">
              <a:extLst>
                <a:ext uri="{FF2B5EF4-FFF2-40B4-BE49-F238E27FC236}">
                  <a16:creationId xmlns:a16="http://schemas.microsoft.com/office/drawing/2014/main" id="{00848A37-07F6-A5B9-A398-FBCC212E7F26}"/>
                </a:ext>
              </a:extLst>
            </p:cNvPr>
            <p:cNvSpPr/>
            <p:nvPr/>
          </p:nvSpPr>
          <p:spPr>
            <a:xfrm>
              <a:off x="4883749" y="3943814"/>
              <a:ext cx="497303"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结算</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方式</a:t>
              </a:r>
            </a:p>
          </p:txBody>
        </p:sp>
        <p:sp>
          <p:nvSpPr>
            <p:cNvPr id="33" name="圆角矩形 17">
              <a:extLst>
                <a:ext uri="{FF2B5EF4-FFF2-40B4-BE49-F238E27FC236}">
                  <a16:creationId xmlns:a16="http://schemas.microsoft.com/office/drawing/2014/main" id="{6BCDD642-660C-FB84-F095-FC26825AA1CC}"/>
                </a:ext>
              </a:extLst>
            </p:cNvPr>
            <p:cNvSpPr/>
            <p:nvPr/>
          </p:nvSpPr>
          <p:spPr>
            <a:xfrm>
              <a:off x="5415724" y="3943814"/>
              <a:ext cx="516841"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核销</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方案</a:t>
              </a:r>
            </a:p>
          </p:txBody>
        </p:sp>
        <p:sp>
          <p:nvSpPr>
            <p:cNvPr id="34" name="圆角矩形 17">
              <a:extLst>
                <a:ext uri="{FF2B5EF4-FFF2-40B4-BE49-F238E27FC236}">
                  <a16:creationId xmlns:a16="http://schemas.microsoft.com/office/drawing/2014/main" id="{F13F5BDF-C838-4B02-2525-4AA82B3673F1}"/>
                </a:ext>
              </a:extLst>
            </p:cNvPr>
            <p:cNvSpPr/>
            <p:nvPr/>
          </p:nvSpPr>
          <p:spPr>
            <a:xfrm>
              <a:off x="6508517" y="3941884"/>
              <a:ext cx="497303" cy="219041"/>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rPr>
                <a:t>……</a:t>
              </a:r>
              <a:endPar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5" name="圆角矩形 17">
              <a:extLst>
                <a:ext uri="{FF2B5EF4-FFF2-40B4-BE49-F238E27FC236}">
                  <a16:creationId xmlns:a16="http://schemas.microsoft.com/office/drawing/2014/main" id="{05B2C4B6-CB72-20E8-EBEB-4E768E9AF0DD}"/>
                </a:ext>
              </a:extLst>
            </p:cNvPr>
            <p:cNvSpPr/>
            <p:nvPr/>
          </p:nvSpPr>
          <p:spPr>
            <a:xfrm>
              <a:off x="5967239" y="3943814"/>
              <a:ext cx="516841"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折旧</a:t>
              </a:r>
              <a:endParaRPr lang="en-US" altLang="zh-CN" sz="6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pitchFamily="34" charset="-122"/>
                  <a:sym typeface="微软雅黑 Light" panose="020B0502040204020203" pitchFamily="34" charset="-122"/>
                </a:rPr>
                <a:t>政策</a:t>
              </a:r>
            </a:p>
          </p:txBody>
        </p:sp>
        <p:sp>
          <p:nvSpPr>
            <p:cNvPr id="36" name="矩形 35">
              <a:extLst>
                <a:ext uri="{FF2B5EF4-FFF2-40B4-BE49-F238E27FC236}">
                  <a16:creationId xmlns:a16="http://schemas.microsoft.com/office/drawing/2014/main" id="{36C4DF67-726E-41AA-E4B6-D71DCD3B48D8}"/>
                </a:ext>
              </a:extLst>
            </p:cNvPr>
            <p:cNvSpPr/>
            <p:nvPr/>
          </p:nvSpPr>
          <p:spPr bwMode="auto">
            <a:xfrm>
              <a:off x="6671563" y="1272160"/>
              <a:ext cx="1825965" cy="213133"/>
            </a:xfrm>
            <a:prstGeom prst="rect">
              <a:avLst/>
            </a:prstGeom>
            <a:noFill/>
            <a:ln w="12700" algn="ctr">
              <a:noFill/>
              <a:round/>
            </a:ln>
          </p:spPr>
          <p:txBody>
            <a:bodyPr lIns="0" tIns="0" rIns="0" bIns="0" anchor="ctr"/>
            <a:lstStyle/>
            <a:p>
              <a:pPr algn="ctr" defTabSz="858520" eaLnBrk="0" hangingPunct="0">
                <a:defRPr/>
              </a:pPr>
              <a:r>
                <a:rPr lang="en-US" altLang="zh-CN" sz="900" b="1" noProof="1">
                  <a:latin typeface="微软雅黑 Light" panose="020B0502040204020203" pitchFamily="34" charset="-122"/>
                  <a:ea typeface="微软雅黑" panose="020B0503020204020204" pitchFamily="34" charset="-122"/>
                  <a:sym typeface="微软雅黑 Light" panose="020B0502040204020203" pitchFamily="34" charset="-122"/>
                </a:rPr>
                <a:t>3.ERP</a:t>
              </a:r>
              <a:r>
                <a:rPr lang="zh-CN" altLang="en-US" sz="900" b="1" noProof="1">
                  <a:latin typeface="微软雅黑 Light" panose="020B0502040204020203" pitchFamily="34" charset="-122"/>
                  <a:ea typeface="微软雅黑" panose="020B0503020204020204" pitchFamily="34" charset="-122"/>
                  <a:sym typeface="微软雅黑 Light" panose="020B0502040204020203" pitchFamily="34" charset="-122"/>
                </a:rPr>
                <a:t>后台系统</a:t>
              </a:r>
              <a:endParaRPr lang="en-US" sz="900" b="1"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7" name="Right Arrow 161">
              <a:extLst>
                <a:ext uri="{FF2B5EF4-FFF2-40B4-BE49-F238E27FC236}">
                  <a16:creationId xmlns:a16="http://schemas.microsoft.com/office/drawing/2014/main" id="{53655375-308D-33ED-3A86-17AB906C5DC6}"/>
                </a:ext>
              </a:extLst>
            </p:cNvPr>
            <p:cNvSpPr/>
            <p:nvPr/>
          </p:nvSpPr>
          <p:spPr bwMode="auto">
            <a:xfrm>
              <a:off x="1693474" y="1950590"/>
              <a:ext cx="264923" cy="232983"/>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8" name="Right Arrow 161">
              <a:extLst>
                <a:ext uri="{FF2B5EF4-FFF2-40B4-BE49-F238E27FC236}">
                  <a16:creationId xmlns:a16="http://schemas.microsoft.com/office/drawing/2014/main" id="{80F60BD1-78EB-60E4-04A0-D49E71261A42}"/>
                </a:ext>
              </a:extLst>
            </p:cNvPr>
            <p:cNvSpPr/>
            <p:nvPr/>
          </p:nvSpPr>
          <p:spPr bwMode="auto">
            <a:xfrm>
              <a:off x="1699819" y="2960181"/>
              <a:ext cx="264923" cy="211559"/>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9" name="Rectangle 348">
              <a:extLst>
                <a:ext uri="{FF2B5EF4-FFF2-40B4-BE49-F238E27FC236}">
                  <a16:creationId xmlns:a16="http://schemas.microsoft.com/office/drawing/2014/main" id="{F34870F4-5FEE-B94E-8E91-8A8867239920}"/>
                </a:ext>
              </a:extLst>
            </p:cNvPr>
            <p:cNvSpPr/>
            <p:nvPr/>
          </p:nvSpPr>
          <p:spPr bwMode="auto">
            <a:xfrm>
              <a:off x="435443" y="943841"/>
              <a:ext cx="3815733" cy="297253"/>
            </a:xfrm>
            <a:prstGeom prst="rect">
              <a:avLst/>
            </a:prstGeom>
            <a:solidFill>
              <a:schemeClr val="accent1">
                <a:lumMod val="20000"/>
                <a:lumOff val="80000"/>
              </a:schemeClr>
            </a:solidFill>
            <a:ln w="28575" cap="flat" cmpd="sng" algn="ctr">
              <a:noFill/>
              <a:prstDash val="dash"/>
            </a:ln>
            <a:effectLst/>
          </p:spPr>
          <p:txBody>
            <a:bodyPr lIns="58433" tIns="29216" rIns="58433" bIns="29216"/>
            <a:lstStyle/>
            <a:p>
              <a:pPr defTabSz="843915" eaLnBrk="0" hangingPunct="0">
                <a:defRPr/>
              </a:pPr>
              <a:r>
                <a:rPr lang="zh-CN" altLang="en-US" sz="800" b="1" kern="0" noProof="1">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门户</a:t>
              </a:r>
              <a:endParaRPr lang="en-US" altLang="zh-CN" sz="800" b="1" kern="0" noProof="1">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defTabSz="843915" eaLnBrk="0" hangingPunct="0">
                <a:defRPr/>
              </a:pPr>
              <a:r>
                <a:rPr lang="zh-CN" altLang="en-US" sz="800" b="1" kern="0" noProof="1">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终端</a:t>
              </a:r>
              <a:endParaRPr lang="en-US" altLang="zh-CN" sz="800" b="1" kern="0" noProof="1">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0" name="Rectangle 349">
              <a:extLst>
                <a:ext uri="{FF2B5EF4-FFF2-40B4-BE49-F238E27FC236}">
                  <a16:creationId xmlns:a16="http://schemas.microsoft.com/office/drawing/2014/main" id="{BCCC0997-A41E-D396-F492-3A8FF734EA8D}"/>
                </a:ext>
              </a:extLst>
            </p:cNvPr>
            <p:cNvSpPr/>
            <p:nvPr/>
          </p:nvSpPr>
          <p:spPr bwMode="auto">
            <a:xfrm>
              <a:off x="1099064" y="994961"/>
              <a:ext cx="1262748" cy="192813"/>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en-US" altLang="zh-CN"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KOA</a:t>
              </a:r>
              <a:r>
                <a:rPr kumimoji="1" lang="zh-CN" altLang="en-US"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平台</a:t>
              </a:r>
              <a:endParaRPr kumimoji="1" lang="en-US"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41" name="Rectangle 351">
              <a:extLst>
                <a:ext uri="{FF2B5EF4-FFF2-40B4-BE49-F238E27FC236}">
                  <a16:creationId xmlns:a16="http://schemas.microsoft.com/office/drawing/2014/main" id="{38CB4FAB-AE00-C1CC-B795-5BF23289E778}"/>
                </a:ext>
              </a:extLst>
            </p:cNvPr>
            <p:cNvSpPr/>
            <p:nvPr/>
          </p:nvSpPr>
          <p:spPr bwMode="auto">
            <a:xfrm>
              <a:off x="4299212" y="944036"/>
              <a:ext cx="4198315" cy="288270"/>
            </a:xfrm>
            <a:prstGeom prst="rect">
              <a:avLst/>
            </a:prstGeom>
            <a:solidFill>
              <a:schemeClr val="accent1">
                <a:lumMod val="20000"/>
                <a:lumOff val="80000"/>
              </a:schemeClr>
            </a:solidFill>
            <a:ln w="28575" cap="flat" cmpd="sng" algn="ctr">
              <a:noFill/>
              <a:prstDash val="dash"/>
            </a:ln>
            <a:effectLst/>
          </p:spPr>
          <p:txBody>
            <a:bodyPr lIns="58433" tIns="29216" rIns="58433" bIns="29216"/>
            <a:lstStyle/>
            <a:p>
              <a:pPr defTabSz="843915" eaLnBrk="0" hangingPunct="0">
                <a:defRPr/>
              </a:pPr>
              <a:r>
                <a:rPr lang="zh-CN" altLang="en-US" sz="800" b="1" kern="0" noProof="1">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数据</a:t>
              </a:r>
              <a:endParaRPr lang="en-US" altLang="zh-CN" sz="800" b="1" kern="0" noProof="1">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defTabSz="843915" eaLnBrk="0" hangingPunct="0">
                <a:defRPr/>
              </a:pPr>
              <a:r>
                <a:rPr lang="zh-CN" altLang="en-US" sz="800" b="1" kern="0" noProof="1">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平台</a:t>
              </a:r>
              <a:endParaRPr lang="en-US" altLang="zh-CN" sz="800" b="1" kern="0" noProof="1">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2" name="Rectangle 349">
              <a:extLst>
                <a:ext uri="{FF2B5EF4-FFF2-40B4-BE49-F238E27FC236}">
                  <a16:creationId xmlns:a16="http://schemas.microsoft.com/office/drawing/2014/main" id="{9CCFCCC8-6137-9A20-F8DB-B352C4DE696E}"/>
                </a:ext>
              </a:extLst>
            </p:cNvPr>
            <p:cNvSpPr/>
            <p:nvPr/>
          </p:nvSpPr>
          <p:spPr bwMode="auto">
            <a:xfrm>
              <a:off x="2820272" y="1000317"/>
              <a:ext cx="1262748" cy="194152"/>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zh-CN" altLang="en-US"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云之家</a:t>
              </a:r>
              <a:endParaRPr kumimoji="1" lang="en-US"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43" name="Rectangle 349">
              <a:extLst>
                <a:ext uri="{FF2B5EF4-FFF2-40B4-BE49-F238E27FC236}">
                  <a16:creationId xmlns:a16="http://schemas.microsoft.com/office/drawing/2014/main" id="{4C027466-0838-C450-2A16-F14E71B0E8F8}"/>
                </a:ext>
              </a:extLst>
            </p:cNvPr>
            <p:cNvSpPr/>
            <p:nvPr/>
          </p:nvSpPr>
          <p:spPr bwMode="auto">
            <a:xfrm>
              <a:off x="4977733" y="992401"/>
              <a:ext cx="1261161" cy="194152"/>
            </a:xfrm>
            <a:prstGeom prst="rect">
              <a:avLst/>
            </a:prstGeom>
            <a:solidFill>
              <a:schemeClr val="tx2">
                <a:lumMod val="40000"/>
                <a:lumOff val="60000"/>
              </a:schemeClr>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en-US" altLang="zh-CN"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BI</a:t>
              </a:r>
              <a:r>
                <a:rPr kumimoji="1" lang="zh-CN" altLang="en-US"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报表分析平台</a:t>
              </a:r>
              <a:endParaRPr kumimoji="1" lang="en-US"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44" name="Rectangle 349">
              <a:extLst>
                <a:ext uri="{FF2B5EF4-FFF2-40B4-BE49-F238E27FC236}">
                  <a16:creationId xmlns:a16="http://schemas.microsoft.com/office/drawing/2014/main" id="{CF1DF94C-66DF-54D7-98A5-4D6813C68444}"/>
                </a:ext>
              </a:extLst>
            </p:cNvPr>
            <p:cNvSpPr/>
            <p:nvPr/>
          </p:nvSpPr>
          <p:spPr bwMode="auto">
            <a:xfrm>
              <a:off x="6917858" y="997759"/>
              <a:ext cx="1261162" cy="190135"/>
            </a:xfrm>
            <a:prstGeom prst="rect">
              <a:avLst/>
            </a:prstGeom>
            <a:solidFill>
              <a:schemeClr val="tx2">
                <a:lumMod val="40000"/>
                <a:lumOff val="60000"/>
              </a:schemeClr>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zh-CN" altLang="en-US"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场景化应用平台</a:t>
              </a:r>
              <a:endParaRPr kumimoji="1" lang="en-US" sz="800" b="1" noProof="1">
                <a:solidFill>
                  <a:schemeClr val="bg1"/>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45" name="column-container_01">
              <a:extLst>
                <a:ext uri="{FF2B5EF4-FFF2-40B4-BE49-F238E27FC236}">
                  <a16:creationId xmlns:a16="http://schemas.microsoft.com/office/drawing/2014/main" id="{E5AC3671-34C1-525D-D7B9-93CBB390CDB3}"/>
                </a:ext>
              </a:extLst>
            </p:cNvPr>
            <p:cNvSpPr>
              <a:spLocks noChangeArrowheads="1"/>
            </p:cNvSpPr>
            <p:nvPr/>
          </p:nvSpPr>
          <p:spPr bwMode="gray">
            <a:xfrm>
              <a:off x="538597" y="1782805"/>
              <a:ext cx="1104113" cy="320958"/>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计划系统</a:t>
              </a:r>
              <a:endParaRPr kumimoji="1" lang="en-US" altLang="zh-CN"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46" name="column-container_01">
              <a:extLst>
                <a:ext uri="{FF2B5EF4-FFF2-40B4-BE49-F238E27FC236}">
                  <a16:creationId xmlns:a16="http://schemas.microsoft.com/office/drawing/2014/main" id="{D32254B6-6DFA-1497-9335-5F8A081AFEC1}"/>
                </a:ext>
              </a:extLst>
            </p:cNvPr>
            <p:cNvSpPr>
              <a:spLocks noChangeArrowheads="1"/>
            </p:cNvSpPr>
            <p:nvPr/>
          </p:nvSpPr>
          <p:spPr bwMode="gray">
            <a:xfrm>
              <a:off x="538597" y="2142229"/>
              <a:ext cx="1104113" cy="296257"/>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采购系统</a:t>
              </a:r>
              <a:endParaRPr kumimoji="1" lang="en-US" altLang="zh-CN"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47" name="column-container_01">
              <a:extLst>
                <a:ext uri="{FF2B5EF4-FFF2-40B4-BE49-F238E27FC236}">
                  <a16:creationId xmlns:a16="http://schemas.microsoft.com/office/drawing/2014/main" id="{891EC653-458D-DED7-0A76-801A8B91F8BC}"/>
                </a:ext>
              </a:extLst>
            </p:cNvPr>
            <p:cNvSpPr>
              <a:spLocks noChangeArrowheads="1"/>
            </p:cNvSpPr>
            <p:nvPr/>
          </p:nvSpPr>
          <p:spPr bwMode="gray">
            <a:xfrm>
              <a:off x="538597" y="1444166"/>
              <a:ext cx="1104113" cy="305963"/>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研发</a:t>
              </a:r>
              <a:endParaRPr kumimoji="1" lang="en-US" altLang="zh-CN"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48" name="column-container_01">
              <a:extLst>
                <a:ext uri="{FF2B5EF4-FFF2-40B4-BE49-F238E27FC236}">
                  <a16:creationId xmlns:a16="http://schemas.microsoft.com/office/drawing/2014/main" id="{99C3B0D9-2A63-B95D-A8A2-B578F4D9AD6F}"/>
                </a:ext>
              </a:extLst>
            </p:cNvPr>
            <p:cNvSpPr>
              <a:spLocks noChangeArrowheads="1"/>
            </p:cNvSpPr>
            <p:nvPr/>
          </p:nvSpPr>
          <p:spPr bwMode="gray">
            <a:xfrm>
              <a:off x="538597" y="2480067"/>
              <a:ext cx="1104113" cy="324008"/>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生产系统</a:t>
              </a:r>
              <a:endParaRPr kumimoji="1" lang="en-US" altLang="zh-CN"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49" name="column-container_01">
              <a:extLst>
                <a:ext uri="{FF2B5EF4-FFF2-40B4-BE49-F238E27FC236}">
                  <a16:creationId xmlns:a16="http://schemas.microsoft.com/office/drawing/2014/main" id="{1F85D132-9A83-0A56-31F5-D88EA955A252}"/>
                </a:ext>
              </a:extLst>
            </p:cNvPr>
            <p:cNvSpPr>
              <a:spLocks noChangeArrowheads="1"/>
            </p:cNvSpPr>
            <p:nvPr/>
          </p:nvSpPr>
          <p:spPr bwMode="gray">
            <a:xfrm>
              <a:off x="538597" y="3314029"/>
              <a:ext cx="1104113" cy="415512"/>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销售系统</a:t>
              </a:r>
              <a:endParaRPr kumimoji="1" lang="en-US" altLang="zh-CN"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50" name="column-container_01">
              <a:extLst>
                <a:ext uri="{FF2B5EF4-FFF2-40B4-BE49-F238E27FC236}">
                  <a16:creationId xmlns:a16="http://schemas.microsoft.com/office/drawing/2014/main" id="{3AD5AE0D-66F8-85B8-D251-47754E6C8CD4}"/>
                </a:ext>
              </a:extLst>
            </p:cNvPr>
            <p:cNvSpPr>
              <a:spLocks noChangeArrowheads="1"/>
            </p:cNvSpPr>
            <p:nvPr/>
          </p:nvSpPr>
          <p:spPr bwMode="gray">
            <a:xfrm>
              <a:off x="538597" y="3773727"/>
              <a:ext cx="1104113" cy="313750"/>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en-US" altLang="en-US"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CRM</a:t>
              </a:r>
            </a:p>
          </p:txBody>
        </p:sp>
        <p:sp>
          <p:nvSpPr>
            <p:cNvPr id="51" name="column-container_01">
              <a:extLst>
                <a:ext uri="{FF2B5EF4-FFF2-40B4-BE49-F238E27FC236}">
                  <a16:creationId xmlns:a16="http://schemas.microsoft.com/office/drawing/2014/main" id="{0F9AB23E-DE51-687E-BC8A-069B5D0106D7}"/>
                </a:ext>
              </a:extLst>
            </p:cNvPr>
            <p:cNvSpPr>
              <a:spLocks noChangeArrowheads="1"/>
            </p:cNvSpPr>
            <p:nvPr/>
          </p:nvSpPr>
          <p:spPr bwMode="gray">
            <a:xfrm>
              <a:off x="538597" y="4125338"/>
              <a:ext cx="1104113" cy="441065"/>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政策系统</a:t>
              </a:r>
            </a:p>
          </p:txBody>
        </p:sp>
        <p:sp>
          <p:nvSpPr>
            <p:cNvPr id="52" name="column-container_01">
              <a:extLst>
                <a:ext uri="{FF2B5EF4-FFF2-40B4-BE49-F238E27FC236}">
                  <a16:creationId xmlns:a16="http://schemas.microsoft.com/office/drawing/2014/main" id="{9B231EA3-AC94-84E6-4A7A-C259812786A6}"/>
                </a:ext>
              </a:extLst>
            </p:cNvPr>
            <p:cNvSpPr>
              <a:spLocks noChangeArrowheads="1"/>
            </p:cNvSpPr>
            <p:nvPr/>
          </p:nvSpPr>
          <p:spPr bwMode="gray">
            <a:xfrm>
              <a:off x="538597" y="2839129"/>
              <a:ext cx="1104113" cy="445942"/>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仓储物流系统</a:t>
              </a:r>
              <a:endParaRPr kumimoji="1" lang="en-US" altLang="zh-CN" sz="800" b="1" noProof="1">
                <a:solidFill>
                  <a:srgbClr val="FFFFFF"/>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p:txBody>
        </p:sp>
        <p:sp>
          <p:nvSpPr>
            <p:cNvPr id="53" name="等腰三角形 210">
              <a:extLst>
                <a:ext uri="{FF2B5EF4-FFF2-40B4-BE49-F238E27FC236}">
                  <a16:creationId xmlns:a16="http://schemas.microsoft.com/office/drawing/2014/main" id="{A26FB145-13B7-C1FA-F87D-B4876B879688}"/>
                </a:ext>
              </a:extLst>
            </p:cNvPr>
            <p:cNvSpPr/>
            <p:nvPr/>
          </p:nvSpPr>
          <p:spPr bwMode="gray">
            <a:xfrm>
              <a:off x="400566" y="628092"/>
              <a:ext cx="8096962" cy="282241"/>
            </a:xfrm>
            <a:prstGeom prst="triangle">
              <a:avLst>
                <a:gd name="adj" fmla="val 50633"/>
              </a:avLst>
            </a:prstGeom>
            <a:solidFill>
              <a:srgbClr val="2971EB"/>
            </a:solidFill>
            <a:ln w="19050" algn="ctr">
              <a:noFill/>
              <a:miter lim="800000"/>
            </a:ln>
          </p:spPr>
          <p:txBody>
            <a:bodyPr lIns="61545" tIns="61545" rIns="61545" bIns="61545" anchor="ctr"/>
            <a:lstStyle/>
            <a:p>
              <a:pPr algn="ctr">
                <a:lnSpc>
                  <a:spcPct val="106000"/>
                </a:lnSpc>
                <a:defRPr/>
              </a:pPr>
              <a:endParaRPr lang="zh-CN" altLang="en-US" sz="1050" b="1" noProof="1">
                <a:solidFill>
                  <a:srgbClr val="FF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4" name="Right Arrow 161">
              <a:extLst>
                <a:ext uri="{FF2B5EF4-FFF2-40B4-BE49-F238E27FC236}">
                  <a16:creationId xmlns:a16="http://schemas.microsoft.com/office/drawing/2014/main" id="{183EBF85-BB18-6874-9B0E-784CF1EAC293}"/>
                </a:ext>
              </a:extLst>
            </p:cNvPr>
            <p:cNvSpPr/>
            <p:nvPr/>
          </p:nvSpPr>
          <p:spPr bwMode="auto">
            <a:xfrm>
              <a:off x="1725200" y="4050383"/>
              <a:ext cx="266509" cy="211559"/>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5" name="Rectangle 1">
              <a:extLst>
                <a:ext uri="{FF2B5EF4-FFF2-40B4-BE49-F238E27FC236}">
                  <a16:creationId xmlns:a16="http://schemas.microsoft.com/office/drawing/2014/main" id="{A70F3BE0-B0AB-CCBE-1396-0C1254AD56DB}"/>
                </a:ext>
              </a:extLst>
            </p:cNvPr>
            <p:cNvSpPr>
              <a:spLocks noChangeArrowheads="1"/>
            </p:cNvSpPr>
            <p:nvPr/>
          </p:nvSpPr>
          <p:spPr bwMode="auto">
            <a:xfrm>
              <a:off x="7541787" y="1440859"/>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SAP600</a:t>
              </a:r>
            </a:p>
          </p:txBody>
        </p:sp>
        <p:sp>
          <p:nvSpPr>
            <p:cNvPr id="56" name="Rectangle 1">
              <a:extLst>
                <a:ext uri="{FF2B5EF4-FFF2-40B4-BE49-F238E27FC236}">
                  <a16:creationId xmlns:a16="http://schemas.microsoft.com/office/drawing/2014/main" id="{14032985-1416-92D4-2DC8-5FDE718FC2FE}"/>
                </a:ext>
              </a:extLst>
            </p:cNvPr>
            <p:cNvSpPr>
              <a:spLocks noChangeArrowheads="1"/>
            </p:cNvSpPr>
            <p:nvPr/>
          </p:nvSpPr>
          <p:spPr bwMode="auto">
            <a:xfrm>
              <a:off x="7552032" y="1911123"/>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SAP800</a:t>
              </a:r>
            </a:p>
          </p:txBody>
        </p:sp>
        <p:sp>
          <p:nvSpPr>
            <p:cNvPr id="57" name="Rectangle 1">
              <a:extLst>
                <a:ext uri="{FF2B5EF4-FFF2-40B4-BE49-F238E27FC236}">
                  <a16:creationId xmlns:a16="http://schemas.microsoft.com/office/drawing/2014/main" id="{A3B5CDDD-8F5C-BB57-7D76-3942DB7F4699}"/>
                </a:ext>
              </a:extLst>
            </p:cNvPr>
            <p:cNvSpPr>
              <a:spLocks noChangeArrowheads="1"/>
            </p:cNvSpPr>
            <p:nvPr/>
          </p:nvSpPr>
          <p:spPr bwMode="auto">
            <a:xfrm>
              <a:off x="7557016" y="2394281"/>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SAP900</a:t>
              </a:r>
            </a:p>
          </p:txBody>
        </p:sp>
        <p:sp>
          <p:nvSpPr>
            <p:cNvPr id="58" name="Rectangle 1">
              <a:extLst>
                <a:ext uri="{FF2B5EF4-FFF2-40B4-BE49-F238E27FC236}">
                  <a16:creationId xmlns:a16="http://schemas.microsoft.com/office/drawing/2014/main" id="{ED0F92BE-2163-DA66-124A-19B7AD9A0F10}"/>
                </a:ext>
              </a:extLst>
            </p:cNvPr>
            <p:cNvSpPr>
              <a:spLocks noChangeArrowheads="1"/>
            </p:cNvSpPr>
            <p:nvPr/>
          </p:nvSpPr>
          <p:spPr bwMode="auto">
            <a:xfrm>
              <a:off x="7550497" y="2877946"/>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K/3</a:t>
              </a:r>
            </a:p>
          </p:txBody>
        </p:sp>
        <p:sp>
          <p:nvSpPr>
            <p:cNvPr id="59" name="Rectangle 1">
              <a:extLst>
                <a:ext uri="{FF2B5EF4-FFF2-40B4-BE49-F238E27FC236}">
                  <a16:creationId xmlns:a16="http://schemas.microsoft.com/office/drawing/2014/main" id="{75E971DD-B162-DC35-940F-CC1D45B32667}"/>
                </a:ext>
              </a:extLst>
            </p:cNvPr>
            <p:cNvSpPr>
              <a:spLocks noChangeArrowheads="1"/>
            </p:cNvSpPr>
            <p:nvPr/>
          </p:nvSpPr>
          <p:spPr bwMode="auto">
            <a:xfrm>
              <a:off x="7561877" y="3346456"/>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U8</a:t>
              </a:r>
            </a:p>
          </p:txBody>
        </p:sp>
        <p:sp>
          <p:nvSpPr>
            <p:cNvPr id="60" name="Rectangle 1">
              <a:extLst>
                <a:ext uri="{FF2B5EF4-FFF2-40B4-BE49-F238E27FC236}">
                  <a16:creationId xmlns:a16="http://schemas.microsoft.com/office/drawing/2014/main" id="{08A0C1D8-AEB1-7CAE-C102-95C4AA9E9944}"/>
                </a:ext>
              </a:extLst>
            </p:cNvPr>
            <p:cNvSpPr>
              <a:spLocks noChangeArrowheads="1"/>
            </p:cNvSpPr>
            <p:nvPr/>
          </p:nvSpPr>
          <p:spPr bwMode="auto">
            <a:xfrm>
              <a:off x="7558619" y="3800740"/>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a:t>
              </a:r>
            </a:p>
          </p:txBody>
        </p:sp>
        <p:sp>
          <p:nvSpPr>
            <p:cNvPr id="61" name="Right Arrow 161">
              <a:extLst>
                <a:ext uri="{FF2B5EF4-FFF2-40B4-BE49-F238E27FC236}">
                  <a16:creationId xmlns:a16="http://schemas.microsoft.com/office/drawing/2014/main" id="{54D58034-31D0-209F-669A-157DDC02ECD9}"/>
                </a:ext>
              </a:extLst>
            </p:cNvPr>
            <p:cNvSpPr/>
            <p:nvPr/>
          </p:nvSpPr>
          <p:spPr bwMode="auto">
            <a:xfrm>
              <a:off x="7207451" y="1964699"/>
              <a:ext cx="264923" cy="232983"/>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2" name="Right Arrow 161">
              <a:extLst>
                <a:ext uri="{FF2B5EF4-FFF2-40B4-BE49-F238E27FC236}">
                  <a16:creationId xmlns:a16="http://schemas.microsoft.com/office/drawing/2014/main" id="{7E992ACD-803F-89C4-82CB-8A28D98BB6D8}"/>
                </a:ext>
              </a:extLst>
            </p:cNvPr>
            <p:cNvSpPr/>
            <p:nvPr/>
          </p:nvSpPr>
          <p:spPr bwMode="auto">
            <a:xfrm>
              <a:off x="7213796" y="2974289"/>
              <a:ext cx="264923" cy="211559"/>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3" name="Right Arrow 161">
              <a:extLst>
                <a:ext uri="{FF2B5EF4-FFF2-40B4-BE49-F238E27FC236}">
                  <a16:creationId xmlns:a16="http://schemas.microsoft.com/office/drawing/2014/main" id="{2A811705-A114-169D-8251-DE26A501EE27}"/>
                </a:ext>
              </a:extLst>
            </p:cNvPr>
            <p:cNvSpPr/>
            <p:nvPr/>
          </p:nvSpPr>
          <p:spPr bwMode="auto">
            <a:xfrm>
              <a:off x="7219635" y="4013696"/>
              <a:ext cx="266509" cy="211559"/>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5" name="column-container_01">
              <a:extLst>
                <a:ext uri="{FF2B5EF4-FFF2-40B4-BE49-F238E27FC236}">
                  <a16:creationId xmlns:a16="http://schemas.microsoft.com/office/drawing/2014/main" id="{A126F33E-17D1-0C79-E820-76C1A6D6CBC6}"/>
                </a:ext>
              </a:extLst>
            </p:cNvPr>
            <p:cNvSpPr>
              <a:spLocks noChangeArrowheads="1"/>
            </p:cNvSpPr>
            <p:nvPr/>
          </p:nvSpPr>
          <p:spPr bwMode="gray">
            <a:xfrm>
              <a:off x="7574104" y="4202724"/>
              <a:ext cx="833521" cy="281872"/>
            </a:xfrm>
            <a:prstGeom prst="rect">
              <a:avLst/>
            </a:prstGeom>
            <a:solidFill>
              <a:schemeClr val="accent2"/>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zh-CN" altLang="en-US" sz="800" b="1" noProof="1">
                  <a:solidFill>
                    <a:schemeClr val="tx1">
                      <a:lumMod val="65000"/>
                      <a:lumOff val="35000"/>
                    </a:schemeClr>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收付直联与</a:t>
              </a:r>
              <a:endParaRPr kumimoji="1" lang="en-US" altLang="zh-CN" sz="800" b="1" noProof="1">
                <a:solidFill>
                  <a:schemeClr val="tx1">
                    <a:lumMod val="65000"/>
                    <a:lumOff val="35000"/>
                  </a:schemeClr>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endParaRPr>
            </a:p>
            <a:p>
              <a:pPr algn="ctr" latinLnBrk="1">
                <a:defRPr/>
              </a:pPr>
              <a:r>
                <a:rPr kumimoji="1" lang="zh-CN" altLang="en-US" sz="800" b="1" noProof="1">
                  <a:solidFill>
                    <a:schemeClr val="tx1">
                      <a:lumMod val="65000"/>
                      <a:lumOff val="35000"/>
                    </a:schemeClr>
                  </a:solidFill>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票据管理</a:t>
              </a:r>
            </a:p>
          </p:txBody>
        </p:sp>
        <p:sp>
          <p:nvSpPr>
            <p:cNvPr id="66" name="矩形 65">
              <a:extLst>
                <a:ext uri="{FF2B5EF4-FFF2-40B4-BE49-F238E27FC236}">
                  <a16:creationId xmlns:a16="http://schemas.microsoft.com/office/drawing/2014/main" id="{4BAE3338-9472-23C9-EA7F-A5A35F482188}"/>
                </a:ext>
              </a:extLst>
            </p:cNvPr>
            <p:cNvSpPr/>
            <p:nvPr/>
          </p:nvSpPr>
          <p:spPr>
            <a:xfrm>
              <a:off x="5223918" y="1739083"/>
              <a:ext cx="801370" cy="327660"/>
            </a:xfrm>
            <a:prstGeom prst="rect">
              <a:avLst/>
            </a:prstGeom>
            <a:solidFill>
              <a:srgbClr val="05C8C8"/>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订单到收款</a:t>
              </a:r>
            </a:p>
          </p:txBody>
        </p:sp>
        <p:sp>
          <p:nvSpPr>
            <p:cNvPr id="67" name="矩形 66">
              <a:extLst>
                <a:ext uri="{FF2B5EF4-FFF2-40B4-BE49-F238E27FC236}">
                  <a16:creationId xmlns:a16="http://schemas.microsoft.com/office/drawing/2014/main" id="{EE888468-C1BA-6A75-ED14-6FABD6C901A9}"/>
                </a:ext>
              </a:extLst>
            </p:cNvPr>
            <p:cNvSpPr/>
            <p:nvPr/>
          </p:nvSpPr>
          <p:spPr>
            <a:xfrm>
              <a:off x="6281195" y="1739083"/>
              <a:ext cx="801370" cy="328930"/>
            </a:xfrm>
            <a:prstGeom prst="rect">
              <a:avLst/>
            </a:prstGeom>
            <a:solidFill>
              <a:srgbClr val="05C8C8"/>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采购到付款</a:t>
              </a:r>
            </a:p>
          </p:txBody>
        </p:sp>
        <p:sp>
          <p:nvSpPr>
            <p:cNvPr id="68" name="矩形 67">
              <a:extLst>
                <a:ext uri="{FF2B5EF4-FFF2-40B4-BE49-F238E27FC236}">
                  <a16:creationId xmlns:a16="http://schemas.microsoft.com/office/drawing/2014/main" id="{59CC2A5B-0F27-622D-7F6B-B52098D8B6F3}"/>
                </a:ext>
              </a:extLst>
            </p:cNvPr>
            <p:cNvSpPr/>
            <p:nvPr/>
          </p:nvSpPr>
          <p:spPr>
            <a:xfrm>
              <a:off x="6281195" y="2332173"/>
              <a:ext cx="801370" cy="326390"/>
            </a:xfrm>
            <a:prstGeom prst="rect">
              <a:avLst/>
            </a:prstGeom>
            <a:solidFill>
              <a:srgbClr val="05C8C8"/>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总账到报表</a:t>
              </a:r>
            </a:p>
          </p:txBody>
        </p:sp>
        <p:sp>
          <p:nvSpPr>
            <p:cNvPr id="69" name="矩形 68">
              <a:extLst>
                <a:ext uri="{FF2B5EF4-FFF2-40B4-BE49-F238E27FC236}">
                  <a16:creationId xmlns:a16="http://schemas.microsoft.com/office/drawing/2014/main" id="{13075B50-F5AA-E0DF-064A-A0EF21AA1693}"/>
                </a:ext>
              </a:extLst>
            </p:cNvPr>
            <p:cNvSpPr/>
            <p:nvPr/>
          </p:nvSpPr>
          <p:spPr bwMode="auto">
            <a:xfrm>
              <a:off x="2124139" y="1480575"/>
              <a:ext cx="1833653" cy="142836"/>
            </a:xfrm>
            <a:prstGeom prst="rect">
              <a:avLst/>
            </a:prstGeom>
            <a:noFill/>
            <a:ln w="12700" algn="ctr">
              <a:noFill/>
              <a:round/>
            </a:ln>
          </p:spPr>
          <p:txBody>
            <a:bodyPr lIns="0" tIns="0" rIns="0" bIns="0" anchor="ctr"/>
            <a:lstStyle/>
            <a:p>
              <a:pPr defTabSz="858520" eaLnBrk="0" hangingPunct="0">
                <a:defRPr/>
              </a:pPr>
              <a:r>
                <a:rPr lang="en-US" altLang="zh-CN" sz="800" b="1" noProof="1">
                  <a:latin typeface="微软雅黑 Light" panose="020B0502040204020203" pitchFamily="34" charset="-122"/>
                  <a:ea typeface="微软雅黑" panose="020B0503020204020204" pitchFamily="34" charset="-122"/>
                  <a:sym typeface="微软雅黑 Light" panose="020B0502040204020203" pitchFamily="34" charset="-122"/>
                </a:rPr>
                <a:t>2.1</a:t>
              </a:r>
              <a:r>
                <a:rPr lang="zh-CN" altLang="en-US" sz="800" b="1" noProof="1">
                  <a:latin typeface="微软雅黑 Light" panose="020B0502040204020203" pitchFamily="34" charset="-122"/>
                  <a:ea typeface="微软雅黑" panose="020B0503020204020204" pitchFamily="34" charset="-122"/>
                  <a:sym typeface="微软雅黑 Light" panose="020B0502040204020203" pitchFamily="34" charset="-122"/>
                </a:rPr>
                <a:t>财务应用</a:t>
              </a:r>
              <a:endParaRPr lang="en-US" sz="800" b="1"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0" name="Rectangle 1">
              <a:extLst>
                <a:ext uri="{FF2B5EF4-FFF2-40B4-BE49-F238E27FC236}">
                  <a16:creationId xmlns:a16="http://schemas.microsoft.com/office/drawing/2014/main" id="{AFAE561B-88F8-496C-006C-6B49D50A9211}"/>
                </a:ext>
              </a:extLst>
            </p:cNvPr>
            <p:cNvSpPr>
              <a:spLocks noChangeArrowheads="1"/>
            </p:cNvSpPr>
            <p:nvPr/>
          </p:nvSpPr>
          <p:spPr bwMode="auto">
            <a:xfrm>
              <a:off x="435443" y="4587832"/>
              <a:ext cx="8062085" cy="312160"/>
            </a:xfrm>
            <a:prstGeom prst="rect">
              <a:avLst/>
            </a:prstGeom>
            <a:solidFill>
              <a:srgbClr val="22AAFE"/>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zh-CN" altLang="en-US" sz="9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数据标准、数据湖、数据应用</a:t>
              </a:r>
              <a:r>
                <a:rPr kumimoji="1" lang="en-US" altLang="zh-CN" sz="9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a:t>
              </a:r>
            </a:p>
            <a:p>
              <a:pPr algn="ctr" defTabSz="685165"/>
              <a:r>
                <a:rPr kumimoji="1" lang="zh-CN" altLang="en-US" sz="9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容器、网关、镜像仓库</a:t>
              </a:r>
              <a:r>
                <a:rPr kumimoji="1" lang="en-US" altLang="zh-CN" sz="9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a:t>
              </a:r>
            </a:p>
          </p:txBody>
        </p:sp>
        <p:sp>
          <p:nvSpPr>
            <p:cNvPr id="71" name="矩形 70">
              <a:extLst>
                <a:ext uri="{FF2B5EF4-FFF2-40B4-BE49-F238E27FC236}">
                  <a16:creationId xmlns:a16="http://schemas.microsoft.com/office/drawing/2014/main" id="{4818CC14-DFC4-0203-6AA4-499C565686E5}"/>
                </a:ext>
              </a:extLst>
            </p:cNvPr>
            <p:cNvSpPr/>
            <p:nvPr/>
          </p:nvSpPr>
          <p:spPr>
            <a:xfrm>
              <a:off x="3098575" y="1737178"/>
              <a:ext cx="801371" cy="327025"/>
            </a:xfrm>
            <a:prstGeom prst="rect">
              <a:avLst/>
            </a:prstGeom>
            <a:solidFill>
              <a:srgbClr val="A06EFF"/>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费用管理</a:t>
              </a:r>
            </a:p>
          </p:txBody>
        </p:sp>
        <p:sp>
          <p:nvSpPr>
            <p:cNvPr id="72" name="矩形 71">
              <a:extLst>
                <a:ext uri="{FF2B5EF4-FFF2-40B4-BE49-F238E27FC236}">
                  <a16:creationId xmlns:a16="http://schemas.microsoft.com/office/drawing/2014/main" id="{B090CFA3-F927-A25A-2035-091D527AD713}"/>
                </a:ext>
              </a:extLst>
            </p:cNvPr>
            <p:cNvSpPr/>
            <p:nvPr/>
          </p:nvSpPr>
          <p:spPr>
            <a:xfrm>
              <a:off x="5223920" y="2332173"/>
              <a:ext cx="801370" cy="326390"/>
            </a:xfrm>
            <a:prstGeom prst="rect">
              <a:avLst/>
            </a:prstGeom>
            <a:solidFill>
              <a:schemeClr val="accent4">
                <a:lumMod val="40000"/>
                <a:lumOff val="60000"/>
              </a:schemeClr>
            </a:solidFill>
            <a:ln>
              <a:solidFill>
                <a:schemeClr val="bg1"/>
              </a:solidFill>
            </a:ln>
          </p:spPr>
          <p:txBody>
            <a:bodyPr wrap="square" rtlCol="0" anchor="ctr" anchorCtr="0">
              <a:noAutofit/>
            </a:bodyPr>
            <a:lstStyle/>
            <a:p>
              <a:pPr algn="ctr">
                <a:lnSpc>
                  <a:spcPct val="120000"/>
                </a:lnSpc>
              </a:pPr>
              <a:r>
                <a:rPr lang="zh-CN" altLang="en-US" sz="800" b="1" dirty="0">
                  <a:solidFill>
                    <a:schemeClr val="tx1">
                      <a:lumMod val="65000"/>
                      <a:lumOff val="35000"/>
                    </a:schemeClr>
                  </a:solidFill>
                  <a:latin typeface="微软雅黑 Light" panose="020B0502040204020203" pitchFamily="34" charset="-122"/>
                  <a:ea typeface="微软雅黑" panose="020B0503020204020204" pitchFamily="34" charset="-122"/>
                  <a:sym typeface="微软雅黑 Light" panose="020B0502040204020203" pitchFamily="34" charset="-122"/>
                </a:rPr>
                <a:t>存货到成本</a:t>
              </a:r>
            </a:p>
          </p:txBody>
        </p:sp>
        <p:sp>
          <p:nvSpPr>
            <p:cNvPr id="73" name="矩形 72">
              <a:extLst>
                <a:ext uri="{FF2B5EF4-FFF2-40B4-BE49-F238E27FC236}">
                  <a16:creationId xmlns:a16="http://schemas.microsoft.com/office/drawing/2014/main" id="{46A3197F-BDE5-83E4-FF56-C795B59AB888}"/>
                </a:ext>
              </a:extLst>
            </p:cNvPr>
            <p:cNvSpPr/>
            <p:nvPr/>
          </p:nvSpPr>
          <p:spPr>
            <a:xfrm>
              <a:off x="4176169" y="1737178"/>
              <a:ext cx="801370" cy="327025"/>
            </a:xfrm>
            <a:prstGeom prst="rect">
              <a:avLst/>
            </a:prstGeom>
            <a:solidFill>
              <a:srgbClr val="05C8C8"/>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投资到资产</a:t>
              </a:r>
            </a:p>
          </p:txBody>
        </p:sp>
        <p:sp>
          <p:nvSpPr>
            <p:cNvPr id="74" name="矩形 73">
              <a:extLst>
                <a:ext uri="{FF2B5EF4-FFF2-40B4-BE49-F238E27FC236}">
                  <a16:creationId xmlns:a16="http://schemas.microsoft.com/office/drawing/2014/main" id="{82D9F2D4-775A-7C43-31D4-6EEC89ED5881}"/>
                </a:ext>
              </a:extLst>
            </p:cNvPr>
            <p:cNvSpPr/>
            <p:nvPr/>
          </p:nvSpPr>
          <p:spPr>
            <a:xfrm>
              <a:off x="3098575" y="2332173"/>
              <a:ext cx="802004" cy="326390"/>
            </a:xfrm>
            <a:prstGeom prst="rect">
              <a:avLst/>
            </a:prstGeom>
            <a:solidFill>
              <a:srgbClr val="A06EFF"/>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资金管理</a:t>
              </a:r>
            </a:p>
          </p:txBody>
        </p:sp>
        <p:sp>
          <p:nvSpPr>
            <p:cNvPr id="75" name="矩形 74">
              <a:extLst>
                <a:ext uri="{FF2B5EF4-FFF2-40B4-BE49-F238E27FC236}">
                  <a16:creationId xmlns:a16="http://schemas.microsoft.com/office/drawing/2014/main" id="{313D7FD7-CB16-B184-6D76-A05498B22DF9}"/>
                </a:ext>
              </a:extLst>
            </p:cNvPr>
            <p:cNvSpPr/>
            <p:nvPr/>
          </p:nvSpPr>
          <p:spPr>
            <a:xfrm>
              <a:off x="4176169" y="2332808"/>
              <a:ext cx="802005" cy="326390"/>
            </a:xfrm>
            <a:prstGeom prst="rect">
              <a:avLst/>
            </a:prstGeom>
            <a:solidFill>
              <a:srgbClr val="A06EFF"/>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税金管理</a:t>
              </a:r>
            </a:p>
          </p:txBody>
        </p:sp>
        <p:sp>
          <p:nvSpPr>
            <p:cNvPr id="77" name="矩形 76">
              <a:extLst>
                <a:ext uri="{FF2B5EF4-FFF2-40B4-BE49-F238E27FC236}">
                  <a16:creationId xmlns:a16="http://schemas.microsoft.com/office/drawing/2014/main" id="{C005713D-9F6E-2AC2-FE70-43AB2BA6AA75}"/>
                </a:ext>
              </a:extLst>
            </p:cNvPr>
            <p:cNvSpPr/>
            <p:nvPr/>
          </p:nvSpPr>
          <p:spPr>
            <a:xfrm>
              <a:off x="1401970" y="4992622"/>
              <a:ext cx="458460" cy="83185"/>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8" name="矩形 77">
              <a:extLst>
                <a:ext uri="{FF2B5EF4-FFF2-40B4-BE49-F238E27FC236}">
                  <a16:creationId xmlns:a16="http://schemas.microsoft.com/office/drawing/2014/main" id="{806B1639-177E-93B1-09A9-DD4E410CC8BF}"/>
                </a:ext>
              </a:extLst>
            </p:cNvPr>
            <p:cNvSpPr/>
            <p:nvPr/>
          </p:nvSpPr>
          <p:spPr>
            <a:xfrm>
              <a:off x="4163826" y="4987050"/>
              <a:ext cx="459511" cy="82550"/>
            </a:xfrm>
            <a:prstGeom prst="rect">
              <a:avLst/>
            </a:prstGeom>
            <a:solidFill>
              <a:srgbClr val="A06E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9" name="矩形 78">
              <a:extLst>
                <a:ext uri="{FF2B5EF4-FFF2-40B4-BE49-F238E27FC236}">
                  <a16:creationId xmlns:a16="http://schemas.microsoft.com/office/drawing/2014/main" id="{D70143AE-3C88-56D8-FBF8-D7776F8B0E20}"/>
                </a:ext>
              </a:extLst>
            </p:cNvPr>
            <p:cNvSpPr/>
            <p:nvPr/>
          </p:nvSpPr>
          <p:spPr>
            <a:xfrm>
              <a:off x="2534081" y="4982278"/>
              <a:ext cx="459511" cy="82550"/>
            </a:xfrm>
            <a:prstGeom prst="rect">
              <a:avLst/>
            </a:prstGeom>
            <a:solidFill>
              <a:srgbClr val="05C8C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0" name="矩形 79">
              <a:extLst>
                <a:ext uri="{FF2B5EF4-FFF2-40B4-BE49-F238E27FC236}">
                  <a16:creationId xmlns:a16="http://schemas.microsoft.com/office/drawing/2014/main" id="{D54D28B8-4D80-F2F2-03AF-981E326275E6}"/>
                </a:ext>
              </a:extLst>
            </p:cNvPr>
            <p:cNvSpPr/>
            <p:nvPr/>
          </p:nvSpPr>
          <p:spPr>
            <a:xfrm>
              <a:off x="5706490" y="5008447"/>
              <a:ext cx="459511" cy="8255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1" name="矩形 80">
              <a:extLst>
                <a:ext uri="{FF2B5EF4-FFF2-40B4-BE49-F238E27FC236}">
                  <a16:creationId xmlns:a16="http://schemas.microsoft.com/office/drawing/2014/main" id="{3E2AD86B-9E0A-C72B-1A07-05E5AB3FD129}"/>
                </a:ext>
              </a:extLst>
            </p:cNvPr>
            <p:cNvSpPr/>
            <p:nvPr/>
          </p:nvSpPr>
          <p:spPr bwMode="auto">
            <a:xfrm>
              <a:off x="1997126" y="4968492"/>
              <a:ext cx="2006287" cy="147955"/>
            </a:xfrm>
            <a:prstGeom prst="rect">
              <a:avLst/>
            </a:prstGeom>
            <a:noFill/>
            <a:ln w="12700" algn="ctr">
              <a:noFill/>
              <a:round/>
            </a:ln>
          </p:spPr>
          <p:txBody>
            <a:bodyPr lIns="0" tIns="0" rIns="0" bIns="0" anchor="ctr"/>
            <a:lstStyle/>
            <a:p>
              <a:pPr defTabSz="858520" eaLnBrk="0" hangingPunct="0">
                <a:defRPr/>
              </a:pPr>
              <a:r>
                <a:rPr lang="zh-CN" altLang="en-US" sz="800" b="1" noProof="1">
                  <a:latin typeface="微软雅黑 Light" panose="020B0502040204020203" pitchFamily="34" charset="-122"/>
                  <a:ea typeface="微软雅黑" panose="020B0503020204020204" pitchFamily="34" charset="-122"/>
                  <a:sym typeface="微软雅黑 Light" panose="020B0502040204020203" pitchFamily="34" charset="-122"/>
                </a:rPr>
                <a:t>已有系统</a:t>
              </a:r>
              <a:endParaRPr lang="en-US" sz="800" b="1"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2" name="矩形 81">
              <a:extLst>
                <a:ext uri="{FF2B5EF4-FFF2-40B4-BE49-F238E27FC236}">
                  <a16:creationId xmlns:a16="http://schemas.microsoft.com/office/drawing/2014/main" id="{397F471C-9694-902E-9070-357C3F2000FA}"/>
                </a:ext>
              </a:extLst>
            </p:cNvPr>
            <p:cNvSpPr/>
            <p:nvPr/>
          </p:nvSpPr>
          <p:spPr bwMode="auto">
            <a:xfrm>
              <a:off x="4739004" y="4954030"/>
              <a:ext cx="2207126" cy="147955"/>
            </a:xfrm>
            <a:prstGeom prst="rect">
              <a:avLst/>
            </a:prstGeom>
            <a:noFill/>
            <a:ln w="12700" algn="ctr">
              <a:noFill/>
              <a:round/>
            </a:ln>
          </p:spPr>
          <p:txBody>
            <a:bodyPr lIns="0" tIns="0" rIns="0" bIns="0" anchor="ctr"/>
            <a:lstStyle/>
            <a:p>
              <a:pPr defTabSz="858520" eaLnBrk="0" hangingPunct="0">
                <a:defRPr/>
              </a:pPr>
              <a:r>
                <a:rPr lang="zh-CN" altLang="en-US" sz="800" b="1" noProof="1">
                  <a:latin typeface="微软雅黑 Light" panose="020B0502040204020203" pitchFamily="34" charset="-122"/>
                  <a:ea typeface="微软雅黑" panose="020B0503020204020204" pitchFamily="34" charset="-122"/>
                  <a:sym typeface="微软雅黑 Light" panose="020B0502040204020203" pitchFamily="34" charset="-122"/>
                </a:rPr>
                <a:t>二期上线系统</a:t>
              </a:r>
              <a:endParaRPr lang="en-US" sz="800" b="1"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3" name="矩形 82">
              <a:extLst>
                <a:ext uri="{FF2B5EF4-FFF2-40B4-BE49-F238E27FC236}">
                  <a16:creationId xmlns:a16="http://schemas.microsoft.com/office/drawing/2014/main" id="{24493AC9-9FCA-7019-0568-974F88AB31D4}"/>
                </a:ext>
              </a:extLst>
            </p:cNvPr>
            <p:cNvSpPr/>
            <p:nvPr/>
          </p:nvSpPr>
          <p:spPr bwMode="auto">
            <a:xfrm>
              <a:off x="3129237" y="4951163"/>
              <a:ext cx="2006287" cy="148590"/>
            </a:xfrm>
            <a:prstGeom prst="rect">
              <a:avLst/>
            </a:prstGeom>
            <a:noFill/>
            <a:ln w="12700" algn="ctr">
              <a:noFill/>
              <a:round/>
            </a:ln>
          </p:spPr>
          <p:txBody>
            <a:bodyPr lIns="0" tIns="0" rIns="0" bIns="0" anchor="ctr"/>
            <a:lstStyle/>
            <a:p>
              <a:pPr defTabSz="858520" eaLnBrk="0" hangingPunct="0">
                <a:defRPr/>
              </a:pPr>
              <a:r>
                <a:rPr lang="zh-CN" altLang="en-US" sz="800" b="1" noProof="1">
                  <a:latin typeface="微软雅黑 Light" panose="020B0502040204020203" pitchFamily="34" charset="-122"/>
                  <a:ea typeface="微软雅黑" panose="020B0503020204020204" pitchFamily="34" charset="-122"/>
                  <a:sym typeface="微软雅黑 Light" panose="020B0502040204020203" pitchFamily="34" charset="-122"/>
                </a:rPr>
                <a:t>本期上线系统</a:t>
              </a:r>
              <a:endParaRPr lang="en-US" sz="800" b="1"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4" name="矩形 83">
              <a:extLst>
                <a:ext uri="{FF2B5EF4-FFF2-40B4-BE49-F238E27FC236}">
                  <a16:creationId xmlns:a16="http://schemas.microsoft.com/office/drawing/2014/main" id="{43140819-04A4-46FC-D1AE-89842F9FC95B}"/>
                </a:ext>
              </a:extLst>
            </p:cNvPr>
            <p:cNvSpPr/>
            <p:nvPr/>
          </p:nvSpPr>
          <p:spPr bwMode="auto">
            <a:xfrm>
              <a:off x="6304801" y="4967172"/>
              <a:ext cx="2006287" cy="148590"/>
            </a:xfrm>
            <a:prstGeom prst="rect">
              <a:avLst/>
            </a:prstGeom>
            <a:noFill/>
            <a:ln w="12700" algn="ctr">
              <a:noFill/>
              <a:round/>
            </a:ln>
          </p:spPr>
          <p:txBody>
            <a:bodyPr lIns="0" tIns="0" rIns="0" bIns="0" anchor="ctr"/>
            <a:lstStyle/>
            <a:p>
              <a:pPr defTabSz="858520" eaLnBrk="0" hangingPunct="0">
                <a:defRPr/>
              </a:pPr>
              <a:r>
                <a:rPr lang="zh-CN" altLang="en-US" sz="800" b="1" noProof="1">
                  <a:latin typeface="微软雅黑 Light" panose="020B0502040204020203" pitchFamily="34" charset="-122"/>
                  <a:ea typeface="微软雅黑" panose="020B0503020204020204" pitchFamily="34" charset="-122"/>
                  <a:sym typeface="微软雅黑 Light" panose="020B0502040204020203" pitchFamily="34" charset="-122"/>
                </a:rPr>
                <a:t>远期规划系统</a:t>
              </a:r>
              <a:endParaRPr lang="en-US" sz="800" b="1" noProof="1">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5" name="矩形 84">
              <a:extLst>
                <a:ext uri="{FF2B5EF4-FFF2-40B4-BE49-F238E27FC236}">
                  <a16:creationId xmlns:a16="http://schemas.microsoft.com/office/drawing/2014/main" id="{029171A9-8FDC-7BB3-4200-43ABDFD39472}"/>
                </a:ext>
              </a:extLst>
            </p:cNvPr>
            <p:cNvSpPr/>
            <p:nvPr/>
          </p:nvSpPr>
          <p:spPr>
            <a:xfrm>
              <a:off x="5945505" y="3023945"/>
              <a:ext cx="745490" cy="326390"/>
            </a:xfrm>
            <a:prstGeom prst="rect">
              <a:avLst/>
            </a:prstGeom>
            <a:solidFill>
              <a:srgbClr val="05C8C8"/>
            </a:solidFill>
            <a:ln>
              <a:solidFill>
                <a:schemeClr val="bg1"/>
              </a:solidFill>
            </a:ln>
          </p:spPr>
          <p:txBody>
            <a:bodyPr wrap="square" rtlCol="0" anchor="ctr" anchorCtr="0">
              <a:noAutofit/>
            </a:bodyPr>
            <a:lstStyle/>
            <a:p>
              <a:pPr lvl="0"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影像管理</a:t>
              </a:r>
            </a:p>
          </p:txBody>
        </p:sp>
        <p:sp>
          <p:nvSpPr>
            <p:cNvPr id="86" name="矩形 85">
              <a:extLst>
                <a:ext uri="{FF2B5EF4-FFF2-40B4-BE49-F238E27FC236}">
                  <a16:creationId xmlns:a16="http://schemas.microsoft.com/office/drawing/2014/main" id="{5785B407-6B18-0E33-B09F-5C5670073E67}"/>
                </a:ext>
              </a:extLst>
            </p:cNvPr>
            <p:cNvSpPr/>
            <p:nvPr/>
          </p:nvSpPr>
          <p:spPr>
            <a:xfrm>
              <a:off x="3427730" y="3023945"/>
              <a:ext cx="801370" cy="326390"/>
            </a:xfrm>
            <a:prstGeom prst="rect">
              <a:avLst/>
            </a:prstGeom>
            <a:solidFill>
              <a:srgbClr val="05C8C8"/>
            </a:solidFill>
            <a:ln>
              <a:solidFill>
                <a:schemeClr val="bg1"/>
              </a:solidFill>
            </a:ln>
          </p:spPr>
          <p:txBody>
            <a:bodyPr wrap="square" rtlCol="0" anchor="ctr" anchorCtr="0">
              <a:noAutofit/>
            </a:bodyPr>
            <a:lstStyle/>
            <a:p>
              <a:pPr lvl="0" algn="ctr">
                <a:lnSpc>
                  <a:spcPct val="120000"/>
                </a:lnSpc>
              </a:pPr>
              <a:r>
                <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共享任务管理</a:t>
              </a:r>
            </a:p>
          </p:txBody>
        </p:sp>
        <p:sp>
          <p:nvSpPr>
            <p:cNvPr id="87" name="流程图: 可选过程 86">
              <a:extLst>
                <a:ext uri="{FF2B5EF4-FFF2-40B4-BE49-F238E27FC236}">
                  <a16:creationId xmlns:a16="http://schemas.microsoft.com/office/drawing/2014/main" id="{379370C6-07ED-E6D6-C09C-FF3ECDF1DC65}"/>
                </a:ext>
              </a:extLst>
            </p:cNvPr>
            <p:cNvSpPr/>
            <p:nvPr/>
          </p:nvSpPr>
          <p:spPr>
            <a:xfrm>
              <a:off x="2933700" y="1656790"/>
              <a:ext cx="4178300" cy="1107440"/>
            </a:xfrm>
            <a:prstGeom prst="flowChartAlternateProcess">
              <a:avLst/>
            </a:prstGeom>
            <a:noFill/>
            <a:ln>
              <a:solidFill>
                <a:schemeClr val="tx1">
                  <a:lumMod val="50000"/>
                  <a:lumOff val="5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8" name="流程图: 可选过程 87">
              <a:extLst>
                <a:ext uri="{FF2B5EF4-FFF2-40B4-BE49-F238E27FC236}">
                  <a16:creationId xmlns:a16="http://schemas.microsoft.com/office/drawing/2014/main" id="{84090652-44F6-7E65-F8EC-84B65162E529}"/>
                </a:ext>
              </a:extLst>
            </p:cNvPr>
            <p:cNvSpPr/>
            <p:nvPr/>
          </p:nvSpPr>
          <p:spPr>
            <a:xfrm>
              <a:off x="2934335" y="2881705"/>
              <a:ext cx="4178300" cy="558165"/>
            </a:xfrm>
            <a:prstGeom prst="flowChartAlternateProcess">
              <a:avLst/>
            </a:prstGeom>
            <a:noFill/>
            <a:ln>
              <a:solidFill>
                <a:schemeClr val="tx1">
                  <a:lumMod val="50000"/>
                  <a:lumOff val="5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9" name="文本框 88">
              <a:extLst>
                <a:ext uri="{FF2B5EF4-FFF2-40B4-BE49-F238E27FC236}">
                  <a16:creationId xmlns:a16="http://schemas.microsoft.com/office/drawing/2014/main" id="{8B9C1768-2A9A-320D-C1C3-C1B3339CD9E4}"/>
                </a:ext>
              </a:extLst>
            </p:cNvPr>
            <p:cNvSpPr txBox="1"/>
            <p:nvPr/>
          </p:nvSpPr>
          <p:spPr>
            <a:xfrm>
              <a:off x="2142490" y="2015565"/>
              <a:ext cx="464295" cy="188622"/>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rtlCol="0">
              <a:spAutoFit/>
            </a:bodyPr>
            <a:lstStyle/>
            <a:p>
              <a:r>
                <a:rPr lang="zh-CN" altLang="en-US" sz="900" b="1" dirty="0">
                  <a:latin typeface="微软雅黑 Light" panose="020B0502040204020203" pitchFamily="34" charset="-122"/>
                  <a:ea typeface="微软雅黑" panose="020B0503020204020204" pitchFamily="34" charset="-122"/>
                  <a:sym typeface="微软雅黑 Light" panose="020B0502040204020203" pitchFamily="34" charset="-122"/>
                </a:rPr>
                <a:t>业务循环</a:t>
              </a:r>
            </a:p>
          </p:txBody>
        </p:sp>
        <p:sp>
          <p:nvSpPr>
            <p:cNvPr id="90" name="文本框 89">
              <a:extLst>
                <a:ext uri="{FF2B5EF4-FFF2-40B4-BE49-F238E27FC236}">
                  <a16:creationId xmlns:a16="http://schemas.microsoft.com/office/drawing/2014/main" id="{4A4FFD1F-C282-FDF0-21B9-54EC80AF4E86}"/>
                </a:ext>
              </a:extLst>
            </p:cNvPr>
            <p:cNvSpPr txBox="1"/>
            <p:nvPr/>
          </p:nvSpPr>
          <p:spPr>
            <a:xfrm>
              <a:off x="2142490" y="2977590"/>
              <a:ext cx="464295" cy="188622"/>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rtlCol="0">
              <a:spAutoFit/>
            </a:bodyPr>
            <a:lstStyle>
              <a:defPPr>
                <a:defRPr lang="en-US"/>
              </a:defPPr>
              <a:lvl1pPr>
                <a:defRPr sz="900" b="1">
                  <a:latin typeface="微软雅黑" panose="020B0503020204020204" pitchFamily="34" charset="-122"/>
                  <a:ea typeface="微软雅黑" panose="020B0503020204020204" pitchFamily="34" charset="-122"/>
                </a:defRPr>
              </a:lvl1pPr>
            </a:lstStyle>
            <a:p>
              <a:r>
                <a:rPr lang="zh-CN" altLang="en-US" dirty="0">
                  <a:latin typeface="微软雅黑 Light" panose="020B0502040204020203" pitchFamily="34" charset="-122"/>
                  <a:sym typeface="微软雅黑 Light" panose="020B0502040204020203" pitchFamily="34" charset="-122"/>
                </a:rPr>
                <a:t>共享平台</a:t>
              </a:r>
            </a:p>
          </p:txBody>
        </p:sp>
        <p:sp>
          <p:nvSpPr>
            <p:cNvPr id="91" name="上下箭头 286">
              <a:extLst>
                <a:ext uri="{FF2B5EF4-FFF2-40B4-BE49-F238E27FC236}">
                  <a16:creationId xmlns:a16="http://schemas.microsoft.com/office/drawing/2014/main" id="{94E90608-38BC-5DA5-8B37-F69D6D17B94C}"/>
                </a:ext>
              </a:extLst>
            </p:cNvPr>
            <p:cNvSpPr/>
            <p:nvPr/>
          </p:nvSpPr>
          <p:spPr>
            <a:xfrm>
              <a:off x="3790950" y="2717875"/>
              <a:ext cx="212090" cy="259715"/>
            </a:xfrm>
            <a:prstGeom prst="upDownArrow">
              <a:avLst/>
            </a:prstGeom>
            <a:solidFill>
              <a:srgbClr val="00AAA7"/>
            </a:solidFill>
            <a:ln>
              <a:solidFill>
                <a:schemeClr val="bg1"/>
              </a:solidFill>
            </a:ln>
          </p:spPr>
          <p:txBody>
            <a:bodyPr wrap="square" rtlCol="0" anchor="ctr" anchorCtr="0">
              <a:noAutofit/>
            </a:bodyPr>
            <a:lstStyle/>
            <a:p>
              <a:pPr lvl="0" algn="ctr">
                <a:lnSpc>
                  <a:spcPct val="120000"/>
                </a:lnSpc>
              </a:pPr>
              <a:endPar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2" name="上下箭头 287">
              <a:extLst>
                <a:ext uri="{FF2B5EF4-FFF2-40B4-BE49-F238E27FC236}">
                  <a16:creationId xmlns:a16="http://schemas.microsoft.com/office/drawing/2014/main" id="{0A9BB932-A2A9-C9CF-22C2-1207141792D4}"/>
                </a:ext>
              </a:extLst>
            </p:cNvPr>
            <p:cNvSpPr/>
            <p:nvPr/>
          </p:nvSpPr>
          <p:spPr>
            <a:xfrm>
              <a:off x="5004435" y="2717875"/>
              <a:ext cx="212090" cy="259715"/>
            </a:xfrm>
            <a:prstGeom prst="upDownArrow">
              <a:avLst/>
            </a:prstGeom>
            <a:solidFill>
              <a:srgbClr val="00AAA7"/>
            </a:solidFill>
            <a:ln>
              <a:solidFill>
                <a:schemeClr val="bg1"/>
              </a:solidFill>
            </a:ln>
          </p:spPr>
          <p:txBody>
            <a:bodyPr wrap="square" rtlCol="0" anchor="ctr" anchorCtr="0">
              <a:noAutofit/>
            </a:bodyPr>
            <a:lstStyle/>
            <a:p>
              <a:pPr lvl="0" algn="ctr">
                <a:lnSpc>
                  <a:spcPct val="120000"/>
                </a:lnSpc>
              </a:pPr>
              <a:endPar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3" name="上下箭头 288">
              <a:extLst>
                <a:ext uri="{FF2B5EF4-FFF2-40B4-BE49-F238E27FC236}">
                  <a16:creationId xmlns:a16="http://schemas.microsoft.com/office/drawing/2014/main" id="{1DCA4137-774B-C483-213D-73FBA7FDE9AE}"/>
                </a:ext>
              </a:extLst>
            </p:cNvPr>
            <p:cNvSpPr/>
            <p:nvPr/>
          </p:nvSpPr>
          <p:spPr>
            <a:xfrm>
              <a:off x="6097905" y="2717875"/>
              <a:ext cx="212090" cy="259715"/>
            </a:xfrm>
            <a:prstGeom prst="upDownArrow">
              <a:avLst/>
            </a:prstGeom>
            <a:solidFill>
              <a:srgbClr val="00AAA7"/>
            </a:solidFill>
            <a:ln>
              <a:solidFill>
                <a:schemeClr val="bg1"/>
              </a:solidFill>
            </a:ln>
          </p:spPr>
          <p:txBody>
            <a:bodyPr wrap="square" rtlCol="0" anchor="ctr" anchorCtr="0">
              <a:noAutofit/>
            </a:bodyPr>
            <a:lstStyle/>
            <a:p>
              <a:pPr lvl="0" algn="ctr">
                <a:lnSpc>
                  <a:spcPct val="120000"/>
                </a:lnSpc>
              </a:pPr>
              <a:endParaRPr lang="zh-CN" altLang="en-US" sz="8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5" name="矩形 94">
              <a:extLst>
                <a:ext uri="{FF2B5EF4-FFF2-40B4-BE49-F238E27FC236}">
                  <a16:creationId xmlns:a16="http://schemas.microsoft.com/office/drawing/2014/main" id="{65D1F84D-0EF8-3F3F-F8F3-F62267A8465D}"/>
                </a:ext>
              </a:extLst>
            </p:cNvPr>
            <p:cNvSpPr/>
            <p:nvPr/>
          </p:nvSpPr>
          <p:spPr bwMode="auto">
            <a:xfrm>
              <a:off x="3253440" y="708656"/>
              <a:ext cx="2477906" cy="176953"/>
            </a:xfrm>
            <a:prstGeom prst="rect">
              <a:avLst/>
            </a:prstGeom>
            <a:noFill/>
            <a:ln w="12700" algn="ctr">
              <a:noFill/>
              <a:round/>
            </a:ln>
          </p:spPr>
          <p:txBody>
            <a:bodyPr lIns="0" tIns="0" rIns="0" bIns="0" anchor="ctr"/>
            <a:lstStyle/>
            <a:p>
              <a:pPr algn="ctr" defTabSz="858520" eaLnBrk="0" hangingPunct="0">
                <a:defRPr/>
              </a:pPr>
              <a:r>
                <a:rPr lang="zh-CN" altLang="en-US" sz="1050" b="1"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全面经营分析</a:t>
              </a:r>
              <a:endParaRPr lang="en-US" sz="1050" b="1"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spTree>
    <p:extLst>
      <p:ext uri="{BB962C8B-B14F-4D97-AF65-F5344CB8AC3E}">
        <p14:creationId xmlns:p14="http://schemas.microsoft.com/office/powerpoint/2010/main" val="4165954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项目建设组织范围</a:t>
            </a:r>
          </a:p>
        </p:txBody>
      </p:sp>
      <p:graphicFrame>
        <p:nvGraphicFramePr>
          <p:cNvPr id="6" name="图示 5">
            <a:extLst>
              <a:ext uri="{FF2B5EF4-FFF2-40B4-BE49-F238E27FC236}">
                <a16:creationId xmlns:a16="http://schemas.microsoft.com/office/drawing/2014/main" id="{E7C529BC-14FE-FF71-AF71-5B79BA89899F}"/>
              </a:ext>
            </a:extLst>
          </p:cNvPr>
          <p:cNvGraphicFramePr/>
          <p:nvPr>
            <p:custDataLst>
              <p:tags r:id="rId1"/>
            </p:custDataLst>
            <p:extLst>
              <p:ext uri="{D42A27DB-BD31-4B8C-83A1-F6EECF244321}">
                <p14:modId xmlns:p14="http://schemas.microsoft.com/office/powerpoint/2010/main" val="1792462031"/>
              </p:ext>
            </p:extLst>
          </p:nvPr>
        </p:nvGraphicFramePr>
        <p:xfrm>
          <a:off x="303530" y="682625"/>
          <a:ext cx="11463927" cy="5492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2473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项目整体计划</a:t>
            </a:r>
          </a:p>
        </p:txBody>
      </p:sp>
      <p:grpSp>
        <p:nvGrpSpPr>
          <p:cNvPr id="2" name="组合 1">
            <a:extLst>
              <a:ext uri="{FF2B5EF4-FFF2-40B4-BE49-F238E27FC236}">
                <a16:creationId xmlns:a16="http://schemas.microsoft.com/office/drawing/2014/main" id="{969CA558-2A2B-0977-8AE3-8C39A50D6F58}"/>
              </a:ext>
            </a:extLst>
          </p:cNvPr>
          <p:cNvGrpSpPr/>
          <p:nvPr/>
        </p:nvGrpSpPr>
        <p:grpSpPr>
          <a:xfrm>
            <a:off x="504825" y="904876"/>
            <a:ext cx="11313512" cy="5410200"/>
            <a:chOff x="181851" y="736802"/>
            <a:chExt cx="8836543" cy="4171186"/>
          </a:xfrm>
        </p:grpSpPr>
        <p:sp>
          <p:nvSpPr>
            <p:cNvPr id="5" name="自选图形 157">
              <a:extLst>
                <a:ext uri="{FF2B5EF4-FFF2-40B4-BE49-F238E27FC236}">
                  <a16:creationId xmlns:a16="http://schemas.microsoft.com/office/drawing/2014/main" id="{7A2B9F6B-AEC1-0469-5634-905B84EE355D}"/>
                </a:ext>
              </a:extLst>
            </p:cNvPr>
            <p:cNvSpPr>
              <a:spLocks noChangeArrowheads="1"/>
            </p:cNvSpPr>
            <p:nvPr/>
          </p:nvSpPr>
          <p:spPr bwMode="auto">
            <a:xfrm>
              <a:off x="8351412" y="4483364"/>
              <a:ext cx="603128" cy="222480"/>
            </a:xfrm>
            <a:prstGeom prst="homePlate">
              <a:avLst>
                <a:gd name="adj" fmla="val 39902"/>
              </a:avLst>
            </a:prstGeom>
            <a:solidFill>
              <a:srgbClr val="92D05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defRPr/>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验收</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6" name="直接连接符 156">
              <a:extLst>
                <a:ext uri="{FF2B5EF4-FFF2-40B4-BE49-F238E27FC236}">
                  <a16:creationId xmlns:a16="http://schemas.microsoft.com/office/drawing/2014/main" id="{0C2DDD67-F901-BF1A-A2CA-D1A66B0F48E7}"/>
                </a:ext>
              </a:extLst>
            </p:cNvPr>
            <p:cNvCxnSpPr/>
            <p:nvPr/>
          </p:nvCxnSpPr>
          <p:spPr>
            <a:xfrm>
              <a:off x="993609" y="1066189"/>
              <a:ext cx="7914526" cy="0"/>
            </a:xfrm>
            <a:prstGeom prst="line">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28">
              <a:extLst>
                <a:ext uri="{FF2B5EF4-FFF2-40B4-BE49-F238E27FC236}">
                  <a16:creationId xmlns:a16="http://schemas.microsoft.com/office/drawing/2014/main" id="{808E6DF3-486F-D559-0219-9F4E96FAF0E6}"/>
                </a:ext>
              </a:extLst>
            </p:cNvPr>
            <p:cNvSpPr txBox="1">
              <a:spLocks noChangeArrowheads="1"/>
            </p:cNvSpPr>
            <p:nvPr/>
          </p:nvSpPr>
          <p:spPr bwMode="auto">
            <a:xfrm>
              <a:off x="1029384" y="1110550"/>
              <a:ext cx="25950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5</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8" name="直接连接符 158">
              <a:extLst>
                <a:ext uri="{FF2B5EF4-FFF2-40B4-BE49-F238E27FC236}">
                  <a16:creationId xmlns:a16="http://schemas.microsoft.com/office/drawing/2014/main" id="{4CB64779-D9B0-192F-A9EB-F6E6198C9DED}"/>
                </a:ext>
              </a:extLst>
            </p:cNvPr>
            <p:cNvCxnSpPr/>
            <p:nvPr/>
          </p:nvCxnSpPr>
          <p:spPr>
            <a:xfrm rot="16200000" flipH="1">
              <a:off x="813409" y="938285"/>
              <a:ext cx="34227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Box 28">
              <a:extLst>
                <a:ext uri="{FF2B5EF4-FFF2-40B4-BE49-F238E27FC236}">
                  <a16:creationId xmlns:a16="http://schemas.microsoft.com/office/drawing/2014/main" id="{91219EB7-AFFF-FBFB-36B5-5F854B2BD42C}"/>
                </a:ext>
              </a:extLst>
            </p:cNvPr>
            <p:cNvSpPr txBox="1">
              <a:spLocks noChangeArrowheads="1"/>
            </p:cNvSpPr>
            <p:nvPr/>
          </p:nvSpPr>
          <p:spPr bwMode="auto">
            <a:xfrm>
              <a:off x="1324795" y="1110550"/>
              <a:ext cx="314703"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6</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0" name="TextBox 28">
              <a:extLst>
                <a:ext uri="{FF2B5EF4-FFF2-40B4-BE49-F238E27FC236}">
                  <a16:creationId xmlns:a16="http://schemas.microsoft.com/office/drawing/2014/main" id="{E07CEABE-B10D-8B7B-D72E-A16612A5DE28}"/>
                </a:ext>
              </a:extLst>
            </p:cNvPr>
            <p:cNvSpPr txBox="1">
              <a:spLocks noChangeArrowheads="1"/>
            </p:cNvSpPr>
            <p:nvPr/>
          </p:nvSpPr>
          <p:spPr bwMode="auto">
            <a:xfrm>
              <a:off x="1704305" y="1111222"/>
              <a:ext cx="284383"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7</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 name="TextBox 28">
              <a:extLst>
                <a:ext uri="{FF2B5EF4-FFF2-40B4-BE49-F238E27FC236}">
                  <a16:creationId xmlns:a16="http://schemas.microsoft.com/office/drawing/2014/main" id="{68A4C839-A7B7-5588-5A41-946DE3067F13}"/>
                </a:ext>
              </a:extLst>
            </p:cNvPr>
            <p:cNvSpPr txBox="1">
              <a:spLocks noChangeArrowheads="1"/>
            </p:cNvSpPr>
            <p:nvPr/>
          </p:nvSpPr>
          <p:spPr bwMode="auto">
            <a:xfrm>
              <a:off x="2048637" y="1110549"/>
              <a:ext cx="285762"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8</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 name="TextBox 47">
              <a:extLst>
                <a:ext uri="{FF2B5EF4-FFF2-40B4-BE49-F238E27FC236}">
                  <a16:creationId xmlns:a16="http://schemas.microsoft.com/office/drawing/2014/main" id="{1B0E3D2E-27DE-87AF-8B61-3974AB01A979}"/>
                </a:ext>
              </a:extLst>
            </p:cNvPr>
            <p:cNvSpPr txBox="1">
              <a:spLocks noChangeArrowheads="1"/>
            </p:cNvSpPr>
            <p:nvPr/>
          </p:nvSpPr>
          <p:spPr bwMode="auto">
            <a:xfrm>
              <a:off x="1071464" y="736802"/>
              <a:ext cx="2752246" cy="195766"/>
            </a:xfrm>
            <a:prstGeom prst="rect">
              <a:avLst/>
            </a:prstGeom>
            <a:solidFill>
              <a:srgbClr val="2971EB"/>
            </a:solidFill>
            <a:ln>
              <a:solidFill>
                <a:schemeClr val="accent1"/>
              </a:solid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50" b="1" dirty="0">
                  <a:latin typeface="微软雅黑 Light" panose="020B0502040204020203" pitchFamily="34" charset="-122"/>
                  <a:ea typeface="微软雅黑" panose="020B0503020204020204" pitchFamily="34" charset="-122"/>
                  <a:sym typeface="微软雅黑 Light" panose="020B0502040204020203" pitchFamily="34" charset="-122"/>
                </a:rPr>
                <a:t>2022</a:t>
              </a: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年</a:t>
              </a:r>
            </a:p>
          </p:txBody>
        </p:sp>
        <p:cxnSp>
          <p:nvCxnSpPr>
            <p:cNvPr id="13" name="直接连接符 165">
              <a:extLst>
                <a:ext uri="{FF2B5EF4-FFF2-40B4-BE49-F238E27FC236}">
                  <a16:creationId xmlns:a16="http://schemas.microsoft.com/office/drawing/2014/main" id="{DD589856-AD30-4E0B-69B3-290ED3981F0E}"/>
                </a:ext>
              </a:extLst>
            </p:cNvPr>
            <p:cNvCxnSpPr/>
            <p:nvPr/>
          </p:nvCxnSpPr>
          <p:spPr>
            <a:xfrm rot="5400000">
              <a:off x="3382404" y="1062644"/>
              <a:ext cx="167199" cy="236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直接连接符 166">
              <a:extLst>
                <a:ext uri="{FF2B5EF4-FFF2-40B4-BE49-F238E27FC236}">
                  <a16:creationId xmlns:a16="http://schemas.microsoft.com/office/drawing/2014/main" id="{B61670EE-1A4F-E5AC-5E3A-1B30E24DDBF1}"/>
                </a:ext>
              </a:extLst>
            </p:cNvPr>
            <p:cNvCxnSpPr/>
            <p:nvPr/>
          </p:nvCxnSpPr>
          <p:spPr>
            <a:xfrm rot="5400000">
              <a:off x="5127622" y="1062643"/>
              <a:ext cx="167199" cy="236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接连接符 167">
              <a:extLst>
                <a:ext uri="{FF2B5EF4-FFF2-40B4-BE49-F238E27FC236}">
                  <a16:creationId xmlns:a16="http://schemas.microsoft.com/office/drawing/2014/main" id="{A8B60918-ACEC-E066-A243-D84015FD8C08}"/>
                </a:ext>
              </a:extLst>
            </p:cNvPr>
            <p:cNvCxnSpPr/>
            <p:nvPr/>
          </p:nvCxnSpPr>
          <p:spPr>
            <a:xfrm rot="5400000">
              <a:off x="6919968" y="1063234"/>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接连接符 168">
              <a:extLst>
                <a:ext uri="{FF2B5EF4-FFF2-40B4-BE49-F238E27FC236}">
                  <a16:creationId xmlns:a16="http://schemas.microsoft.com/office/drawing/2014/main" id="{4DF99726-3B0A-5955-536C-8051AEE304CB}"/>
                </a:ext>
              </a:extLst>
            </p:cNvPr>
            <p:cNvCxnSpPr/>
            <p:nvPr/>
          </p:nvCxnSpPr>
          <p:spPr>
            <a:xfrm rot="5400000">
              <a:off x="4410507" y="1062644"/>
              <a:ext cx="167199" cy="236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70">
              <a:extLst>
                <a:ext uri="{FF2B5EF4-FFF2-40B4-BE49-F238E27FC236}">
                  <a16:creationId xmlns:a16="http://schemas.microsoft.com/office/drawing/2014/main" id="{97084F3F-6DF0-0555-C9E5-CB8335DEC139}"/>
                </a:ext>
              </a:extLst>
            </p:cNvPr>
            <p:cNvCxnSpPr/>
            <p:nvPr/>
          </p:nvCxnSpPr>
          <p:spPr>
            <a:xfrm rot="5400000">
              <a:off x="6213473" y="1063234"/>
              <a:ext cx="1519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1">
              <a:extLst>
                <a:ext uri="{FF2B5EF4-FFF2-40B4-BE49-F238E27FC236}">
                  <a16:creationId xmlns:a16="http://schemas.microsoft.com/office/drawing/2014/main" id="{5E430C48-CF2D-11D6-E7D5-7837FF69C368}"/>
                </a:ext>
              </a:extLst>
            </p:cNvPr>
            <p:cNvCxnSpPr/>
            <p:nvPr/>
          </p:nvCxnSpPr>
          <p:spPr>
            <a:xfrm>
              <a:off x="1297043" y="970532"/>
              <a:ext cx="0" cy="151997"/>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接连接符 173">
              <a:extLst>
                <a:ext uri="{FF2B5EF4-FFF2-40B4-BE49-F238E27FC236}">
                  <a16:creationId xmlns:a16="http://schemas.microsoft.com/office/drawing/2014/main" id="{C008C51B-7FDB-185B-F40F-04225B5CA792}"/>
                </a:ext>
              </a:extLst>
            </p:cNvPr>
            <p:cNvCxnSpPr/>
            <p:nvPr/>
          </p:nvCxnSpPr>
          <p:spPr>
            <a:xfrm rot="5400000">
              <a:off x="3014381" y="1063234"/>
              <a:ext cx="1671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74">
              <a:extLst>
                <a:ext uri="{FF2B5EF4-FFF2-40B4-BE49-F238E27FC236}">
                  <a16:creationId xmlns:a16="http://schemas.microsoft.com/office/drawing/2014/main" id="{498A6CE0-8C50-0D9B-27A2-A222202F1DDC}"/>
                </a:ext>
              </a:extLst>
            </p:cNvPr>
            <p:cNvCxnSpPr/>
            <p:nvPr/>
          </p:nvCxnSpPr>
          <p:spPr>
            <a:xfrm rot="5400000">
              <a:off x="4081611" y="1063234"/>
              <a:ext cx="1671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TextBox 47">
              <a:extLst>
                <a:ext uri="{FF2B5EF4-FFF2-40B4-BE49-F238E27FC236}">
                  <a16:creationId xmlns:a16="http://schemas.microsoft.com/office/drawing/2014/main" id="{AABD7B7D-9ECF-589A-D269-66C8A900FCB1}"/>
                </a:ext>
              </a:extLst>
            </p:cNvPr>
            <p:cNvSpPr txBox="1">
              <a:spLocks noChangeArrowheads="1"/>
            </p:cNvSpPr>
            <p:nvPr/>
          </p:nvSpPr>
          <p:spPr bwMode="auto">
            <a:xfrm>
              <a:off x="3918787" y="738480"/>
              <a:ext cx="4340695" cy="195766"/>
            </a:xfrm>
            <a:prstGeom prst="rect">
              <a:avLst/>
            </a:prstGeom>
            <a:solidFill>
              <a:srgbClr val="2971EB"/>
            </a:solidFill>
            <a:ln>
              <a:solidFill>
                <a:schemeClr val="accent1"/>
              </a:solid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50" b="1" dirty="0">
                  <a:latin typeface="微软雅黑 Light" panose="020B0502040204020203" pitchFamily="34" charset="-122"/>
                  <a:ea typeface="微软雅黑" panose="020B0503020204020204" pitchFamily="34" charset="-122"/>
                  <a:sym typeface="微软雅黑 Light" panose="020B0502040204020203" pitchFamily="34" charset="-122"/>
                </a:rPr>
                <a:t>2023</a:t>
              </a: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年</a:t>
              </a:r>
            </a:p>
          </p:txBody>
        </p:sp>
        <p:cxnSp>
          <p:nvCxnSpPr>
            <p:cNvPr id="22" name="直接连接符 179">
              <a:extLst>
                <a:ext uri="{FF2B5EF4-FFF2-40B4-BE49-F238E27FC236}">
                  <a16:creationId xmlns:a16="http://schemas.microsoft.com/office/drawing/2014/main" id="{E5F0C26D-3876-F2A7-3649-A7180A813933}"/>
                </a:ext>
              </a:extLst>
            </p:cNvPr>
            <p:cNvCxnSpPr/>
            <p:nvPr/>
          </p:nvCxnSpPr>
          <p:spPr>
            <a:xfrm rot="5400000">
              <a:off x="3694667" y="992508"/>
              <a:ext cx="34227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TextBox 28">
              <a:extLst>
                <a:ext uri="{FF2B5EF4-FFF2-40B4-BE49-F238E27FC236}">
                  <a16:creationId xmlns:a16="http://schemas.microsoft.com/office/drawing/2014/main" id="{54E7C2A9-E1CF-7910-96A2-9C6D0C8B146B}"/>
                </a:ext>
              </a:extLst>
            </p:cNvPr>
            <p:cNvSpPr txBox="1">
              <a:spLocks noChangeArrowheads="1"/>
            </p:cNvSpPr>
            <p:nvPr/>
          </p:nvSpPr>
          <p:spPr bwMode="auto">
            <a:xfrm>
              <a:off x="2392865" y="1110550"/>
              <a:ext cx="278657"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9</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4" name="TextBox 28">
              <a:extLst>
                <a:ext uri="{FF2B5EF4-FFF2-40B4-BE49-F238E27FC236}">
                  <a16:creationId xmlns:a16="http://schemas.microsoft.com/office/drawing/2014/main" id="{F64FB365-B6E5-E9A4-DE60-587F5CD73139}"/>
                </a:ext>
              </a:extLst>
            </p:cNvPr>
            <p:cNvSpPr txBox="1">
              <a:spLocks noChangeArrowheads="1"/>
            </p:cNvSpPr>
            <p:nvPr/>
          </p:nvSpPr>
          <p:spPr bwMode="auto">
            <a:xfrm>
              <a:off x="2748433" y="1110549"/>
              <a:ext cx="327940"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10</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5" name="TextBox 28">
              <a:extLst>
                <a:ext uri="{FF2B5EF4-FFF2-40B4-BE49-F238E27FC236}">
                  <a16:creationId xmlns:a16="http://schemas.microsoft.com/office/drawing/2014/main" id="{DE81AAFF-1D72-C2CE-9789-0643A09A53EE}"/>
                </a:ext>
              </a:extLst>
            </p:cNvPr>
            <p:cNvSpPr txBox="1">
              <a:spLocks noChangeArrowheads="1"/>
            </p:cNvSpPr>
            <p:nvPr/>
          </p:nvSpPr>
          <p:spPr bwMode="auto">
            <a:xfrm>
              <a:off x="3124921" y="1110550"/>
              <a:ext cx="323081"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11</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6" name="TextBox 28">
              <a:extLst>
                <a:ext uri="{FF2B5EF4-FFF2-40B4-BE49-F238E27FC236}">
                  <a16:creationId xmlns:a16="http://schemas.microsoft.com/office/drawing/2014/main" id="{BB95915C-ECE8-9AB9-AD6B-D09A865C503C}"/>
                </a:ext>
              </a:extLst>
            </p:cNvPr>
            <p:cNvSpPr txBox="1">
              <a:spLocks noChangeArrowheads="1"/>
            </p:cNvSpPr>
            <p:nvPr/>
          </p:nvSpPr>
          <p:spPr bwMode="auto">
            <a:xfrm>
              <a:off x="3511664" y="1110551"/>
              <a:ext cx="32304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12</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7" name="TextBox 28">
              <a:extLst>
                <a:ext uri="{FF2B5EF4-FFF2-40B4-BE49-F238E27FC236}">
                  <a16:creationId xmlns:a16="http://schemas.microsoft.com/office/drawing/2014/main" id="{26C4090B-2D2C-13BD-1188-74E90BDD35FF}"/>
                </a:ext>
              </a:extLst>
            </p:cNvPr>
            <p:cNvSpPr txBox="1">
              <a:spLocks noChangeArrowheads="1"/>
            </p:cNvSpPr>
            <p:nvPr/>
          </p:nvSpPr>
          <p:spPr bwMode="auto">
            <a:xfrm>
              <a:off x="3891833" y="1110551"/>
              <a:ext cx="250972"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1</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8" name="TextBox 28">
              <a:extLst>
                <a:ext uri="{FF2B5EF4-FFF2-40B4-BE49-F238E27FC236}">
                  <a16:creationId xmlns:a16="http://schemas.microsoft.com/office/drawing/2014/main" id="{134723CC-A88B-2063-AD0F-B8E260E47E62}"/>
                </a:ext>
              </a:extLst>
            </p:cNvPr>
            <p:cNvSpPr txBox="1">
              <a:spLocks noChangeArrowheads="1"/>
            </p:cNvSpPr>
            <p:nvPr/>
          </p:nvSpPr>
          <p:spPr bwMode="auto">
            <a:xfrm>
              <a:off x="4197210" y="1110551"/>
              <a:ext cx="279290"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2</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29" name="直接连接符 190">
              <a:extLst>
                <a:ext uri="{FF2B5EF4-FFF2-40B4-BE49-F238E27FC236}">
                  <a16:creationId xmlns:a16="http://schemas.microsoft.com/office/drawing/2014/main" id="{C7A8A174-72CE-B867-CF51-E36EB8D8B81F}"/>
                </a:ext>
              </a:extLst>
            </p:cNvPr>
            <p:cNvCxnSpPr/>
            <p:nvPr/>
          </p:nvCxnSpPr>
          <p:spPr>
            <a:xfrm rot="5400000">
              <a:off x="1598717" y="1055177"/>
              <a:ext cx="15199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自选图形 157">
              <a:extLst>
                <a:ext uri="{FF2B5EF4-FFF2-40B4-BE49-F238E27FC236}">
                  <a16:creationId xmlns:a16="http://schemas.microsoft.com/office/drawing/2014/main" id="{B94E2C33-F3C9-9AFF-6BBA-6BEA40C54485}"/>
                </a:ext>
              </a:extLst>
            </p:cNvPr>
            <p:cNvSpPr>
              <a:spLocks noChangeArrowheads="1"/>
            </p:cNvSpPr>
            <p:nvPr/>
          </p:nvSpPr>
          <p:spPr bwMode="auto">
            <a:xfrm>
              <a:off x="1059180" y="1519909"/>
              <a:ext cx="1612265" cy="274955"/>
            </a:xfrm>
            <a:prstGeom prst="homePlate">
              <a:avLst>
                <a:gd name="adj" fmla="val 39902"/>
              </a:avLst>
            </a:prstGeom>
            <a:solidFill>
              <a:srgbClr val="00CCFE"/>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defRPr/>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承接</a:t>
              </a:r>
              <a:r>
                <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XX</a:t>
              </a: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咨询</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lnSpc>
                  <a:spcPct val="85000"/>
                </a:lnSpc>
                <a:defRPr/>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系统蓝图设计</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32" name="直接连接符 198">
              <a:extLst>
                <a:ext uri="{FF2B5EF4-FFF2-40B4-BE49-F238E27FC236}">
                  <a16:creationId xmlns:a16="http://schemas.microsoft.com/office/drawing/2014/main" id="{CF8F631A-0FD0-EFC7-442A-CC83C670AFB5}"/>
                </a:ext>
              </a:extLst>
            </p:cNvPr>
            <p:cNvCxnSpPr/>
            <p:nvPr/>
          </p:nvCxnSpPr>
          <p:spPr>
            <a:xfrm rot="5400000">
              <a:off x="1936628" y="1063234"/>
              <a:ext cx="1519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直接连接符 199">
              <a:extLst>
                <a:ext uri="{FF2B5EF4-FFF2-40B4-BE49-F238E27FC236}">
                  <a16:creationId xmlns:a16="http://schemas.microsoft.com/office/drawing/2014/main" id="{9E54AF51-1E2A-0348-EFEF-09D19CB93E20}"/>
                </a:ext>
              </a:extLst>
            </p:cNvPr>
            <p:cNvCxnSpPr/>
            <p:nvPr/>
          </p:nvCxnSpPr>
          <p:spPr>
            <a:xfrm rot="5400000">
              <a:off x="2278336" y="1063234"/>
              <a:ext cx="1671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直接连接符 200">
              <a:extLst>
                <a:ext uri="{FF2B5EF4-FFF2-40B4-BE49-F238E27FC236}">
                  <a16:creationId xmlns:a16="http://schemas.microsoft.com/office/drawing/2014/main" id="{6F20171D-F024-628E-7569-4C82B758FD57}"/>
                </a:ext>
              </a:extLst>
            </p:cNvPr>
            <p:cNvCxnSpPr/>
            <p:nvPr/>
          </p:nvCxnSpPr>
          <p:spPr>
            <a:xfrm rot="5400000">
              <a:off x="2619763" y="1063234"/>
              <a:ext cx="1671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TextBox 28">
              <a:extLst>
                <a:ext uri="{FF2B5EF4-FFF2-40B4-BE49-F238E27FC236}">
                  <a16:creationId xmlns:a16="http://schemas.microsoft.com/office/drawing/2014/main" id="{FF7DCB16-8494-68B0-D04B-249D1C5525F1}"/>
                </a:ext>
              </a:extLst>
            </p:cNvPr>
            <p:cNvSpPr txBox="1">
              <a:spLocks noChangeArrowheads="1"/>
            </p:cNvSpPr>
            <p:nvPr/>
          </p:nvSpPr>
          <p:spPr bwMode="auto">
            <a:xfrm>
              <a:off x="4528891" y="1110550"/>
              <a:ext cx="301153"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3</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6" name="TextBox 28">
              <a:extLst>
                <a:ext uri="{FF2B5EF4-FFF2-40B4-BE49-F238E27FC236}">
                  <a16:creationId xmlns:a16="http://schemas.microsoft.com/office/drawing/2014/main" id="{DBA139B2-1253-FC8E-50B9-35876A7D2D22}"/>
                </a:ext>
              </a:extLst>
            </p:cNvPr>
            <p:cNvSpPr txBox="1">
              <a:spLocks noChangeArrowheads="1"/>
            </p:cNvSpPr>
            <p:nvPr/>
          </p:nvSpPr>
          <p:spPr bwMode="auto">
            <a:xfrm>
              <a:off x="4895615" y="1110551"/>
              <a:ext cx="296408"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4</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37" name="直接连接符 203">
              <a:extLst>
                <a:ext uri="{FF2B5EF4-FFF2-40B4-BE49-F238E27FC236}">
                  <a16:creationId xmlns:a16="http://schemas.microsoft.com/office/drawing/2014/main" id="{FCA4D9AB-3704-ED44-5349-40E092D2F396}"/>
                </a:ext>
              </a:extLst>
            </p:cNvPr>
            <p:cNvCxnSpPr/>
            <p:nvPr/>
          </p:nvCxnSpPr>
          <p:spPr>
            <a:xfrm rot="5400000">
              <a:off x="6581297" y="1063234"/>
              <a:ext cx="1519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直接连接符 204">
              <a:extLst>
                <a:ext uri="{FF2B5EF4-FFF2-40B4-BE49-F238E27FC236}">
                  <a16:creationId xmlns:a16="http://schemas.microsoft.com/office/drawing/2014/main" id="{E8F06F08-0F26-8AB4-E869-1D620A8EC391}"/>
                </a:ext>
              </a:extLst>
            </p:cNvPr>
            <p:cNvCxnSpPr/>
            <p:nvPr/>
          </p:nvCxnSpPr>
          <p:spPr>
            <a:xfrm rot="5400000">
              <a:off x="5857466" y="1063234"/>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直接连接符 205">
              <a:extLst>
                <a:ext uri="{FF2B5EF4-FFF2-40B4-BE49-F238E27FC236}">
                  <a16:creationId xmlns:a16="http://schemas.microsoft.com/office/drawing/2014/main" id="{349ECC46-B6C0-8146-9B56-77CE8B0AE98E}"/>
                </a:ext>
              </a:extLst>
            </p:cNvPr>
            <p:cNvCxnSpPr/>
            <p:nvPr/>
          </p:nvCxnSpPr>
          <p:spPr>
            <a:xfrm rot="5400000">
              <a:off x="5497916" y="1063234"/>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Box 28">
              <a:extLst>
                <a:ext uri="{FF2B5EF4-FFF2-40B4-BE49-F238E27FC236}">
                  <a16:creationId xmlns:a16="http://schemas.microsoft.com/office/drawing/2014/main" id="{1B187309-7495-4D73-0853-30877707B8B8}"/>
                </a:ext>
              </a:extLst>
            </p:cNvPr>
            <p:cNvSpPr txBox="1">
              <a:spLocks noChangeArrowheads="1"/>
            </p:cNvSpPr>
            <p:nvPr/>
          </p:nvSpPr>
          <p:spPr bwMode="auto">
            <a:xfrm>
              <a:off x="5267399" y="1109424"/>
              <a:ext cx="289221"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5</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1" name="TextBox 28">
              <a:extLst>
                <a:ext uri="{FF2B5EF4-FFF2-40B4-BE49-F238E27FC236}">
                  <a16:creationId xmlns:a16="http://schemas.microsoft.com/office/drawing/2014/main" id="{83327DB1-D937-D3BB-5373-58B10A610B49}"/>
                </a:ext>
              </a:extLst>
            </p:cNvPr>
            <p:cNvSpPr txBox="1">
              <a:spLocks noChangeArrowheads="1"/>
            </p:cNvSpPr>
            <p:nvPr/>
          </p:nvSpPr>
          <p:spPr bwMode="auto">
            <a:xfrm>
              <a:off x="5592891" y="1109424"/>
              <a:ext cx="310840"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6</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2" name="TextBox 28">
              <a:extLst>
                <a:ext uri="{FF2B5EF4-FFF2-40B4-BE49-F238E27FC236}">
                  <a16:creationId xmlns:a16="http://schemas.microsoft.com/office/drawing/2014/main" id="{9C32C764-85A1-EB16-43D4-49636D40823E}"/>
                </a:ext>
              </a:extLst>
            </p:cNvPr>
            <p:cNvSpPr txBox="1">
              <a:spLocks noChangeArrowheads="1"/>
            </p:cNvSpPr>
            <p:nvPr/>
          </p:nvSpPr>
          <p:spPr bwMode="auto">
            <a:xfrm>
              <a:off x="5957319" y="1109424"/>
              <a:ext cx="32621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7</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3" name="TextBox 28">
              <a:extLst>
                <a:ext uri="{FF2B5EF4-FFF2-40B4-BE49-F238E27FC236}">
                  <a16:creationId xmlns:a16="http://schemas.microsoft.com/office/drawing/2014/main" id="{143EF167-FCC8-0BD5-1023-D60B1813AFD1}"/>
                </a:ext>
              </a:extLst>
            </p:cNvPr>
            <p:cNvSpPr txBox="1">
              <a:spLocks noChangeArrowheads="1"/>
            </p:cNvSpPr>
            <p:nvPr/>
          </p:nvSpPr>
          <p:spPr bwMode="auto">
            <a:xfrm>
              <a:off x="6312586" y="1108919"/>
              <a:ext cx="324243"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8</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4" name="TextBox 28">
              <a:extLst>
                <a:ext uri="{FF2B5EF4-FFF2-40B4-BE49-F238E27FC236}">
                  <a16:creationId xmlns:a16="http://schemas.microsoft.com/office/drawing/2014/main" id="{F38B1029-EDEF-EDE7-F8D6-6AC81A775A84}"/>
                </a:ext>
              </a:extLst>
            </p:cNvPr>
            <p:cNvSpPr txBox="1">
              <a:spLocks noChangeArrowheads="1"/>
            </p:cNvSpPr>
            <p:nvPr/>
          </p:nvSpPr>
          <p:spPr bwMode="auto">
            <a:xfrm>
              <a:off x="6687548" y="1109424"/>
              <a:ext cx="296047"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9</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5" name="TextBox 28">
              <a:extLst>
                <a:ext uri="{FF2B5EF4-FFF2-40B4-BE49-F238E27FC236}">
                  <a16:creationId xmlns:a16="http://schemas.microsoft.com/office/drawing/2014/main" id="{E709C6EB-0665-FE16-4CE3-5C70EF38B342}"/>
                </a:ext>
              </a:extLst>
            </p:cNvPr>
            <p:cNvSpPr txBox="1">
              <a:spLocks noChangeArrowheads="1"/>
            </p:cNvSpPr>
            <p:nvPr/>
          </p:nvSpPr>
          <p:spPr bwMode="auto">
            <a:xfrm>
              <a:off x="7060266" y="1109424"/>
              <a:ext cx="34419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10</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6" name="自选图形 157">
              <a:extLst>
                <a:ext uri="{FF2B5EF4-FFF2-40B4-BE49-F238E27FC236}">
                  <a16:creationId xmlns:a16="http://schemas.microsoft.com/office/drawing/2014/main" id="{450641DB-8436-8009-6400-CEF5BCC01502}"/>
                </a:ext>
              </a:extLst>
            </p:cNvPr>
            <p:cNvSpPr>
              <a:spLocks noChangeArrowheads="1"/>
            </p:cNvSpPr>
            <p:nvPr/>
          </p:nvSpPr>
          <p:spPr bwMode="auto">
            <a:xfrm>
              <a:off x="1660826" y="3264337"/>
              <a:ext cx="2220133" cy="253869"/>
            </a:xfrm>
            <a:prstGeom prst="homePlate">
              <a:avLst>
                <a:gd name="adj" fmla="val 39920"/>
              </a:avLst>
            </a:prstGeom>
            <a:solidFill>
              <a:srgbClr val="05C8C8"/>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系统设计、开发及测试</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47" name="直接连接符 168">
              <a:extLst>
                <a:ext uri="{FF2B5EF4-FFF2-40B4-BE49-F238E27FC236}">
                  <a16:creationId xmlns:a16="http://schemas.microsoft.com/office/drawing/2014/main" id="{811183B5-6001-B97B-B5CF-DA835A21872A}"/>
                </a:ext>
              </a:extLst>
            </p:cNvPr>
            <p:cNvCxnSpPr/>
            <p:nvPr/>
          </p:nvCxnSpPr>
          <p:spPr>
            <a:xfrm rot="5400000">
              <a:off x="4779025" y="1051115"/>
              <a:ext cx="167199" cy="236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8" name="直接连接符 167">
              <a:extLst>
                <a:ext uri="{FF2B5EF4-FFF2-40B4-BE49-F238E27FC236}">
                  <a16:creationId xmlns:a16="http://schemas.microsoft.com/office/drawing/2014/main" id="{0886A4FB-3C9E-C593-25AA-D189252BEA4B}"/>
                </a:ext>
              </a:extLst>
            </p:cNvPr>
            <p:cNvCxnSpPr/>
            <p:nvPr/>
          </p:nvCxnSpPr>
          <p:spPr>
            <a:xfrm rot="5400000">
              <a:off x="7392895" y="1060352"/>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TextBox 28">
              <a:extLst>
                <a:ext uri="{FF2B5EF4-FFF2-40B4-BE49-F238E27FC236}">
                  <a16:creationId xmlns:a16="http://schemas.microsoft.com/office/drawing/2014/main" id="{EF0122D8-B8BD-7C90-5762-6C2EC05A1D62}"/>
                </a:ext>
              </a:extLst>
            </p:cNvPr>
            <p:cNvSpPr txBox="1">
              <a:spLocks noChangeArrowheads="1"/>
            </p:cNvSpPr>
            <p:nvPr/>
          </p:nvSpPr>
          <p:spPr bwMode="auto">
            <a:xfrm>
              <a:off x="7504431" y="1106542"/>
              <a:ext cx="34419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11</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50" name="直接连接符 167">
              <a:extLst>
                <a:ext uri="{FF2B5EF4-FFF2-40B4-BE49-F238E27FC236}">
                  <a16:creationId xmlns:a16="http://schemas.microsoft.com/office/drawing/2014/main" id="{C83F8B3C-D342-36C8-20D5-A2CF2DB9B00B}"/>
                </a:ext>
              </a:extLst>
            </p:cNvPr>
            <p:cNvCxnSpPr/>
            <p:nvPr/>
          </p:nvCxnSpPr>
          <p:spPr>
            <a:xfrm rot="5400000">
              <a:off x="7788599" y="1083410"/>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1" name="TextBox 28">
              <a:extLst>
                <a:ext uri="{FF2B5EF4-FFF2-40B4-BE49-F238E27FC236}">
                  <a16:creationId xmlns:a16="http://schemas.microsoft.com/office/drawing/2014/main" id="{05D020F1-6C01-9906-B327-D144A16A4816}"/>
                </a:ext>
              </a:extLst>
            </p:cNvPr>
            <p:cNvSpPr txBox="1">
              <a:spLocks noChangeArrowheads="1"/>
            </p:cNvSpPr>
            <p:nvPr/>
          </p:nvSpPr>
          <p:spPr bwMode="auto">
            <a:xfrm>
              <a:off x="7909197" y="1103659"/>
              <a:ext cx="34419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pitchFamily="34" charset="-122"/>
                  <a:sym typeface="微软雅黑 Light" panose="020B0502040204020203" pitchFamily="34" charset="-122"/>
                </a:rPr>
                <a:t>12</a:t>
              </a:r>
              <a:endParaRPr lang="zh-CN" altLang="en-US" sz="825"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2" name="自选图形 157">
              <a:extLst>
                <a:ext uri="{FF2B5EF4-FFF2-40B4-BE49-F238E27FC236}">
                  <a16:creationId xmlns:a16="http://schemas.microsoft.com/office/drawing/2014/main" id="{48CF3B52-715B-0C2B-0A10-8F8C448ECC4F}"/>
                </a:ext>
              </a:extLst>
            </p:cNvPr>
            <p:cNvSpPr>
              <a:spLocks noChangeArrowheads="1"/>
            </p:cNvSpPr>
            <p:nvPr/>
          </p:nvSpPr>
          <p:spPr bwMode="auto">
            <a:xfrm>
              <a:off x="1324610" y="2465705"/>
              <a:ext cx="1009650" cy="236855"/>
            </a:xfrm>
            <a:prstGeom prst="homePlate">
              <a:avLst>
                <a:gd name="adj" fmla="val 39902"/>
              </a:avLst>
            </a:prstGeom>
            <a:solidFill>
              <a:srgbClr val="FFC00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系统设计、</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开发及测试</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3" name="自选图形 157">
              <a:extLst>
                <a:ext uri="{FF2B5EF4-FFF2-40B4-BE49-F238E27FC236}">
                  <a16:creationId xmlns:a16="http://schemas.microsoft.com/office/drawing/2014/main" id="{C05F7F27-E816-707C-B90F-8FF6B744AFC4}"/>
                </a:ext>
              </a:extLst>
            </p:cNvPr>
            <p:cNvSpPr>
              <a:spLocks noChangeArrowheads="1"/>
            </p:cNvSpPr>
            <p:nvPr/>
          </p:nvSpPr>
          <p:spPr bwMode="auto">
            <a:xfrm>
              <a:off x="1051496" y="1863651"/>
              <a:ext cx="822040" cy="237820"/>
            </a:xfrm>
            <a:prstGeom prst="homePlate">
              <a:avLst>
                <a:gd name="adj" fmla="val 39902"/>
              </a:avLst>
            </a:prstGeom>
            <a:solidFill>
              <a:srgbClr val="00CCFE"/>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中台部署</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4" name="自选图形 157">
              <a:extLst>
                <a:ext uri="{FF2B5EF4-FFF2-40B4-BE49-F238E27FC236}">
                  <a16:creationId xmlns:a16="http://schemas.microsoft.com/office/drawing/2014/main" id="{E81442AA-0869-5D92-D755-0F43B6B9EE2D}"/>
                </a:ext>
              </a:extLst>
            </p:cNvPr>
            <p:cNvSpPr>
              <a:spLocks noChangeArrowheads="1"/>
            </p:cNvSpPr>
            <p:nvPr/>
          </p:nvSpPr>
          <p:spPr bwMode="auto">
            <a:xfrm>
              <a:off x="2785110" y="2465705"/>
              <a:ext cx="1038225" cy="236855"/>
            </a:xfrm>
            <a:prstGeom prst="homePlate">
              <a:avLst>
                <a:gd name="adj" fmla="val 39902"/>
              </a:avLst>
            </a:prstGeom>
            <a:solidFill>
              <a:srgbClr val="FFC00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分批上线</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55" name="直接连接符 88">
              <a:extLst>
                <a:ext uri="{FF2B5EF4-FFF2-40B4-BE49-F238E27FC236}">
                  <a16:creationId xmlns:a16="http://schemas.microsoft.com/office/drawing/2014/main" id="{9DBB9B10-8058-3588-2FD6-A71CBA496648}"/>
                </a:ext>
              </a:extLst>
            </p:cNvPr>
            <p:cNvCxnSpPr/>
            <p:nvPr/>
          </p:nvCxnSpPr>
          <p:spPr>
            <a:xfrm>
              <a:off x="993609" y="1200667"/>
              <a:ext cx="7904" cy="3707321"/>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BA2003E5-73A2-A397-7C8A-AB5333BFD538}"/>
                </a:ext>
              </a:extLst>
            </p:cNvPr>
            <p:cNvSpPr txBox="1"/>
            <p:nvPr/>
          </p:nvSpPr>
          <p:spPr>
            <a:xfrm>
              <a:off x="181851" y="2299888"/>
              <a:ext cx="783288" cy="1637310"/>
            </a:xfrm>
            <a:prstGeom prst="rect">
              <a:avLst/>
            </a:prstGeom>
            <a:solidFill>
              <a:srgbClr val="2971EB"/>
            </a:solidFill>
          </p:spPr>
          <p:txBody>
            <a:bodyPr wrap="square" rtlCol="0">
              <a:spAutoFit/>
            </a:bodyPr>
            <a:lstStyle>
              <a:defPPr>
                <a:defRPr lang="en-US"/>
              </a:defPPr>
              <a:lvl1pPr>
                <a:defRPr kumimoji="1" sz="1100">
                  <a:solidFill>
                    <a:schemeClr val="bg1"/>
                  </a:solidFill>
                  <a:latin typeface="微软雅黑" panose="020B0503020204020204" pitchFamily="34" charset="-122"/>
                  <a:ea typeface="微软雅黑" panose="020B0503020204020204" pitchFamily="34" charset="-122"/>
                </a:defRPr>
              </a:lvl1pPr>
            </a:lstStyle>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r>
                <a:rPr lang="zh-CN" altLang="en-US" dirty="0">
                  <a:latin typeface="微软雅黑 Light" panose="020B0502040204020203" pitchFamily="34" charset="-122"/>
                  <a:sym typeface="微软雅黑 Light" panose="020B0502040204020203" pitchFamily="34" charset="-122"/>
                </a:rPr>
                <a:t>系统实现</a:t>
              </a:r>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p:txBody>
        </p:sp>
        <p:sp>
          <p:nvSpPr>
            <p:cNvPr id="57" name="矩形 56">
              <a:extLst>
                <a:ext uri="{FF2B5EF4-FFF2-40B4-BE49-F238E27FC236}">
                  <a16:creationId xmlns:a16="http://schemas.microsoft.com/office/drawing/2014/main" id="{9C0730A2-01F4-D738-3315-3EB5E1A6F9E0}"/>
                </a:ext>
              </a:extLst>
            </p:cNvPr>
            <p:cNvSpPr/>
            <p:nvPr/>
          </p:nvSpPr>
          <p:spPr>
            <a:xfrm>
              <a:off x="188562" y="1503369"/>
              <a:ext cx="759021" cy="593228"/>
            </a:xfrm>
            <a:prstGeom prst="rect">
              <a:avLst/>
            </a:prstGeom>
            <a:solidFill>
              <a:srgbClr val="2971EB"/>
            </a:solidFill>
          </p:spPr>
          <p:txBody>
            <a:bodyPr wrap="square" anchor="ctr">
              <a:spAutoFit/>
            </a:bodyPr>
            <a:lstStyle/>
            <a:p>
              <a:pPr algn="ctr"/>
              <a:r>
                <a:rPr kumimoji="1" lang="zh-CN" altLang="en-US"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项目准备</a:t>
              </a:r>
              <a:endParaRPr kumimoji="1" lang="en-US" altLang="zh-CN"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kumimoji="1" lang="zh-CN" altLang="en-US"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业务调研</a:t>
              </a:r>
              <a:endParaRPr kumimoji="1" lang="en-US" altLang="zh-CN"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kumimoji="1" lang="zh-CN" altLang="en-US"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蓝图规划</a:t>
              </a:r>
              <a:endParaRPr kumimoji="1" lang="en-US" altLang="zh-CN"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a:r>
                <a:rPr kumimoji="1" lang="zh-CN" altLang="en-US"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中台搭建</a:t>
              </a:r>
              <a:endParaRPr kumimoji="1" lang="en-US" altLang="zh-CN"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58" name="直接连接符 179">
              <a:extLst>
                <a:ext uri="{FF2B5EF4-FFF2-40B4-BE49-F238E27FC236}">
                  <a16:creationId xmlns:a16="http://schemas.microsoft.com/office/drawing/2014/main" id="{B94ED9DE-9ED3-FA17-D80F-E580E7F404D3}"/>
                </a:ext>
              </a:extLst>
            </p:cNvPr>
            <p:cNvCxnSpPr/>
            <p:nvPr/>
          </p:nvCxnSpPr>
          <p:spPr>
            <a:xfrm rot="5400000">
              <a:off x="8130440" y="982687"/>
              <a:ext cx="34227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76017969-1C52-26BF-BD3B-71942F0AFFB6}"/>
                </a:ext>
              </a:extLst>
            </p:cNvPr>
            <p:cNvSpPr/>
            <p:nvPr/>
          </p:nvSpPr>
          <p:spPr>
            <a:xfrm>
              <a:off x="195500" y="4508976"/>
              <a:ext cx="767939" cy="201698"/>
            </a:xfrm>
            <a:prstGeom prst="rect">
              <a:avLst/>
            </a:prstGeom>
            <a:solidFill>
              <a:srgbClr val="2971EB"/>
            </a:solidFill>
          </p:spPr>
          <p:txBody>
            <a:bodyPr wrap="square">
              <a:spAutoFit/>
            </a:bodyPr>
            <a:lstStyle/>
            <a:p>
              <a:r>
                <a:rPr kumimoji="1" lang="zh-CN" altLang="en-US"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上线支持</a:t>
              </a:r>
              <a:endParaRPr kumimoji="1" lang="en-US" altLang="zh-CN" sz="11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0" name="TextBox 47">
              <a:extLst>
                <a:ext uri="{FF2B5EF4-FFF2-40B4-BE49-F238E27FC236}">
                  <a16:creationId xmlns:a16="http://schemas.microsoft.com/office/drawing/2014/main" id="{BEA46581-0FEA-5817-D17D-991C6274A539}"/>
                </a:ext>
              </a:extLst>
            </p:cNvPr>
            <p:cNvSpPr txBox="1">
              <a:spLocks noChangeArrowheads="1"/>
            </p:cNvSpPr>
            <p:nvPr/>
          </p:nvSpPr>
          <p:spPr bwMode="auto">
            <a:xfrm>
              <a:off x="8328187" y="736802"/>
              <a:ext cx="690207" cy="195766"/>
            </a:xfrm>
            <a:prstGeom prst="rect">
              <a:avLst/>
            </a:prstGeom>
            <a:solidFill>
              <a:srgbClr val="2971EB"/>
            </a:solidFill>
            <a:ln>
              <a:solidFill>
                <a:schemeClr val="accent1"/>
              </a:solid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50" b="1" dirty="0">
                  <a:latin typeface="微软雅黑 Light" panose="020B0502040204020203" pitchFamily="34" charset="-122"/>
                  <a:ea typeface="微软雅黑" panose="020B0503020204020204" pitchFamily="34" charset="-122"/>
                  <a:sym typeface="微软雅黑 Light" panose="020B0502040204020203" pitchFamily="34" charset="-122"/>
                </a:rPr>
                <a:t>2024</a:t>
              </a:r>
              <a:r>
                <a:rPr lang="zh-CN" altLang="en-US" sz="1050" b="1" dirty="0">
                  <a:latin typeface="微软雅黑 Light" panose="020B0502040204020203" pitchFamily="34" charset="-122"/>
                  <a:ea typeface="微软雅黑" panose="020B0503020204020204" pitchFamily="34" charset="-122"/>
                  <a:sym typeface="微软雅黑 Light" panose="020B0502040204020203" pitchFamily="34" charset="-122"/>
                </a:rPr>
                <a:t>年</a:t>
              </a:r>
            </a:p>
          </p:txBody>
        </p:sp>
        <p:cxnSp>
          <p:nvCxnSpPr>
            <p:cNvPr id="61" name="直接连接符 88">
              <a:extLst>
                <a:ext uri="{FF2B5EF4-FFF2-40B4-BE49-F238E27FC236}">
                  <a16:creationId xmlns:a16="http://schemas.microsoft.com/office/drawing/2014/main" id="{B1ED8FF6-55DD-C336-5961-63DAD2CE98FC}"/>
                </a:ext>
              </a:extLst>
            </p:cNvPr>
            <p:cNvCxnSpPr/>
            <p:nvPr/>
          </p:nvCxnSpPr>
          <p:spPr>
            <a:xfrm>
              <a:off x="8313472" y="1200667"/>
              <a:ext cx="0" cy="3607644"/>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88">
              <a:extLst>
                <a:ext uri="{FF2B5EF4-FFF2-40B4-BE49-F238E27FC236}">
                  <a16:creationId xmlns:a16="http://schemas.microsoft.com/office/drawing/2014/main" id="{B0344597-A1AF-8215-327C-8AFD6A956C6C}"/>
                </a:ext>
              </a:extLst>
            </p:cNvPr>
            <p:cNvCxnSpPr/>
            <p:nvPr/>
          </p:nvCxnSpPr>
          <p:spPr>
            <a:xfrm>
              <a:off x="8960893" y="1025612"/>
              <a:ext cx="28885" cy="3785780"/>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88">
              <a:extLst>
                <a:ext uri="{FF2B5EF4-FFF2-40B4-BE49-F238E27FC236}">
                  <a16:creationId xmlns:a16="http://schemas.microsoft.com/office/drawing/2014/main" id="{208D4F84-D92D-4837-22A0-D28B32111B5E}"/>
                </a:ext>
              </a:extLst>
            </p:cNvPr>
            <p:cNvCxnSpPr/>
            <p:nvPr/>
          </p:nvCxnSpPr>
          <p:spPr>
            <a:xfrm flipH="1" flipV="1">
              <a:off x="195500" y="4811391"/>
              <a:ext cx="8758007" cy="1"/>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88">
              <a:extLst>
                <a:ext uri="{FF2B5EF4-FFF2-40B4-BE49-F238E27FC236}">
                  <a16:creationId xmlns:a16="http://schemas.microsoft.com/office/drawing/2014/main" id="{5201A02F-5040-6D8E-F441-BA986BAAB246}"/>
                </a:ext>
              </a:extLst>
            </p:cNvPr>
            <p:cNvCxnSpPr/>
            <p:nvPr/>
          </p:nvCxnSpPr>
          <p:spPr>
            <a:xfrm>
              <a:off x="3864042" y="1153782"/>
              <a:ext cx="23059" cy="3657609"/>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65" name="自选图形 157">
              <a:extLst>
                <a:ext uri="{FF2B5EF4-FFF2-40B4-BE49-F238E27FC236}">
                  <a16:creationId xmlns:a16="http://schemas.microsoft.com/office/drawing/2014/main" id="{BE890C37-CB18-C1A5-ED5B-941CE49B8DC8}"/>
                </a:ext>
              </a:extLst>
            </p:cNvPr>
            <p:cNvSpPr>
              <a:spLocks noChangeArrowheads="1"/>
            </p:cNvSpPr>
            <p:nvPr/>
          </p:nvSpPr>
          <p:spPr bwMode="auto">
            <a:xfrm>
              <a:off x="4339701" y="3265452"/>
              <a:ext cx="649309" cy="243113"/>
            </a:xfrm>
            <a:prstGeom prst="homePlate">
              <a:avLst>
                <a:gd name="adj" fmla="val 39902"/>
              </a:avLst>
            </a:prstGeom>
            <a:solidFill>
              <a:srgbClr val="05C8C8"/>
            </a:solidFill>
            <a:ln w="9525" algn="ctr">
              <a:solidFill>
                <a:schemeClr val="accent1"/>
              </a:solidFill>
              <a:miter lim="800000"/>
            </a:ln>
            <a:effectLst>
              <a:outerShdw dist="35921" dir="2700000" algn="ctr" rotWithShape="0">
                <a:schemeClr val="bg2">
                  <a:alpha val="50000"/>
                </a:schemeClr>
              </a:outerShdw>
            </a:effectLst>
          </p:spPr>
          <p:txBody>
            <a:bodyPr anchor="ctr"/>
            <a:lstStyle/>
            <a:p>
              <a:pP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试点上线</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66" name="直接连接符 88">
              <a:extLst>
                <a:ext uri="{FF2B5EF4-FFF2-40B4-BE49-F238E27FC236}">
                  <a16:creationId xmlns:a16="http://schemas.microsoft.com/office/drawing/2014/main" id="{0F4D0447-95BB-3D34-6E12-720781DCADE6}"/>
                </a:ext>
              </a:extLst>
            </p:cNvPr>
            <p:cNvCxnSpPr/>
            <p:nvPr/>
          </p:nvCxnSpPr>
          <p:spPr>
            <a:xfrm flipH="1">
              <a:off x="5926995" y="1183057"/>
              <a:ext cx="10874" cy="3628334"/>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68" name="自选图形 157">
              <a:extLst>
                <a:ext uri="{FF2B5EF4-FFF2-40B4-BE49-F238E27FC236}">
                  <a16:creationId xmlns:a16="http://schemas.microsoft.com/office/drawing/2014/main" id="{11AB6121-B56B-66D2-936C-003D871078AE}"/>
                </a:ext>
              </a:extLst>
            </p:cNvPr>
            <p:cNvSpPr>
              <a:spLocks noChangeArrowheads="1"/>
            </p:cNvSpPr>
            <p:nvPr/>
          </p:nvSpPr>
          <p:spPr bwMode="auto">
            <a:xfrm>
              <a:off x="4960448" y="3254259"/>
              <a:ext cx="943283" cy="243113"/>
            </a:xfrm>
            <a:prstGeom prst="homePlate">
              <a:avLst>
                <a:gd name="adj" fmla="val 39902"/>
              </a:avLst>
            </a:prstGeom>
            <a:solidFill>
              <a:srgbClr val="05C8C8"/>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上线切换</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9" name="自选图形 157">
              <a:extLst>
                <a:ext uri="{FF2B5EF4-FFF2-40B4-BE49-F238E27FC236}">
                  <a16:creationId xmlns:a16="http://schemas.microsoft.com/office/drawing/2014/main" id="{BD30F082-D9BD-085B-C0A4-DB63D9E00D49}"/>
                </a:ext>
              </a:extLst>
            </p:cNvPr>
            <p:cNvSpPr>
              <a:spLocks noChangeArrowheads="1"/>
            </p:cNvSpPr>
            <p:nvPr/>
          </p:nvSpPr>
          <p:spPr bwMode="auto">
            <a:xfrm>
              <a:off x="2352040" y="2472055"/>
              <a:ext cx="422910" cy="233680"/>
            </a:xfrm>
            <a:prstGeom prst="homePlate">
              <a:avLst>
                <a:gd name="adj" fmla="val 39902"/>
              </a:avLst>
            </a:prstGeom>
            <a:solidFill>
              <a:srgbClr val="FFC00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UAT</a:t>
              </a:r>
            </a:p>
          </p:txBody>
        </p:sp>
        <p:sp>
          <p:nvSpPr>
            <p:cNvPr id="70" name="自选图形 157">
              <a:extLst>
                <a:ext uri="{FF2B5EF4-FFF2-40B4-BE49-F238E27FC236}">
                  <a16:creationId xmlns:a16="http://schemas.microsoft.com/office/drawing/2014/main" id="{ACB1BC4F-1B4B-7164-CCFF-EB7CC1288207}"/>
                </a:ext>
              </a:extLst>
            </p:cNvPr>
            <p:cNvSpPr>
              <a:spLocks noChangeArrowheads="1"/>
            </p:cNvSpPr>
            <p:nvPr/>
          </p:nvSpPr>
          <p:spPr bwMode="auto">
            <a:xfrm>
              <a:off x="3908514" y="3275248"/>
              <a:ext cx="449758" cy="233409"/>
            </a:xfrm>
            <a:prstGeom prst="homePlate">
              <a:avLst>
                <a:gd name="adj" fmla="val 39902"/>
              </a:avLst>
            </a:prstGeom>
            <a:solidFill>
              <a:srgbClr val="05C8C8"/>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UAT</a:t>
              </a:r>
            </a:p>
          </p:txBody>
        </p:sp>
        <p:sp>
          <p:nvSpPr>
            <p:cNvPr id="71" name="标注: 线形(带强调线) 70">
              <a:extLst>
                <a:ext uri="{FF2B5EF4-FFF2-40B4-BE49-F238E27FC236}">
                  <a16:creationId xmlns:a16="http://schemas.microsoft.com/office/drawing/2014/main" id="{3F4F01F0-F95D-0047-AF4C-FBD2E6CCBBBA}"/>
                </a:ext>
              </a:extLst>
            </p:cNvPr>
            <p:cNvSpPr/>
            <p:nvPr/>
          </p:nvSpPr>
          <p:spPr>
            <a:xfrm>
              <a:off x="4183380" y="2068830"/>
              <a:ext cx="1249680" cy="457835"/>
            </a:xfrm>
            <a:prstGeom prst="accentCallout1">
              <a:avLst>
                <a:gd name="adj1" fmla="val 18750"/>
                <a:gd name="adj2" fmla="val -8333"/>
                <a:gd name="adj3" fmla="val 86962"/>
                <a:gd name="adj4" fmla="val -32418"/>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总账、应收、资金收款</a:t>
              </a:r>
            </a:p>
          </p:txBody>
        </p:sp>
        <p:sp>
          <p:nvSpPr>
            <p:cNvPr id="72" name="标注: 线形(带强调线) 71">
              <a:extLst>
                <a:ext uri="{FF2B5EF4-FFF2-40B4-BE49-F238E27FC236}">
                  <a16:creationId xmlns:a16="http://schemas.microsoft.com/office/drawing/2014/main" id="{364F1C4A-10C4-57FD-3167-ABFC889F8A02}"/>
                </a:ext>
              </a:extLst>
            </p:cNvPr>
            <p:cNvSpPr/>
            <p:nvPr/>
          </p:nvSpPr>
          <p:spPr>
            <a:xfrm>
              <a:off x="6169660" y="2862580"/>
              <a:ext cx="1298575" cy="457835"/>
            </a:xfrm>
            <a:prstGeom prst="accentCallout1">
              <a:avLst>
                <a:gd name="adj1" fmla="val 18750"/>
                <a:gd name="adj2" fmla="val -8333"/>
                <a:gd name="adj3" fmla="val 84604"/>
                <a:gd name="adj4" fmla="val -26308"/>
              </a:avLst>
            </a:prstGeom>
            <a:solidFill>
              <a:srgbClr val="05C8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费用、资金付款、资金计划</a:t>
              </a:r>
            </a:p>
          </p:txBody>
        </p:sp>
        <p:sp>
          <p:nvSpPr>
            <p:cNvPr id="73" name="文本框 72">
              <a:extLst>
                <a:ext uri="{FF2B5EF4-FFF2-40B4-BE49-F238E27FC236}">
                  <a16:creationId xmlns:a16="http://schemas.microsoft.com/office/drawing/2014/main" id="{0E7A1566-48D9-0C77-6ACE-3FFB33A091A1}"/>
                </a:ext>
              </a:extLst>
            </p:cNvPr>
            <p:cNvSpPr txBox="1"/>
            <p:nvPr/>
          </p:nvSpPr>
          <p:spPr>
            <a:xfrm>
              <a:off x="6046896" y="1536490"/>
              <a:ext cx="2175322" cy="308479"/>
            </a:xfrm>
            <a:prstGeom prst="rect">
              <a:avLst/>
            </a:prstGeom>
            <a:solidFill>
              <a:srgbClr val="C0E4E5"/>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000" b="1" dirty="0">
                  <a:latin typeface="微软雅黑 Light" panose="020B0502040204020203" pitchFamily="34" charset="-122"/>
                  <a:ea typeface="微软雅黑" panose="020B0503020204020204" pitchFamily="34" charset="-122"/>
                  <a:sym typeface="微软雅黑 Light" panose="020B0502040204020203" pitchFamily="34" charset="-122"/>
                </a:rPr>
                <a:t>业务范围：</a:t>
              </a:r>
              <a:endParaRPr lang="en-US" altLang="zh-CN" sz="1000" dirty="0">
                <a:latin typeface="微软雅黑 Light" panose="020B0502040204020203" pitchFamily="34" charset="-122"/>
                <a:ea typeface="微软雅黑" panose="020B0503020204020204" pitchFamily="34" charset="-122"/>
                <a:sym typeface="微软雅黑 Light" panose="020B0502040204020203" pitchFamily="34" charset="-122"/>
              </a:endParaRPr>
            </a:p>
            <a:p>
              <a:r>
                <a:rPr lang="zh-CN" altLang="en-US" sz="1000" b="1" dirty="0">
                  <a:latin typeface="微软雅黑 Light" panose="020B0502040204020203" pitchFamily="34" charset="-122"/>
                  <a:ea typeface="微软雅黑" panose="020B0503020204020204" pitchFamily="34" charset="-122"/>
                  <a:sym typeface="微软雅黑 Light" panose="020B0502040204020203" pitchFamily="34" charset="-122"/>
                </a:rPr>
                <a:t>组织范围：</a:t>
              </a:r>
              <a:endParaRPr lang="zh-CN" altLang="en-US" sz="10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4" name="自选图形 157">
              <a:extLst>
                <a:ext uri="{FF2B5EF4-FFF2-40B4-BE49-F238E27FC236}">
                  <a16:creationId xmlns:a16="http://schemas.microsoft.com/office/drawing/2014/main" id="{53FF5648-AADC-54C8-AA9F-E5F45C1190B7}"/>
                </a:ext>
              </a:extLst>
            </p:cNvPr>
            <p:cNvSpPr>
              <a:spLocks noChangeArrowheads="1"/>
            </p:cNvSpPr>
            <p:nvPr/>
          </p:nvSpPr>
          <p:spPr bwMode="auto">
            <a:xfrm>
              <a:off x="3891915" y="4097655"/>
              <a:ext cx="2011680" cy="255905"/>
            </a:xfrm>
            <a:prstGeom prst="homePlate">
              <a:avLst>
                <a:gd name="adj" fmla="val 39902"/>
              </a:avLst>
            </a:prstGeom>
            <a:solidFill>
              <a:srgbClr val="FFD966"/>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系统设计、开发及测试</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5" name="自选图形 157">
              <a:extLst>
                <a:ext uri="{FF2B5EF4-FFF2-40B4-BE49-F238E27FC236}">
                  <a16:creationId xmlns:a16="http://schemas.microsoft.com/office/drawing/2014/main" id="{BE0F2275-9DA0-719B-868D-F159B4767C02}"/>
                </a:ext>
              </a:extLst>
            </p:cNvPr>
            <p:cNvSpPr>
              <a:spLocks noChangeArrowheads="1"/>
            </p:cNvSpPr>
            <p:nvPr/>
          </p:nvSpPr>
          <p:spPr bwMode="auto">
            <a:xfrm>
              <a:off x="6384290" y="4103370"/>
              <a:ext cx="1073785" cy="243205"/>
            </a:xfrm>
            <a:prstGeom prst="homePlate">
              <a:avLst>
                <a:gd name="adj" fmla="val 39902"/>
              </a:avLst>
            </a:prstGeom>
            <a:solidFill>
              <a:srgbClr val="FFD966"/>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分批上线</a:t>
              </a:r>
              <a:endPar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6" name="标注: 线形(带强调线) 110">
              <a:extLst>
                <a:ext uri="{FF2B5EF4-FFF2-40B4-BE49-F238E27FC236}">
                  <a16:creationId xmlns:a16="http://schemas.microsoft.com/office/drawing/2014/main" id="{46DE192E-85BF-6A20-9680-377502D9AF42}"/>
                </a:ext>
              </a:extLst>
            </p:cNvPr>
            <p:cNvSpPr/>
            <p:nvPr/>
          </p:nvSpPr>
          <p:spPr>
            <a:xfrm>
              <a:off x="7780020" y="3666490"/>
              <a:ext cx="1129030" cy="457835"/>
            </a:xfrm>
            <a:prstGeom prst="accentCallout1">
              <a:avLst>
                <a:gd name="adj1" fmla="val 18750"/>
                <a:gd name="adj2" fmla="val -8333"/>
                <a:gd name="adj3" fmla="val 87101"/>
                <a:gd name="adj4" fmla="val -34251"/>
              </a:avLst>
            </a:prstGeom>
            <a:solidFill>
              <a:srgbClr val="FFD9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资产、应付、资金付款、税金</a:t>
              </a:r>
            </a:p>
          </p:txBody>
        </p:sp>
        <p:sp>
          <p:nvSpPr>
            <p:cNvPr id="77" name="自选图形 157">
              <a:extLst>
                <a:ext uri="{FF2B5EF4-FFF2-40B4-BE49-F238E27FC236}">
                  <a16:creationId xmlns:a16="http://schemas.microsoft.com/office/drawing/2014/main" id="{34F1B176-DCB3-0F55-A750-20F2265EDD8E}"/>
                </a:ext>
              </a:extLst>
            </p:cNvPr>
            <p:cNvSpPr>
              <a:spLocks noChangeArrowheads="1"/>
            </p:cNvSpPr>
            <p:nvPr/>
          </p:nvSpPr>
          <p:spPr bwMode="auto">
            <a:xfrm>
              <a:off x="5932432" y="4112836"/>
              <a:ext cx="452285" cy="233409"/>
            </a:xfrm>
            <a:prstGeom prst="homePlate">
              <a:avLst>
                <a:gd name="adj" fmla="val 39902"/>
              </a:avLst>
            </a:prstGeom>
            <a:solidFill>
              <a:srgbClr val="FFD966"/>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en-US" altLang="zh-CN"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UAT</a:t>
              </a:r>
            </a:p>
          </p:txBody>
        </p:sp>
        <p:sp>
          <p:nvSpPr>
            <p:cNvPr id="31" name="自选图形 157">
              <a:extLst>
                <a:ext uri="{FF2B5EF4-FFF2-40B4-BE49-F238E27FC236}">
                  <a16:creationId xmlns:a16="http://schemas.microsoft.com/office/drawing/2014/main" id="{4B59124E-A6BC-14FD-8A13-64D36BEC29B4}"/>
                </a:ext>
              </a:extLst>
            </p:cNvPr>
            <p:cNvSpPr>
              <a:spLocks noChangeArrowheads="1"/>
            </p:cNvSpPr>
            <p:nvPr/>
          </p:nvSpPr>
          <p:spPr bwMode="auto">
            <a:xfrm>
              <a:off x="2803407" y="4470153"/>
              <a:ext cx="5474929" cy="237793"/>
            </a:xfrm>
            <a:prstGeom prst="homePlate">
              <a:avLst>
                <a:gd name="adj" fmla="val 39916"/>
              </a:avLst>
            </a:prstGeom>
            <a:solidFill>
              <a:srgbClr val="92D05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                          系统上线支持，优化迭代</a:t>
              </a:r>
            </a:p>
          </p:txBody>
        </p:sp>
      </p:grpSp>
    </p:spTree>
    <p:extLst>
      <p:ext uri="{BB962C8B-B14F-4D97-AF65-F5344CB8AC3E}">
        <p14:creationId xmlns:p14="http://schemas.microsoft.com/office/powerpoint/2010/main" val="888851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6CF6AB-C28C-52A2-1F5F-400B9FC10A95}"/>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项目实施保障</a:t>
            </a:r>
          </a:p>
        </p:txBody>
      </p:sp>
      <p:sp>
        <p:nvSpPr>
          <p:cNvPr id="3" name="文本占位符 2">
            <a:extLst>
              <a:ext uri="{FF2B5EF4-FFF2-40B4-BE49-F238E27FC236}">
                <a16:creationId xmlns:a16="http://schemas.microsoft.com/office/drawing/2014/main" id="{8F2341D2-D51E-7F1B-57DD-B239CEE9100D}"/>
              </a:ext>
            </a:extLst>
          </p:cNvPr>
          <p:cNvSpPr>
            <a:spLocks noGrp="1"/>
          </p:cNvSpPr>
          <p:nvPr>
            <p:ph type="body" sz="quarter" idx="1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2099598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项目组织架构</a:t>
            </a:r>
          </a:p>
        </p:txBody>
      </p:sp>
      <p:cxnSp>
        <p:nvCxnSpPr>
          <p:cNvPr id="109" name="直接连接符 23">
            <a:extLst>
              <a:ext uri="{FF2B5EF4-FFF2-40B4-BE49-F238E27FC236}">
                <a16:creationId xmlns:a16="http://schemas.microsoft.com/office/drawing/2014/main" id="{9E2FA9D0-4075-018C-E9A3-78BAF4F7903B}"/>
              </a:ext>
            </a:extLst>
          </p:cNvPr>
          <p:cNvCxnSpPr>
            <a:cxnSpLocks/>
          </p:cNvCxnSpPr>
          <p:nvPr/>
        </p:nvCxnSpPr>
        <p:spPr>
          <a:xfrm>
            <a:off x="9037054" y="673721"/>
            <a:ext cx="0" cy="5724000"/>
          </a:xfrm>
          <a:prstGeom prst="line">
            <a:avLst/>
          </a:prstGeom>
          <a:ln w="12700" cmpd="sng">
            <a:solidFill>
              <a:schemeClr val="bg1">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110" name="矩形 109">
            <a:extLst>
              <a:ext uri="{FF2B5EF4-FFF2-40B4-BE49-F238E27FC236}">
                <a16:creationId xmlns:a16="http://schemas.microsoft.com/office/drawing/2014/main" id="{28F6BC4B-72D5-849E-C973-191A5E8566FA}"/>
              </a:ext>
            </a:extLst>
          </p:cNvPr>
          <p:cNvSpPr/>
          <p:nvPr/>
        </p:nvSpPr>
        <p:spPr>
          <a:xfrm>
            <a:off x="9688190" y="727414"/>
            <a:ext cx="768861" cy="314590"/>
          </a:xfrm>
          <a:prstGeom prst="rect">
            <a:avLst/>
          </a:prstGeom>
        </p:spPr>
        <p:txBody>
          <a:bodyPr wrap="square" lIns="67777" tIns="33854" rIns="67777" bIns="33854">
            <a:spAutoFit/>
          </a:bodyPr>
          <a:lstStyle/>
          <a:p>
            <a:pPr defTabSz="902921"/>
            <a:r>
              <a:rPr lang="zh-CN" altLang="en-US" sz="1600" b="1" dirty="0">
                <a:solidFill>
                  <a:srgbClr val="FFC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机制</a:t>
            </a:r>
          </a:p>
        </p:txBody>
      </p:sp>
      <p:sp>
        <p:nvSpPr>
          <p:cNvPr id="111" name="文本框 110">
            <a:extLst>
              <a:ext uri="{FF2B5EF4-FFF2-40B4-BE49-F238E27FC236}">
                <a16:creationId xmlns:a16="http://schemas.microsoft.com/office/drawing/2014/main" id="{12FC5624-93B8-1978-2D91-B3229171AA0E}"/>
              </a:ext>
            </a:extLst>
          </p:cNvPr>
          <p:cNvSpPr txBox="1"/>
          <p:nvPr/>
        </p:nvSpPr>
        <p:spPr>
          <a:xfrm>
            <a:off x="9223160" y="1035970"/>
            <a:ext cx="2556000" cy="861550"/>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项目经理负责制</a:t>
            </a:r>
            <a:endParaRPr kumimoji="1" lang="en-US" altLang="zh-CN"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统一管理进度、质量、成本</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拉通研发及业务负责方案设计</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资源调配、奖惩激励责权利一致</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2" name="文本框 111">
            <a:extLst>
              <a:ext uri="{FF2B5EF4-FFF2-40B4-BE49-F238E27FC236}">
                <a16:creationId xmlns:a16="http://schemas.microsoft.com/office/drawing/2014/main" id="{DB0EAC79-DC31-05FA-1601-0268CC59F76C}"/>
              </a:ext>
            </a:extLst>
          </p:cNvPr>
          <p:cNvSpPr txBox="1"/>
          <p:nvPr/>
        </p:nvSpPr>
        <p:spPr>
          <a:xfrm>
            <a:off x="9223160" y="1970998"/>
            <a:ext cx="2556000" cy="861550"/>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研发架构师担任技术负责人</a:t>
            </a:r>
            <a:endParaRPr kumimoji="1" lang="en-US" altLang="zh-CN"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长期主持架构设计及代码工程</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拉通总部产品研发</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对项目组技术资源统一管理调配</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3" name="文本框 112">
            <a:extLst>
              <a:ext uri="{FF2B5EF4-FFF2-40B4-BE49-F238E27FC236}">
                <a16:creationId xmlns:a16="http://schemas.microsoft.com/office/drawing/2014/main" id="{9B8C31A1-4D3A-35CB-8750-D6EE331C7FF6}"/>
              </a:ext>
            </a:extLst>
          </p:cNvPr>
          <p:cNvSpPr txBox="1"/>
          <p:nvPr/>
        </p:nvSpPr>
        <p:spPr>
          <a:xfrm>
            <a:off x="9233990" y="2906026"/>
            <a:ext cx="2556000" cy="861550"/>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专属组织</a:t>
            </a:r>
            <a:endParaRPr kumimoji="1" lang="en-US" altLang="zh-CN"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成立针对海信服务的专属组织</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长期服务的技术人员调入并长期按需驻场服务</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4" name="文本框 113">
            <a:extLst>
              <a:ext uri="{FF2B5EF4-FFF2-40B4-BE49-F238E27FC236}">
                <a16:creationId xmlns:a16="http://schemas.microsoft.com/office/drawing/2014/main" id="{05DD4AE6-71D8-CABC-F232-A203002E59EF}"/>
              </a:ext>
            </a:extLst>
          </p:cNvPr>
          <p:cNvSpPr txBox="1"/>
          <p:nvPr/>
        </p:nvSpPr>
        <p:spPr>
          <a:xfrm>
            <a:off x="9233990" y="3841054"/>
            <a:ext cx="2556000" cy="676932"/>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轮换机制</a:t>
            </a:r>
            <a:endParaRPr kumimoji="1" lang="en-US" altLang="zh-CN"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确保人员稳定，设定至少</a:t>
            </a:r>
            <a:r>
              <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1</a:t>
            </a:r>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月的提前过渡期，确保知识转移</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5" name="文本框 114">
            <a:extLst>
              <a:ext uri="{FF2B5EF4-FFF2-40B4-BE49-F238E27FC236}">
                <a16:creationId xmlns:a16="http://schemas.microsoft.com/office/drawing/2014/main" id="{9BCF1308-D03F-C09D-3DE9-D542A095D8ED}"/>
              </a:ext>
            </a:extLst>
          </p:cNvPr>
          <p:cNvSpPr txBox="1"/>
          <p:nvPr/>
        </p:nvSpPr>
        <p:spPr>
          <a:xfrm>
            <a:off x="9233990" y="4591464"/>
            <a:ext cx="2556000" cy="677108"/>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激励机制</a:t>
            </a:r>
            <a:endParaRPr kumimoji="1" lang="en-US" altLang="zh-CN"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设定专属激励奖金，由项目经理制定统一激励分配，高产出、高激励</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6" name="文本框 115">
            <a:extLst>
              <a:ext uri="{FF2B5EF4-FFF2-40B4-BE49-F238E27FC236}">
                <a16:creationId xmlns:a16="http://schemas.microsoft.com/office/drawing/2014/main" id="{4F0671A9-E1F6-7A3D-F73E-09450A3CE674}"/>
              </a:ext>
            </a:extLst>
          </p:cNvPr>
          <p:cNvSpPr txBox="1"/>
          <p:nvPr/>
        </p:nvSpPr>
        <p:spPr>
          <a:xfrm>
            <a:off x="9233990" y="5526491"/>
            <a:ext cx="2556000" cy="861550"/>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知识传递</a:t>
            </a:r>
            <a:endParaRPr kumimoji="1" lang="en-US" altLang="zh-CN" sz="1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定期进行知识共享和资产沉淀，横向拉通各循环业务及交付与运维团队知识传递</a:t>
            </a:r>
            <a:endParaRPr kumimoji="1" lang="en-US" altLang="zh-CN" sz="12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5" name="Rectangle 107">
            <a:extLst>
              <a:ext uri="{FF2B5EF4-FFF2-40B4-BE49-F238E27FC236}">
                <a16:creationId xmlns:a16="http://schemas.microsoft.com/office/drawing/2014/main" id="{571BB604-158C-F12D-B9C4-5C3F123FF2EA}"/>
              </a:ext>
            </a:extLst>
          </p:cNvPr>
          <p:cNvSpPr>
            <a:spLocks noChangeArrowheads="1"/>
          </p:cNvSpPr>
          <p:nvPr/>
        </p:nvSpPr>
        <p:spPr bwMode="auto">
          <a:xfrm>
            <a:off x="613631" y="5757980"/>
            <a:ext cx="8316000" cy="276728"/>
          </a:xfrm>
          <a:prstGeom prst="rect">
            <a:avLst/>
          </a:prstGeom>
          <a:solidFill>
            <a:schemeClr val="accent1"/>
          </a:solidFill>
          <a:ln w="6350">
            <a:noFill/>
            <a:miter lim="800000"/>
            <a:headEnd/>
            <a:tailEnd/>
          </a:ln>
        </p:spPr>
        <p:txBody>
          <a:bodyPr wrap="none" lIns="99692" rIns="42203" anchor="ctr"/>
          <a:lstStyle/>
          <a:p>
            <a:pPr marL="93787" indent="-93787" algn="ctr" defTabSz="844078" fontAlgn="base">
              <a:spcBef>
                <a:spcPct val="30000"/>
              </a:spcBef>
              <a:spcAft>
                <a:spcPct val="0"/>
              </a:spcAft>
              <a:buClr>
                <a:srgbClr val="006699"/>
              </a:buClr>
            </a:pPr>
            <a:r>
              <a:rPr lang="zh-CN" altLang="en-US" sz="1000" b="1" dirty="0">
                <a:solidFill>
                  <a:prstClr val="white"/>
                </a:solidFill>
                <a:latin typeface="微软雅黑 Light" panose="020B0502040204020203" pitchFamily="34" charset="-122"/>
                <a:ea typeface="微软雅黑" panose="020B0503020204020204" pitchFamily="34" charset="-122"/>
                <a:cs typeface="Arial" pitchFamily="34" charset="0"/>
                <a:sym typeface="微软雅黑 Light" panose="020B0502040204020203" pitchFamily="34" charset="-122"/>
              </a:rPr>
              <a:t>各个区域公司</a:t>
            </a:r>
            <a:r>
              <a:rPr lang="en-US" altLang="zh-CN" sz="1000" b="1" dirty="0">
                <a:solidFill>
                  <a:prstClr val="white"/>
                </a:solidFill>
                <a:latin typeface="微软雅黑 Light" panose="020B0502040204020203" pitchFamily="34" charset="-122"/>
                <a:ea typeface="微软雅黑" panose="020B0503020204020204" pitchFamily="34" charset="-122"/>
                <a:cs typeface="Arial" pitchFamily="34" charset="0"/>
                <a:sym typeface="微软雅黑 Light" panose="020B0502040204020203" pitchFamily="34" charset="-122"/>
              </a:rPr>
              <a:t>-</a:t>
            </a:r>
            <a:r>
              <a:rPr lang="zh-CN" altLang="en-US" sz="1000" b="1" dirty="0">
                <a:solidFill>
                  <a:prstClr val="white"/>
                </a:solidFill>
                <a:latin typeface="微软雅黑 Light" panose="020B0502040204020203" pitchFamily="34" charset="-122"/>
                <a:ea typeface="微软雅黑" panose="020B0503020204020204" pitchFamily="34" charset="-122"/>
                <a:cs typeface="Arial" pitchFamily="34" charset="0"/>
                <a:sym typeface="微软雅黑 Light" panose="020B0502040204020203" pitchFamily="34" charset="-122"/>
              </a:rPr>
              <a:t>区域工作组</a:t>
            </a:r>
            <a:endParaRPr lang="en-GB" altLang="zh-CN" sz="1000" b="1" dirty="0">
              <a:solidFill>
                <a:prstClr val="white"/>
              </a:solidFill>
              <a:latin typeface="微软雅黑 Light" panose="020B0502040204020203" pitchFamily="34" charset="-122"/>
              <a:ea typeface="微软雅黑" panose="020B0503020204020204" pitchFamily="34" charset="-122"/>
              <a:cs typeface="Arial" pitchFamily="34" charset="0"/>
              <a:sym typeface="微软雅黑 Light" panose="020B0502040204020203" pitchFamily="34" charset="-122"/>
            </a:endParaRPr>
          </a:p>
        </p:txBody>
      </p:sp>
      <p:sp>
        <p:nvSpPr>
          <p:cNvPr id="126" name="Rectangle 107">
            <a:extLst>
              <a:ext uri="{FF2B5EF4-FFF2-40B4-BE49-F238E27FC236}">
                <a16:creationId xmlns:a16="http://schemas.microsoft.com/office/drawing/2014/main" id="{D0275203-A185-8B8D-D6E7-F0E6A2F51A2F}"/>
              </a:ext>
            </a:extLst>
          </p:cNvPr>
          <p:cNvSpPr>
            <a:spLocks noChangeArrowheads="1"/>
          </p:cNvSpPr>
          <p:nvPr/>
        </p:nvSpPr>
        <p:spPr bwMode="auto">
          <a:xfrm>
            <a:off x="615719" y="6071199"/>
            <a:ext cx="8316000" cy="276728"/>
          </a:xfrm>
          <a:prstGeom prst="rect">
            <a:avLst/>
          </a:prstGeom>
          <a:solidFill>
            <a:schemeClr val="accent1"/>
          </a:solidFill>
          <a:ln w="6350">
            <a:noFill/>
            <a:miter lim="800000"/>
            <a:headEnd/>
            <a:tailEnd/>
          </a:ln>
        </p:spPr>
        <p:txBody>
          <a:bodyPr wrap="none" lIns="99692" rIns="42203" anchor="ctr"/>
          <a:lstStyle/>
          <a:p>
            <a:pPr marL="93787" indent="-93787" algn="ctr" defTabSz="844078" fontAlgn="base">
              <a:spcBef>
                <a:spcPct val="30000"/>
              </a:spcBef>
              <a:spcAft>
                <a:spcPct val="0"/>
              </a:spcAft>
              <a:buClr>
                <a:srgbClr val="006699"/>
              </a:buClr>
            </a:pPr>
            <a:r>
              <a:rPr lang="zh-CN" altLang="en-US" sz="1000" b="1" dirty="0">
                <a:solidFill>
                  <a:prstClr val="white"/>
                </a:solidFill>
                <a:latin typeface="微软雅黑 Light" panose="020B0502040204020203" pitchFamily="34" charset="-122"/>
                <a:ea typeface="微软雅黑" panose="020B0503020204020204" pitchFamily="34" charset="-122"/>
                <a:cs typeface="Arial" pitchFamily="34" charset="0"/>
                <a:sym typeface="微软雅黑 Light" panose="020B0502040204020203" pitchFamily="34" charset="-122"/>
              </a:rPr>
              <a:t>各个现场公司</a:t>
            </a:r>
            <a:r>
              <a:rPr lang="en-US" altLang="zh-CN" sz="1000" b="1" dirty="0">
                <a:solidFill>
                  <a:prstClr val="white"/>
                </a:solidFill>
                <a:latin typeface="微软雅黑 Light" panose="020B0502040204020203" pitchFamily="34" charset="-122"/>
                <a:ea typeface="微软雅黑" panose="020B0503020204020204" pitchFamily="34" charset="-122"/>
                <a:cs typeface="Arial" pitchFamily="34" charset="0"/>
                <a:sym typeface="微软雅黑 Light" panose="020B0502040204020203" pitchFamily="34" charset="-122"/>
              </a:rPr>
              <a:t>-</a:t>
            </a:r>
            <a:r>
              <a:rPr lang="zh-CN" altLang="en-US" sz="1000" b="1" dirty="0">
                <a:solidFill>
                  <a:prstClr val="white"/>
                </a:solidFill>
                <a:latin typeface="微软雅黑 Light" panose="020B0502040204020203" pitchFamily="34" charset="-122"/>
                <a:ea typeface="微软雅黑" panose="020B0503020204020204" pitchFamily="34" charset="-122"/>
                <a:cs typeface="Arial" pitchFamily="34" charset="0"/>
                <a:sym typeface="微软雅黑 Light" panose="020B0502040204020203" pitchFamily="34" charset="-122"/>
              </a:rPr>
              <a:t>现场工作组</a:t>
            </a:r>
            <a:endParaRPr lang="en-GB" altLang="zh-CN" sz="1000" b="1" dirty="0">
              <a:solidFill>
                <a:prstClr val="white"/>
              </a:solidFill>
              <a:latin typeface="微软雅黑 Light" panose="020B0502040204020203" pitchFamily="34" charset="-122"/>
              <a:ea typeface="微软雅黑" panose="020B0503020204020204" pitchFamily="34" charset="-122"/>
              <a:cs typeface="Arial" pitchFamily="34" charset="0"/>
              <a:sym typeface="微软雅黑 Light" panose="020B0502040204020203" pitchFamily="34" charset="-122"/>
            </a:endParaRPr>
          </a:p>
        </p:txBody>
      </p:sp>
      <p:sp>
        <p:nvSpPr>
          <p:cNvPr id="127" name="Rectangle 125">
            <a:extLst>
              <a:ext uri="{FF2B5EF4-FFF2-40B4-BE49-F238E27FC236}">
                <a16:creationId xmlns:a16="http://schemas.microsoft.com/office/drawing/2014/main" id="{A1CBB59C-8073-8BE9-B9D8-23FC0C689021}"/>
              </a:ext>
            </a:extLst>
          </p:cNvPr>
          <p:cNvSpPr>
            <a:spLocks noChangeArrowheads="1"/>
          </p:cNvSpPr>
          <p:nvPr/>
        </p:nvSpPr>
        <p:spPr bwMode="auto">
          <a:xfrm>
            <a:off x="3361167" y="3060371"/>
            <a:ext cx="2726968" cy="559579"/>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8" name="Rectangle 125">
            <a:extLst>
              <a:ext uri="{FF2B5EF4-FFF2-40B4-BE49-F238E27FC236}">
                <a16:creationId xmlns:a16="http://schemas.microsoft.com/office/drawing/2014/main" id="{68B02912-48AA-DB46-E79B-ED078B2FEBE4}"/>
              </a:ext>
            </a:extLst>
          </p:cNvPr>
          <p:cNvSpPr>
            <a:spLocks noChangeArrowheads="1"/>
          </p:cNvSpPr>
          <p:nvPr/>
        </p:nvSpPr>
        <p:spPr bwMode="auto">
          <a:xfrm>
            <a:off x="3358476" y="1279910"/>
            <a:ext cx="2726968" cy="573857"/>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9" name="Rectangle 125">
            <a:extLst>
              <a:ext uri="{FF2B5EF4-FFF2-40B4-BE49-F238E27FC236}">
                <a16:creationId xmlns:a16="http://schemas.microsoft.com/office/drawing/2014/main" id="{A4BE2FA8-1BA2-460C-3160-0B29DF98E7FA}"/>
              </a:ext>
            </a:extLst>
          </p:cNvPr>
          <p:cNvSpPr>
            <a:spLocks noChangeArrowheads="1"/>
          </p:cNvSpPr>
          <p:nvPr/>
        </p:nvSpPr>
        <p:spPr bwMode="auto">
          <a:xfrm>
            <a:off x="1221977" y="2703559"/>
            <a:ext cx="1712595" cy="982345"/>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30" name="Rectangle 107">
            <a:extLst>
              <a:ext uri="{FF2B5EF4-FFF2-40B4-BE49-F238E27FC236}">
                <a16:creationId xmlns:a16="http://schemas.microsoft.com/office/drawing/2014/main" id="{2130F2DC-0C59-4E93-9F98-5ACC101F3B9B}"/>
              </a:ext>
            </a:extLst>
          </p:cNvPr>
          <p:cNvSpPr>
            <a:spLocks noChangeArrowheads="1"/>
          </p:cNvSpPr>
          <p:nvPr/>
        </p:nvSpPr>
        <p:spPr bwMode="auto">
          <a:xfrm>
            <a:off x="3343236" y="1035970"/>
            <a:ext cx="2726968" cy="236795"/>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项目指导委员会</a:t>
            </a:r>
            <a:endParaRPr lang="en-GB" altLang="zh-CN"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31" name="Rectangle 125">
            <a:extLst>
              <a:ext uri="{FF2B5EF4-FFF2-40B4-BE49-F238E27FC236}">
                <a16:creationId xmlns:a16="http://schemas.microsoft.com/office/drawing/2014/main" id="{14790381-EE5D-1286-D0D2-E02F38E5BE9D}"/>
              </a:ext>
            </a:extLst>
          </p:cNvPr>
          <p:cNvSpPr>
            <a:spLocks noChangeArrowheads="1"/>
          </p:cNvSpPr>
          <p:nvPr/>
        </p:nvSpPr>
        <p:spPr bwMode="auto">
          <a:xfrm>
            <a:off x="6507082" y="2998199"/>
            <a:ext cx="1497965" cy="635000"/>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32" name="Rectangle 121">
            <a:extLst>
              <a:ext uri="{FF2B5EF4-FFF2-40B4-BE49-F238E27FC236}">
                <a16:creationId xmlns:a16="http://schemas.microsoft.com/office/drawing/2014/main" id="{6295D8AC-B5A6-73C3-ACA0-D4508610B090}"/>
              </a:ext>
            </a:extLst>
          </p:cNvPr>
          <p:cNvSpPr>
            <a:spLocks noChangeArrowheads="1"/>
          </p:cNvSpPr>
          <p:nvPr/>
        </p:nvSpPr>
        <p:spPr bwMode="auto">
          <a:xfrm>
            <a:off x="6507082" y="2702924"/>
            <a:ext cx="1498600" cy="295275"/>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质量监督组</a:t>
            </a:r>
            <a:endParaRPr lang="en-GB" altLang="zh-CN"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33" name="Rectangle 122">
            <a:extLst>
              <a:ext uri="{FF2B5EF4-FFF2-40B4-BE49-F238E27FC236}">
                <a16:creationId xmlns:a16="http://schemas.microsoft.com/office/drawing/2014/main" id="{73145412-B214-55ED-73E7-8F09614F11DA}"/>
              </a:ext>
            </a:extLst>
          </p:cNvPr>
          <p:cNvSpPr>
            <a:spLocks noChangeArrowheads="1"/>
          </p:cNvSpPr>
          <p:nvPr/>
        </p:nvSpPr>
        <p:spPr bwMode="auto">
          <a:xfrm>
            <a:off x="6562941" y="3060452"/>
            <a:ext cx="1657050"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prstClr val="black"/>
              </a:buClr>
              <a:buSzPct val="110000"/>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董事总经理：</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34" name="Rectangle 107">
            <a:extLst>
              <a:ext uri="{FF2B5EF4-FFF2-40B4-BE49-F238E27FC236}">
                <a16:creationId xmlns:a16="http://schemas.microsoft.com/office/drawing/2014/main" id="{F61227E7-6906-90EE-AFA2-11F294677685}"/>
              </a:ext>
            </a:extLst>
          </p:cNvPr>
          <p:cNvSpPr>
            <a:spLocks noChangeArrowheads="1"/>
          </p:cNvSpPr>
          <p:nvPr/>
        </p:nvSpPr>
        <p:spPr bwMode="auto">
          <a:xfrm>
            <a:off x="3361167" y="2787437"/>
            <a:ext cx="2726968" cy="279138"/>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项目管理办公室</a:t>
            </a:r>
            <a:endParaRPr lang="en-GB" altLang="zh-CN"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41" name="Rectangle 108">
            <a:extLst>
              <a:ext uri="{FF2B5EF4-FFF2-40B4-BE49-F238E27FC236}">
                <a16:creationId xmlns:a16="http://schemas.microsoft.com/office/drawing/2014/main" id="{B90DAC72-1744-705E-A84A-B0F75EEC92FF}"/>
              </a:ext>
            </a:extLst>
          </p:cNvPr>
          <p:cNvSpPr>
            <a:spLocks noChangeArrowheads="1"/>
          </p:cNvSpPr>
          <p:nvPr/>
        </p:nvSpPr>
        <p:spPr bwMode="auto">
          <a:xfrm>
            <a:off x="3436043" y="3100704"/>
            <a:ext cx="2193373" cy="78024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a:t>
            </a: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42" name="Rectangle 124">
            <a:extLst>
              <a:ext uri="{FF2B5EF4-FFF2-40B4-BE49-F238E27FC236}">
                <a16:creationId xmlns:a16="http://schemas.microsoft.com/office/drawing/2014/main" id="{C63CA998-A632-6A8D-8BA1-9B7D4566BA85}"/>
              </a:ext>
            </a:extLst>
          </p:cNvPr>
          <p:cNvSpPr>
            <a:spLocks noChangeArrowheads="1"/>
          </p:cNvSpPr>
          <p:nvPr/>
        </p:nvSpPr>
        <p:spPr bwMode="auto">
          <a:xfrm>
            <a:off x="1222612" y="2418444"/>
            <a:ext cx="1711960" cy="302895"/>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专家组</a:t>
            </a:r>
            <a:endParaRPr lang="en-GB" altLang="zh-CN"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43" name="Rectangle 108">
            <a:extLst>
              <a:ext uri="{FF2B5EF4-FFF2-40B4-BE49-F238E27FC236}">
                <a16:creationId xmlns:a16="http://schemas.microsoft.com/office/drawing/2014/main" id="{82246832-8831-571F-3493-DEB8408651B1}"/>
              </a:ext>
            </a:extLst>
          </p:cNvPr>
          <p:cNvSpPr>
            <a:spLocks noChangeArrowheads="1"/>
          </p:cNvSpPr>
          <p:nvPr/>
        </p:nvSpPr>
        <p:spPr bwMode="auto">
          <a:xfrm>
            <a:off x="4836146" y="3090953"/>
            <a:ext cx="1401450" cy="25226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44" name="Rectangle 108">
            <a:extLst>
              <a:ext uri="{FF2B5EF4-FFF2-40B4-BE49-F238E27FC236}">
                <a16:creationId xmlns:a16="http://schemas.microsoft.com/office/drawing/2014/main" id="{8FBE82A6-FB83-6BDC-78CB-B33C28C81265}"/>
              </a:ext>
            </a:extLst>
          </p:cNvPr>
          <p:cNvSpPr>
            <a:spLocks noChangeArrowheads="1"/>
          </p:cNvSpPr>
          <p:nvPr/>
        </p:nvSpPr>
        <p:spPr bwMode="auto">
          <a:xfrm>
            <a:off x="1221342" y="2784839"/>
            <a:ext cx="1583055" cy="90106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a:t>
            </a: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物资：</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增值业务管理：</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设备管理：</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endParaRPr lang="en-US" altLang="zh-CN" sz="10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10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财务集成：</a:t>
            </a:r>
            <a:r>
              <a:rPr lang="en-US" altLang="zh-CN" sz="10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XX</a:t>
            </a:r>
            <a:endParaRPr lang="zh-CN" altLang="en-US" sz="10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defTabSz="779145">
              <a:lnSpc>
                <a:spcPct val="110000"/>
              </a:lnSpc>
              <a:buClr>
                <a:srgbClr val="C00000"/>
              </a:buClr>
              <a:buSzPct val="110000"/>
              <a:buFont typeface="Wingdings" panose="05000000000000000000" pitchFamily="2" charset="2"/>
              <a:buChar char="§"/>
            </a:pPr>
            <a:endParaRPr lang="en-US" altLang="zh-CN" sz="100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defTabSz="779145">
              <a:lnSpc>
                <a:spcPct val="110000"/>
              </a:lnSpc>
              <a:buClr>
                <a:srgbClr val="C00000"/>
              </a:buClr>
              <a:buSzPct val="110000"/>
              <a:buFont typeface="Wingdings" panose="05000000000000000000" pitchFamily="2" charset="2"/>
              <a:buChar char="§"/>
            </a:pP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cxnSp>
        <p:nvCxnSpPr>
          <p:cNvPr id="145" name="Straight Connector 26">
            <a:extLst>
              <a:ext uri="{FF2B5EF4-FFF2-40B4-BE49-F238E27FC236}">
                <a16:creationId xmlns:a16="http://schemas.microsoft.com/office/drawing/2014/main" id="{2AF6244E-8CBB-6638-2E61-2964AC770060}"/>
              </a:ext>
            </a:extLst>
          </p:cNvPr>
          <p:cNvCxnSpPr>
            <a:cxnSpLocks/>
            <a:stCxn id="128" idx="2"/>
            <a:endCxn id="155" idx="0"/>
          </p:cNvCxnSpPr>
          <p:nvPr/>
        </p:nvCxnSpPr>
        <p:spPr bwMode="auto">
          <a:xfrm>
            <a:off x="4721960" y="1853767"/>
            <a:ext cx="1495" cy="116019"/>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46" name="Straight Connector 32">
            <a:extLst>
              <a:ext uri="{FF2B5EF4-FFF2-40B4-BE49-F238E27FC236}">
                <a16:creationId xmlns:a16="http://schemas.microsoft.com/office/drawing/2014/main" id="{542D7529-BA94-3F82-E10A-5863660B7D53}"/>
              </a:ext>
            </a:extLst>
          </p:cNvPr>
          <p:cNvCxnSpPr/>
          <p:nvPr/>
        </p:nvCxnSpPr>
        <p:spPr bwMode="auto">
          <a:xfrm flipH="1">
            <a:off x="6102575" y="3203495"/>
            <a:ext cx="395814"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47" name="Straight Connector 35">
            <a:extLst>
              <a:ext uri="{FF2B5EF4-FFF2-40B4-BE49-F238E27FC236}">
                <a16:creationId xmlns:a16="http://schemas.microsoft.com/office/drawing/2014/main" id="{766B471F-CE53-49B9-9CEF-BD46D4AB9933}"/>
              </a:ext>
            </a:extLst>
          </p:cNvPr>
          <p:cNvCxnSpPr/>
          <p:nvPr/>
        </p:nvCxnSpPr>
        <p:spPr bwMode="auto">
          <a:xfrm>
            <a:off x="2948513" y="3203495"/>
            <a:ext cx="420466" cy="0"/>
          </a:xfrm>
          <a:prstGeom prst="line">
            <a:avLst/>
          </a:prstGeom>
          <a:solidFill>
            <a:schemeClr val="bg1"/>
          </a:solidFill>
          <a:ln w="9525" cap="flat" cmpd="sng" algn="ctr">
            <a:solidFill>
              <a:schemeClr val="tx1"/>
            </a:solidFill>
            <a:prstDash val="solid"/>
            <a:round/>
            <a:headEnd type="none" w="med" len="med"/>
            <a:tailEnd type="none" w="med" len="med"/>
          </a:ln>
          <a:effectLst/>
        </p:spPr>
      </p:cxnSp>
      <p:grpSp>
        <p:nvGrpSpPr>
          <p:cNvPr id="172" name="组合 171">
            <a:extLst>
              <a:ext uri="{FF2B5EF4-FFF2-40B4-BE49-F238E27FC236}">
                <a16:creationId xmlns:a16="http://schemas.microsoft.com/office/drawing/2014/main" id="{16E45880-8C3F-69B1-C1F3-16BA88CF0653}"/>
              </a:ext>
            </a:extLst>
          </p:cNvPr>
          <p:cNvGrpSpPr/>
          <p:nvPr/>
        </p:nvGrpSpPr>
        <p:grpSpPr>
          <a:xfrm>
            <a:off x="674607" y="4038289"/>
            <a:ext cx="1090337" cy="1494195"/>
            <a:chOff x="674607" y="4038289"/>
            <a:chExt cx="1090337" cy="1494195"/>
          </a:xfrm>
        </p:grpSpPr>
        <p:sp>
          <p:nvSpPr>
            <p:cNvPr id="140" name="Rectangle 116">
              <a:extLst>
                <a:ext uri="{FF2B5EF4-FFF2-40B4-BE49-F238E27FC236}">
                  <a16:creationId xmlns:a16="http://schemas.microsoft.com/office/drawing/2014/main" id="{7E53F407-4316-DF99-86F6-8B5DB2B53D28}"/>
                </a:ext>
              </a:extLst>
            </p:cNvPr>
            <p:cNvSpPr>
              <a:spLocks noChangeArrowheads="1"/>
            </p:cNvSpPr>
            <p:nvPr/>
          </p:nvSpPr>
          <p:spPr bwMode="auto">
            <a:xfrm>
              <a:off x="678298" y="4038289"/>
              <a:ext cx="1086646" cy="225969"/>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项目组</a:t>
              </a:r>
              <a:endParaRPr lang="zh-CN" altLang="en-GB"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49" name="Rectangle 117">
              <a:extLst>
                <a:ext uri="{FF2B5EF4-FFF2-40B4-BE49-F238E27FC236}">
                  <a16:creationId xmlns:a16="http://schemas.microsoft.com/office/drawing/2014/main" id="{52223E8F-EDC1-29FB-9A2F-C52F4F5BA938}"/>
                </a:ext>
              </a:extLst>
            </p:cNvPr>
            <p:cNvSpPr>
              <a:spLocks noChangeArrowheads="1"/>
            </p:cNvSpPr>
            <p:nvPr/>
          </p:nvSpPr>
          <p:spPr bwMode="auto">
            <a:xfrm>
              <a:off x="674607" y="4266929"/>
              <a:ext cx="1080135" cy="1265555"/>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 </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algn="l"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 功能顾问多名</a:t>
              </a:r>
            </a:p>
            <a:p>
              <a:pPr marL="146050" indent="-146050" algn="l" defTabSz="779145">
                <a:lnSpc>
                  <a:spcPct val="110000"/>
                </a:lnSpc>
                <a:buFont typeface="Arial" panose="020B0604020202020204" pitchFamily="34" charset="0"/>
                <a:buChar char="•"/>
              </a:pP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grpSp>
      <p:sp>
        <p:nvSpPr>
          <p:cNvPr id="154" name="Rectangle 125">
            <a:extLst>
              <a:ext uri="{FF2B5EF4-FFF2-40B4-BE49-F238E27FC236}">
                <a16:creationId xmlns:a16="http://schemas.microsoft.com/office/drawing/2014/main" id="{24ACA40D-EB8B-5E8F-B4A8-5F5BBA1C24D1}"/>
              </a:ext>
            </a:extLst>
          </p:cNvPr>
          <p:cNvSpPr>
            <a:spLocks noChangeArrowheads="1"/>
          </p:cNvSpPr>
          <p:nvPr/>
        </p:nvSpPr>
        <p:spPr bwMode="auto">
          <a:xfrm>
            <a:off x="3359971" y="2203995"/>
            <a:ext cx="2726968" cy="499593"/>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55" name="Rectangle 107">
            <a:extLst>
              <a:ext uri="{FF2B5EF4-FFF2-40B4-BE49-F238E27FC236}">
                <a16:creationId xmlns:a16="http://schemas.microsoft.com/office/drawing/2014/main" id="{4F0E39A4-CC3E-994D-8697-3653C7C69E98}"/>
              </a:ext>
            </a:extLst>
          </p:cNvPr>
          <p:cNvSpPr>
            <a:spLocks noChangeArrowheads="1"/>
          </p:cNvSpPr>
          <p:nvPr/>
        </p:nvSpPr>
        <p:spPr bwMode="auto">
          <a:xfrm>
            <a:off x="3359971" y="1969786"/>
            <a:ext cx="2726968" cy="236795"/>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项目指挥部</a:t>
            </a:r>
            <a:endParaRPr lang="en-GB" altLang="zh-CN"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56" name="Rectangle 108">
            <a:extLst>
              <a:ext uri="{FF2B5EF4-FFF2-40B4-BE49-F238E27FC236}">
                <a16:creationId xmlns:a16="http://schemas.microsoft.com/office/drawing/2014/main" id="{0D3A8A2D-1D75-6B8D-11FB-2254628F53FC}"/>
              </a:ext>
            </a:extLst>
          </p:cNvPr>
          <p:cNvSpPr>
            <a:spLocks noChangeArrowheads="1"/>
          </p:cNvSpPr>
          <p:nvPr/>
        </p:nvSpPr>
        <p:spPr bwMode="auto">
          <a:xfrm>
            <a:off x="3380977" y="2229849"/>
            <a:ext cx="1468120" cy="47180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项目总指挥：</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p:txBody>
      </p:sp>
      <p:sp>
        <p:nvSpPr>
          <p:cNvPr id="157" name="Rectangle 108">
            <a:extLst>
              <a:ext uri="{FF2B5EF4-FFF2-40B4-BE49-F238E27FC236}">
                <a16:creationId xmlns:a16="http://schemas.microsoft.com/office/drawing/2014/main" id="{92378E7D-FA88-73B3-B79C-31ECA9DC66B9}"/>
              </a:ext>
            </a:extLst>
          </p:cNvPr>
          <p:cNvSpPr>
            <a:spLocks noChangeArrowheads="1"/>
          </p:cNvSpPr>
          <p:nvPr/>
        </p:nvSpPr>
        <p:spPr bwMode="auto">
          <a:xfrm>
            <a:off x="4827138" y="2243244"/>
            <a:ext cx="1408484" cy="334928"/>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项目总监：</a:t>
            </a:r>
            <a:r>
              <a:rPr lang="en-US" altLang="zh-CN" sz="925" dirty="0">
                <a:latin typeface="微软雅黑 Light" panose="020B0502040204020203" pitchFamily="34" charset="-122"/>
                <a:ea typeface="微软雅黑" panose="020B0503020204020204" pitchFamily="34" charset="-122"/>
                <a:sym typeface="微软雅黑 Light" panose="020B0502040204020203" pitchFamily="34" charset="-122"/>
              </a:rPr>
              <a:t>XX</a:t>
            </a:r>
          </a:p>
          <a:p>
            <a:pPr marL="146050" indent="-146050" defTabSz="779145">
              <a:lnSpc>
                <a:spcPct val="110000"/>
              </a:lnSpc>
              <a:buFont typeface="Arial" panose="020B0604020202020204" pitchFamily="34" charset="0"/>
              <a:buChar char="•"/>
            </a:pP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cxnSp>
        <p:nvCxnSpPr>
          <p:cNvPr id="158" name="Straight Connector 26">
            <a:extLst>
              <a:ext uri="{FF2B5EF4-FFF2-40B4-BE49-F238E27FC236}">
                <a16:creationId xmlns:a16="http://schemas.microsoft.com/office/drawing/2014/main" id="{710D55D0-5FD3-9464-15D8-C5D1791926C6}"/>
              </a:ext>
            </a:extLst>
          </p:cNvPr>
          <p:cNvCxnSpPr>
            <a:stCxn id="154" idx="2"/>
            <a:endCxn id="134" idx="0"/>
          </p:cNvCxnSpPr>
          <p:nvPr/>
        </p:nvCxnSpPr>
        <p:spPr bwMode="auto">
          <a:xfrm>
            <a:off x="4723455" y="2703588"/>
            <a:ext cx="1196" cy="83849"/>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159" name="Rectangle 108">
            <a:extLst>
              <a:ext uri="{FF2B5EF4-FFF2-40B4-BE49-F238E27FC236}">
                <a16:creationId xmlns:a16="http://schemas.microsoft.com/office/drawing/2014/main" id="{65442E5B-A248-B123-8EDD-E990B6361FAE}"/>
              </a:ext>
            </a:extLst>
          </p:cNvPr>
          <p:cNvSpPr>
            <a:spLocks noChangeArrowheads="1"/>
          </p:cNvSpPr>
          <p:nvPr/>
        </p:nvSpPr>
        <p:spPr bwMode="auto">
          <a:xfrm>
            <a:off x="4849235" y="3296225"/>
            <a:ext cx="1183384" cy="422826"/>
          </a:xfrm>
          <a:prstGeom prst="rect">
            <a:avLst/>
          </a:prstGeom>
          <a:noFill/>
          <a:ln w="12700" algn="ctr">
            <a:noFill/>
            <a:miter lim="800000"/>
          </a:ln>
        </p:spPr>
        <p:txBody>
          <a:bodyPr lIns="38957" tIns="26718" rIns="38957" bIns="26718"/>
          <a:lstStyle/>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项目经理：</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60" name="Rectangle 108">
            <a:extLst>
              <a:ext uri="{FF2B5EF4-FFF2-40B4-BE49-F238E27FC236}">
                <a16:creationId xmlns:a16="http://schemas.microsoft.com/office/drawing/2014/main" id="{A9C7A010-30F8-52B6-312B-ADCF4AFB7ACE}"/>
              </a:ext>
            </a:extLst>
          </p:cNvPr>
          <p:cNvSpPr>
            <a:spLocks noChangeArrowheads="1"/>
          </p:cNvSpPr>
          <p:nvPr/>
        </p:nvSpPr>
        <p:spPr bwMode="auto">
          <a:xfrm>
            <a:off x="3409939" y="3272069"/>
            <a:ext cx="1327737" cy="427730"/>
          </a:xfrm>
          <a:prstGeom prst="rect">
            <a:avLst/>
          </a:prstGeom>
          <a:noFill/>
          <a:ln w="12700" algn="ctr">
            <a:noFill/>
            <a:miter lim="800000"/>
          </a:ln>
        </p:spPr>
        <p:txBody>
          <a:bodyPr lIns="38957" tIns="26718" rIns="38957" bIns="26718"/>
          <a:lstStyle/>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项目主任：</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执行主任：</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 XX</a:t>
            </a:r>
          </a:p>
        </p:txBody>
      </p:sp>
      <p:sp>
        <p:nvSpPr>
          <p:cNvPr id="161" name="Rectangle 122">
            <a:extLst>
              <a:ext uri="{FF2B5EF4-FFF2-40B4-BE49-F238E27FC236}">
                <a16:creationId xmlns:a16="http://schemas.microsoft.com/office/drawing/2014/main" id="{4969974F-C4E8-1C16-9AF1-81E1A3D0B740}"/>
              </a:ext>
            </a:extLst>
          </p:cNvPr>
          <p:cNvSpPr>
            <a:spLocks noChangeArrowheads="1"/>
          </p:cNvSpPr>
          <p:nvPr/>
        </p:nvSpPr>
        <p:spPr bwMode="auto">
          <a:xfrm>
            <a:off x="4950696" y="1312014"/>
            <a:ext cx="1081923"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76213" defTabSz="779145">
              <a:lnSpc>
                <a:spcPct val="110000"/>
              </a:lnSpc>
              <a:buClr>
                <a:prstClr val="black"/>
              </a:buClr>
              <a:buSzPct val="110000"/>
            </a:pP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76213" defTabSz="779145">
              <a:lnSpc>
                <a:spcPct val="110000"/>
              </a:lnSpc>
              <a:buClr>
                <a:prstClr val="black"/>
              </a:buClr>
              <a:buSzPct val="110000"/>
            </a:pP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prstClr val="black"/>
              </a:buClr>
              <a:buSzPct val="110000"/>
              <a:buFont typeface="Arial" panose="020B0604020202020204" pitchFamily="34" charset="0"/>
              <a:buChar char="•"/>
            </a:pP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62" name="Rectangle 122">
            <a:extLst>
              <a:ext uri="{FF2B5EF4-FFF2-40B4-BE49-F238E27FC236}">
                <a16:creationId xmlns:a16="http://schemas.microsoft.com/office/drawing/2014/main" id="{AE0F4F2D-2BBD-6C37-CCFC-89E315259C8A}"/>
              </a:ext>
            </a:extLst>
          </p:cNvPr>
          <p:cNvSpPr>
            <a:spLocks noChangeArrowheads="1"/>
          </p:cNvSpPr>
          <p:nvPr/>
        </p:nvSpPr>
        <p:spPr bwMode="auto">
          <a:xfrm>
            <a:off x="3380977" y="1318030"/>
            <a:ext cx="1592220"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223838" defTabSz="779145">
              <a:lnSpc>
                <a:spcPct val="110000"/>
              </a:lnSpc>
              <a:buClr>
                <a:prstClr val="black"/>
              </a:buClr>
              <a:buSzPct val="110000"/>
            </a:pP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XXX</a:t>
            </a: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grpSp>
        <p:nvGrpSpPr>
          <p:cNvPr id="179" name="组合 178">
            <a:extLst>
              <a:ext uri="{FF2B5EF4-FFF2-40B4-BE49-F238E27FC236}">
                <a16:creationId xmlns:a16="http://schemas.microsoft.com/office/drawing/2014/main" id="{BD1398AC-6CEF-F86F-BEC2-A34A80AD610A}"/>
              </a:ext>
            </a:extLst>
          </p:cNvPr>
          <p:cNvGrpSpPr/>
          <p:nvPr/>
        </p:nvGrpSpPr>
        <p:grpSpPr>
          <a:xfrm>
            <a:off x="1221622" y="3619949"/>
            <a:ext cx="7284734" cy="456440"/>
            <a:chOff x="1221622" y="3619949"/>
            <a:chExt cx="7284734" cy="456440"/>
          </a:xfrm>
        </p:grpSpPr>
        <p:cxnSp>
          <p:nvCxnSpPr>
            <p:cNvPr id="164" name="直接连接符 163">
              <a:extLst>
                <a:ext uri="{FF2B5EF4-FFF2-40B4-BE49-F238E27FC236}">
                  <a16:creationId xmlns:a16="http://schemas.microsoft.com/office/drawing/2014/main" id="{CD37929D-345E-382D-77FA-B6BC98E1280A}"/>
                </a:ext>
              </a:extLst>
            </p:cNvPr>
            <p:cNvCxnSpPr/>
            <p:nvPr/>
          </p:nvCxnSpPr>
          <p:spPr bwMode="auto">
            <a:xfrm>
              <a:off x="8506356"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5" name="直接连接符 164">
              <a:extLst>
                <a:ext uri="{FF2B5EF4-FFF2-40B4-BE49-F238E27FC236}">
                  <a16:creationId xmlns:a16="http://schemas.microsoft.com/office/drawing/2014/main" id="{4F85822E-2D22-BF6A-22CC-B3DEC89BA5E7}"/>
                </a:ext>
              </a:extLst>
            </p:cNvPr>
            <p:cNvCxnSpPr/>
            <p:nvPr/>
          </p:nvCxnSpPr>
          <p:spPr bwMode="auto">
            <a:xfrm>
              <a:off x="1507351" y="3896996"/>
              <a:ext cx="699900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6" name="直接连接符 165">
              <a:extLst>
                <a:ext uri="{FF2B5EF4-FFF2-40B4-BE49-F238E27FC236}">
                  <a16:creationId xmlns:a16="http://schemas.microsoft.com/office/drawing/2014/main" id="{E7DBE5A2-9D09-BCA4-EC79-A82DFE0DC6BA}"/>
                </a:ext>
              </a:extLst>
            </p:cNvPr>
            <p:cNvCxnSpPr/>
            <p:nvPr/>
          </p:nvCxnSpPr>
          <p:spPr bwMode="auto">
            <a:xfrm>
              <a:off x="2747814"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7" name="直接连接符 166">
              <a:extLst>
                <a:ext uri="{FF2B5EF4-FFF2-40B4-BE49-F238E27FC236}">
                  <a16:creationId xmlns:a16="http://schemas.microsoft.com/office/drawing/2014/main" id="{3662A049-AFD7-D687-F4A3-9BB891F3F8BA}"/>
                </a:ext>
              </a:extLst>
            </p:cNvPr>
            <p:cNvCxnSpPr/>
            <p:nvPr/>
          </p:nvCxnSpPr>
          <p:spPr bwMode="auto">
            <a:xfrm>
              <a:off x="4320105"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8" name="直接连接符 167">
              <a:extLst>
                <a:ext uri="{FF2B5EF4-FFF2-40B4-BE49-F238E27FC236}">
                  <a16:creationId xmlns:a16="http://schemas.microsoft.com/office/drawing/2014/main" id="{C7B491B4-90D8-7848-2A20-48D3ED57E12B}"/>
                </a:ext>
              </a:extLst>
            </p:cNvPr>
            <p:cNvCxnSpPr/>
            <p:nvPr/>
          </p:nvCxnSpPr>
          <p:spPr bwMode="auto">
            <a:xfrm>
              <a:off x="5732433"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9" name="直接连接符 168">
              <a:extLst>
                <a:ext uri="{FF2B5EF4-FFF2-40B4-BE49-F238E27FC236}">
                  <a16:creationId xmlns:a16="http://schemas.microsoft.com/office/drawing/2014/main" id="{98EF34EA-7F82-1563-31A8-CAECA767BE4C}"/>
                </a:ext>
              </a:extLst>
            </p:cNvPr>
            <p:cNvCxnSpPr/>
            <p:nvPr/>
          </p:nvCxnSpPr>
          <p:spPr bwMode="auto">
            <a:xfrm>
              <a:off x="7123162"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70" name="Connector: Elbow 6">
              <a:extLst>
                <a:ext uri="{FF2B5EF4-FFF2-40B4-BE49-F238E27FC236}">
                  <a16:creationId xmlns:a16="http://schemas.microsoft.com/office/drawing/2014/main" id="{55DBB9C4-8640-27F5-0898-28E3A1C1E772}"/>
                </a:ext>
              </a:extLst>
            </p:cNvPr>
            <p:cNvCxnSpPr>
              <a:stCxn id="127" idx="2"/>
              <a:endCxn id="140" idx="0"/>
            </p:cNvCxnSpPr>
            <p:nvPr/>
          </p:nvCxnSpPr>
          <p:spPr bwMode="auto">
            <a:xfrm rot="5400000">
              <a:off x="2763967" y="2077604"/>
              <a:ext cx="418339" cy="3503030"/>
            </a:xfrm>
            <a:prstGeom prst="bentConnector3">
              <a:avLst>
                <a:gd name="adj1" fmla="val 65614"/>
              </a:avLst>
            </a:prstGeom>
            <a:solidFill>
              <a:schemeClr val="bg1"/>
            </a:solidFill>
            <a:ln w="9525" cap="flat" cmpd="sng" algn="ctr">
              <a:solidFill>
                <a:schemeClr val="tx1"/>
              </a:solidFill>
              <a:prstDash val="solid"/>
              <a:round/>
              <a:headEnd type="none" w="med" len="med"/>
              <a:tailEnd type="none" w="med" len="med"/>
            </a:ln>
            <a:effectLst/>
          </p:spPr>
        </p:cxnSp>
      </p:grpSp>
      <p:grpSp>
        <p:nvGrpSpPr>
          <p:cNvPr id="176" name="组合 175">
            <a:extLst>
              <a:ext uri="{FF2B5EF4-FFF2-40B4-BE49-F238E27FC236}">
                <a16:creationId xmlns:a16="http://schemas.microsoft.com/office/drawing/2014/main" id="{151E0AAA-040C-20D3-079E-DF131050D7DF}"/>
              </a:ext>
            </a:extLst>
          </p:cNvPr>
          <p:cNvGrpSpPr/>
          <p:nvPr/>
        </p:nvGrpSpPr>
        <p:grpSpPr>
          <a:xfrm>
            <a:off x="6319476" y="4038353"/>
            <a:ext cx="1116118" cy="1494066"/>
            <a:chOff x="6281671" y="4038290"/>
            <a:chExt cx="1116118" cy="1494066"/>
          </a:xfrm>
        </p:grpSpPr>
        <p:sp>
          <p:nvSpPr>
            <p:cNvPr id="152" name="Rectangle 117">
              <a:extLst>
                <a:ext uri="{FF2B5EF4-FFF2-40B4-BE49-F238E27FC236}">
                  <a16:creationId xmlns:a16="http://schemas.microsoft.com/office/drawing/2014/main" id="{DD51A021-4D0F-5A5E-3FB6-A4F560DADA28}"/>
                </a:ext>
              </a:extLst>
            </p:cNvPr>
            <p:cNvSpPr>
              <a:spLocks noChangeArrowheads="1"/>
            </p:cNvSpPr>
            <p:nvPr/>
          </p:nvSpPr>
          <p:spPr bwMode="auto">
            <a:xfrm>
              <a:off x="6286469" y="4267064"/>
              <a:ext cx="1081849"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组长（待定）   </a:t>
              </a:r>
              <a:endParaRPr lang="en-US" altLang="zh-CN" sz="925" dirty="0">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功能顾问多名 </a:t>
              </a: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39" name="Rectangle 116">
              <a:extLst>
                <a:ext uri="{FF2B5EF4-FFF2-40B4-BE49-F238E27FC236}">
                  <a16:creationId xmlns:a16="http://schemas.microsoft.com/office/drawing/2014/main" id="{59194F1A-7294-CC0B-0152-60E79E286506}"/>
                </a:ext>
              </a:extLst>
            </p:cNvPr>
            <p:cNvSpPr>
              <a:spLocks noChangeArrowheads="1"/>
            </p:cNvSpPr>
            <p:nvPr/>
          </p:nvSpPr>
          <p:spPr bwMode="auto">
            <a:xfrm>
              <a:off x="6281671" y="4038290"/>
              <a:ext cx="1116118" cy="215108"/>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门户组</a:t>
              </a:r>
            </a:p>
          </p:txBody>
        </p:sp>
      </p:grpSp>
      <p:grpSp>
        <p:nvGrpSpPr>
          <p:cNvPr id="177" name="组合 176">
            <a:extLst>
              <a:ext uri="{FF2B5EF4-FFF2-40B4-BE49-F238E27FC236}">
                <a16:creationId xmlns:a16="http://schemas.microsoft.com/office/drawing/2014/main" id="{B7F42A6B-7947-F0FA-C312-7B1C7E5410BF}"/>
              </a:ext>
            </a:extLst>
          </p:cNvPr>
          <p:cNvGrpSpPr/>
          <p:nvPr/>
        </p:nvGrpSpPr>
        <p:grpSpPr>
          <a:xfrm>
            <a:off x="7681682" y="4049239"/>
            <a:ext cx="1107240" cy="1472294"/>
            <a:chOff x="7681682" y="4060062"/>
            <a:chExt cx="1107240" cy="1472294"/>
          </a:xfrm>
        </p:grpSpPr>
        <p:sp>
          <p:nvSpPr>
            <p:cNvPr id="153" name="Rectangle 117">
              <a:extLst>
                <a:ext uri="{FF2B5EF4-FFF2-40B4-BE49-F238E27FC236}">
                  <a16:creationId xmlns:a16="http://schemas.microsoft.com/office/drawing/2014/main" id="{BB3BBE43-EABD-3556-2CEC-A58A040253DB}"/>
                </a:ext>
              </a:extLst>
            </p:cNvPr>
            <p:cNvSpPr>
              <a:spLocks noChangeArrowheads="1"/>
            </p:cNvSpPr>
            <p:nvPr/>
          </p:nvSpPr>
          <p:spPr bwMode="auto">
            <a:xfrm>
              <a:off x="7681934" y="4267064"/>
              <a:ext cx="1106988"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技术顾问多名</a:t>
              </a:r>
              <a:endParaRPr lang="zh-CN"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38" name="Rectangle 116">
              <a:extLst>
                <a:ext uri="{FF2B5EF4-FFF2-40B4-BE49-F238E27FC236}">
                  <a16:creationId xmlns:a16="http://schemas.microsoft.com/office/drawing/2014/main" id="{9586DBAF-67C4-6929-A1A8-4F4A1F89CBC2}"/>
                </a:ext>
              </a:extLst>
            </p:cNvPr>
            <p:cNvSpPr>
              <a:spLocks noChangeArrowheads="1"/>
            </p:cNvSpPr>
            <p:nvPr/>
          </p:nvSpPr>
          <p:spPr bwMode="auto">
            <a:xfrm>
              <a:off x="7681682" y="4060062"/>
              <a:ext cx="1106988" cy="192284"/>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技术组</a:t>
              </a:r>
              <a:endParaRPr lang="zh-CN" altLang="en-GB"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grpSp>
      <p:grpSp>
        <p:nvGrpSpPr>
          <p:cNvPr id="175" name="组合 174">
            <a:extLst>
              <a:ext uri="{FF2B5EF4-FFF2-40B4-BE49-F238E27FC236}">
                <a16:creationId xmlns:a16="http://schemas.microsoft.com/office/drawing/2014/main" id="{F80BD9B2-0E3C-C618-F3A0-A91AC9032D51}"/>
              </a:ext>
            </a:extLst>
          </p:cNvPr>
          <p:cNvGrpSpPr/>
          <p:nvPr/>
        </p:nvGrpSpPr>
        <p:grpSpPr>
          <a:xfrm>
            <a:off x="4983421" y="4038353"/>
            <a:ext cx="1089969" cy="1494067"/>
            <a:chOff x="4878335" y="4038289"/>
            <a:chExt cx="1089969" cy="1494067"/>
          </a:xfrm>
        </p:grpSpPr>
        <p:sp>
          <p:nvSpPr>
            <p:cNvPr id="151" name="Rectangle 117">
              <a:extLst>
                <a:ext uri="{FF2B5EF4-FFF2-40B4-BE49-F238E27FC236}">
                  <a16:creationId xmlns:a16="http://schemas.microsoft.com/office/drawing/2014/main" id="{52A614FC-1DC0-633B-7C1D-27A105AA540F}"/>
                </a:ext>
              </a:extLst>
            </p:cNvPr>
            <p:cNvSpPr>
              <a:spLocks noChangeArrowheads="1"/>
            </p:cNvSpPr>
            <p:nvPr/>
          </p:nvSpPr>
          <p:spPr bwMode="auto">
            <a:xfrm>
              <a:off x="4878946" y="4267064"/>
              <a:ext cx="1080425"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功能顾问多名</a:t>
              </a:r>
              <a:endParaRPr lang="zh-CN"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37" name="Rectangle 116">
              <a:extLst>
                <a:ext uri="{FF2B5EF4-FFF2-40B4-BE49-F238E27FC236}">
                  <a16:creationId xmlns:a16="http://schemas.microsoft.com/office/drawing/2014/main" id="{0517520F-A8EE-98E3-575F-58877A95CAFE}"/>
                </a:ext>
              </a:extLst>
            </p:cNvPr>
            <p:cNvSpPr>
              <a:spLocks noChangeArrowheads="1"/>
            </p:cNvSpPr>
            <p:nvPr/>
          </p:nvSpPr>
          <p:spPr bwMode="auto">
            <a:xfrm>
              <a:off x="4878335" y="4038289"/>
              <a:ext cx="1089969" cy="225969"/>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财务集成组 </a:t>
              </a:r>
              <a:endParaRPr lang="zh-CN" altLang="en-GB"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grpSp>
      <p:grpSp>
        <p:nvGrpSpPr>
          <p:cNvPr id="174" name="组合 173">
            <a:extLst>
              <a:ext uri="{FF2B5EF4-FFF2-40B4-BE49-F238E27FC236}">
                <a16:creationId xmlns:a16="http://schemas.microsoft.com/office/drawing/2014/main" id="{C273FC41-8FE4-5515-05D3-93ECDA0B5A27}"/>
              </a:ext>
            </a:extLst>
          </p:cNvPr>
          <p:cNvGrpSpPr/>
          <p:nvPr/>
        </p:nvGrpSpPr>
        <p:grpSpPr>
          <a:xfrm>
            <a:off x="3646496" y="4038353"/>
            <a:ext cx="1090839" cy="1494066"/>
            <a:chOff x="3564540" y="4038290"/>
            <a:chExt cx="1090839" cy="1494066"/>
          </a:xfrm>
        </p:grpSpPr>
        <p:sp>
          <p:nvSpPr>
            <p:cNvPr id="150" name="Rectangle 117">
              <a:extLst>
                <a:ext uri="{FF2B5EF4-FFF2-40B4-BE49-F238E27FC236}">
                  <a16:creationId xmlns:a16="http://schemas.microsoft.com/office/drawing/2014/main" id="{F5BC9AF8-EF74-E05D-90B4-0E6CB5C153AD}"/>
                </a:ext>
              </a:extLst>
            </p:cNvPr>
            <p:cNvSpPr>
              <a:spLocks noChangeArrowheads="1"/>
            </p:cNvSpPr>
            <p:nvPr/>
          </p:nvSpPr>
          <p:spPr bwMode="auto">
            <a:xfrm>
              <a:off x="3564540" y="4267064"/>
              <a:ext cx="1080425"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功能顾问多名</a:t>
              </a:r>
              <a:endParaRPr lang="zh-CN"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endParaRPr lang="zh-CN"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36" name="Rectangle 116">
              <a:extLst>
                <a:ext uri="{FF2B5EF4-FFF2-40B4-BE49-F238E27FC236}">
                  <a16:creationId xmlns:a16="http://schemas.microsoft.com/office/drawing/2014/main" id="{2B8DE5B4-FC19-E0BE-DEBF-B2147EAD0B7F}"/>
                </a:ext>
              </a:extLst>
            </p:cNvPr>
            <p:cNvSpPr>
              <a:spLocks noChangeArrowheads="1"/>
            </p:cNvSpPr>
            <p:nvPr/>
          </p:nvSpPr>
          <p:spPr bwMode="auto">
            <a:xfrm>
              <a:off x="3565411" y="4038290"/>
              <a:ext cx="1089968" cy="228774"/>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设备组</a:t>
              </a:r>
              <a:endParaRPr lang="zh-CN" altLang="en-GB"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grpSp>
      <p:grpSp>
        <p:nvGrpSpPr>
          <p:cNvPr id="173" name="组合 172">
            <a:extLst>
              <a:ext uri="{FF2B5EF4-FFF2-40B4-BE49-F238E27FC236}">
                <a16:creationId xmlns:a16="http://schemas.microsoft.com/office/drawing/2014/main" id="{04886093-394A-2B3A-E158-CB452947423C}"/>
              </a:ext>
            </a:extLst>
          </p:cNvPr>
          <p:cNvGrpSpPr/>
          <p:nvPr/>
        </p:nvGrpSpPr>
        <p:grpSpPr>
          <a:xfrm>
            <a:off x="2011030" y="4038309"/>
            <a:ext cx="1389380" cy="1494155"/>
            <a:chOff x="1970642" y="4038329"/>
            <a:chExt cx="1389380" cy="1494155"/>
          </a:xfrm>
        </p:grpSpPr>
        <p:sp>
          <p:nvSpPr>
            <p:cNvPr id="148" name="Rectangle 117">
              <a:extLst>
                <a:ext uri="{FF2B5EF4-FFF2-40B4-BE49-F238E27FC236}">
                  <a16:creationId xmlns:a16="http://schemas.microsoft.com/office/drawing/2014/main" id="{0F204F52-2067-3599-D34C-9349C3DCA1F1}"/>
                </a:ext>
              </a:extLst>
            </p:cNvPr>
            <p:cNvSpPr>
              <a:spLocks noChangeArrowheads="1"/>
            </p:cNvSpPr>
            <p:nvPr/>
          </p:nvSpPr>
          <p:spPr bwMode="auto">
            <a:xfrm>
              <a:off x="1970642" y="4266929"/>
              <a:ext cx="1384935" cy="1265555"/>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物资：张先莉</a:t>
              </a: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增值：陈晓利</a:t>
              </a: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副组长：</a:t>
              </a:r>
              <a:r>
                <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功能顾问多名</a:t>
              </a:r>
              <a:endParaRPr lang="zh-CN"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35" name="Rectangle 116">
              <a:extLst>
                <a:ext uri="{FF2B5EF4-FFF2-40B4-BE49-F238E27FC236}">
                  <a16:creationId xmlns:a16="http://schemas.microsoft.com/office/drawing/2014/main" id="{15BE7C06-EA04-46C8-869E-C74B340AFA8C}"/>
                </a:ext>
              </a:extLst>
            </p:cNvPr>
            <p:cNvSpPr>
              <a:spLocks noChangeArrowheads="1"/>
            </p:cNvSpPr>
            <p:nvPr/>
          </p:nvSpPr>
          <p:spPr bwMode="auto">
            <a:xfrm>
              <a:off x="1970642" y="4038329"/>
              <a:ext cx="1389380" cy="226060"/>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en-US" altLang="zh-CN"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XX</a:t>
              </a:r>
              <a:r>
                <a:rPr lang="zh-CN" altLang="en-US"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组</a:t>
              </a:r>
              <a:r>
                <a:rPr lang="en-US" altLang="zh-CN"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 </a:t>
              </a:r>
              <a:endParaRPr lang="zh-CN" altLang="en-GB" sz="925" b="1" dirty="0">
                <a:solidFill>
                  <a:prstClr val="white"/>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grpSp>
    </p:spTree>
    <p:extLst>
      <p:ext uri="{BB962C8B-B14F-4D97-AF65-F5344CB8AC3E}">
        <p14:creationId xmlns:p14="http://schemas.microsoft.com/office/powerpoint/2010/main" val="1947536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a:xfrm>
            <a:off x="398093" y="682625"/>
            <a:ext cx="9574581" cy="285046"/>
          </a:xfrm>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关键用户按照项目参与程度及职责分工，分为内部顾问、项目组关键用户和实施单位关键用户。</a:t>
            </a: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XX</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客户内部顾问</a:t>
            </a:r>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关键用户角色及分工</a:t>
            </a:r>
          </a:p>
        </p:txBody>
      </p:sp>
      <p:grpSp>
        <p:nvGrpSpPr>
          <p:cNvPr id="2" name="组合 1">
            <a:extLst>
              <a:ext uri="{FF2B5EF4-FFF2-40B4-BE49-F238E27FC236}">
                <a16:creationId xmlns:a16="http://schemas.microsoft.com/office/drawing/2014/main" id="{FC7EAC56-FD65-1A0D-3A8E-011553CF655F}"/>
              </a:ext>
            </a:extLst>
          </p:cNvPr>
          <p:cNvGrpSpPr/>
          <p:nvPr/>
        </p:nvGrpSpPr>
        <p:grpSpPr>
          <a:xfrm>
            <a:off x="825499" y="990600"/>
            <a:ext cx="10556875" cy="5327974"/>
            <a:chOff x="825500" y="1551752"/>
            <a:chExt cx="8340306" cy="4900172"/>
          </a:xfrm>
        </p:grpSpPr>
        <p:sp>
          <p:nvSpPr>
            <p:cNvPr id="5" name="Rectangle 4">
              <a:extLst>
                <a:ext uri="{FF2B5EF4-FFF2-40B4-BE49-F238E27FC236}">
                  <a16:creationId xmlns:a16="http://schemas.microsoft.com/office/drawing/2014/main" id="{0D3460DC-A5AF-E81E-E593-829C764FD4BD}"/>
                </a:ext>
              </a:extLst>
            </p:cNvPr>
            <p:cNvSpPr>
              <a:spLocks noChangeArrowheads="1"/>
            </p:cNvSpPr>
            <p:nvPr/>
          </p:nvSpPr>
          <p:spPr bwMode="gray">
            <a:xfrm>
              <a:off x="1257248" y="2529762"/>
              <a:ext cx="2734956" cy="1004871"/>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通常来自</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集团信息部门</a:t>
              </a:r>
              <a:endParaRPr lang="en-US" altLang="zh-CN" sz="1400"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未来作为集团集中运维的中坚力量</a:t>
              </a:r>
              <a:endPar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 name="AutoShape 5">
              <a:extLst>
                <a:ext uri="{FF2B5EF4-FFF2-40B4-BE49-F238E27FC236}">
                  <a16:creationId xmlns:a16="http://schemas.microsoft.com/office/drawing/2014/main" id="{C1809A1C-9071-0F9E-0C13-35A72E13420D}"/>
                </a:ext>
              </a:extLst>
            </p:cNvPr>
            <p:cNvSpPr>
              <a:spLocks noChangeArrowheads="1"/>
            </p:cNvSpPr>
            <p:nvPr/>
          </p:nvSpPr>
          <p:spPr bwMode="auto">
            <a:xfrm>
              <a:off x="2262906" y="2165380"/>
              <a:ext cx="1155742" cy="431428"/>
            </a:xfrm>
            <a:prstGeom prst="rect">
              <a:avLst/>
            </a:prstGeom>
            <a:noFill/>
            <a:ln w="6350">
              <a:noFill/>
              <a:miter lim="800000"/>
              <a:headEnd/>
              <a:tailEnd/>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内部顾问</a:t>
              </a:r>
              <a:endParaRPr lang="en-US" altLang="zh-CN" sz="1600" b="1"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 name="Rectangle 7">
              <a:extLst>
                <a:ext uri="{FF2B5EF4-FFF2-40B4-BE49-F238E27FC236}">
                  <a16:creationId xmlns:a16="http://schemas.microsoft.com/office/drawing/2014/main" id="{B6E5A564-0A47-3FEE-CA16-1CE26AD630CA}"/>
                </a:ext>
              </a:extLst>
            </p:cNvPr>
            <p:cNvSpPr>
              <a:spLocks noChangeArrowheads="1"/>
            </p:cNvSpPr>
            <p:nvPr/>
          </p:nvSpPr>
          <p:spPr bwMode="gray">
            <a:xfrm>
              <a:off x="6329455" y="2465128"/>
              <a:ext cx="2734451" cy="1069505"/>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在</a:t>
              </a:r>
              <a:r>
                <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系统实施期间（试点或推广），</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从上线单位抽调</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的业务骨干</a:t>
              </a:r>
              <a:endPar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 name="Rectangle 4">
              <a:extLst>
                <a:ext uri="{FF2B5EF4-FFF2-40B4-BE49-F238E27FC236}">
                  <a16:creationId xmlns:a16="http://schemas.microsoft.com/office/drawing/2014/main" id="{A1C3C5F1-BE17-E084-C23E-79F4B644B2C8}"/>
                </a:ext>
              </a:extLst>
            </p:cNvPr>
            <p:cNvSpPr>
              <a:spLocks noChangeArrowheads="1"/>
            </p:cNvSpPr>
            <p:nvPr/>
          </p:nvSpPr>
          <p:spPr bwMode="gray">
            <a:xfrm>
              <a:off x="1260952" y="3380019"/>
              <a:ext cx="2727145"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全职全程</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参与</a:t>
              </a:r>
              <a:r>
                <a:rPr lang="en-US" altLang="zh-CN"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实施工作</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，与顾问一起参与试点、推广以及上线后运维工作</a:t>
              </a:r>
            </a:p>
          </p:txBody>
        </p:sp>
        <p:sp>
          <p:nvSpPr>
            <p:cNvPr id="9" name="Rectangle 4">
              <a:extLst>
                <a:ext uri="{FF2B5EF4-FFF2-40B4-BE49-F238E27FC236}">
                  <a16:creationId xmlns:a16="http://schemas.microsoft.com/office/drawing/2014/main" id="{07DC97DC-78AC-BCC2-74C9-6D5FFC11050E}"/>
                </a:ext>
              </a:extLst>
            </p:cNvPr>
            <p:cNvSpPr>
              <a:spLocks noChangeArrowheads="1"/>
            </p:cNvSpPr>
            <p:nvPr/>
          </p:nvSpPr>
          <p:spPr bwMode="gray">
            <a:xfrm>
              <a:off x="1259928" y="4558210"/>
              <a:ext cx="2729190" cy="869295"/>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上线后将主要</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负责集团</a:t>
              </a:r>
              <a:r>
                <a:rPr lang="en-US" altLang="zh-CN"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系统运维</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，以及小范围新公司的推广工作</a:t>
              </a:r>
              <a:endPar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0" name="Rectangle 6">
              <a:extLst>
                <a:ext uri="{FF2B5EF4-FFF2-40B4-BE49-F238E27FC236}">
                  <a16:creationId xmlns:a16="http://schemas.microsoft.com/office/drawing/2014/main" id="{68AFBD5A-2E20-AE22-7C7B-3447A9352D93}"/>
                </a:ext>
              </a:extLst>
            </p:cNvPr>
            <p:cNvSpPr>
              <a:spLocks noChangeArrowheads="1"/>
            </p:cNvSpPr>
            <p:nvPr/>
          </p:nvSpPr>
          <p:spPr bwMode="gray">
            <a:xfrm>
              <a:off x="3793278" y="3380019"/>
              <a:ext cx="2700967"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全职全程</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参与</a:t>
              </a:r>
              <a:r>
                <a:rPr lang="en-US" altLang="zh-CN"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实施工作</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，与顾问一起参与试点、推广工作，注重全集团业务在</a:t>
              </a:r>
              <a:r>
                <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方案中有效落地</a:t>
              </a:r>
            </a:p>
          </p:txBody>
        </p:sp>
        <p:sp>
          <p:nvSpPr>
            <p:cNvPr id="11" name="Rectangle 6">
              <a:extLst>
                <a:ext uri="{FF2B5EF4-FFF2-40B4-BE49-F238E27FC236}">
                  <a16:creationId xmlns:a16="http://schemas.microsoft.com/office/drawing/2014/main" id="{95C70F65-3256-025D-CEF3-676E5A2EFCF6}"/>
                </a:ext>
              </a:extLst>
            </p:cNvPr>
            <p:cNvSpPr>
              <a:spLocks noChangeArrowheads="1"/>
            </p:cNvSpPr>
            <p:nvPr/>
          </p:nvSpPr>
          <p:spPr bwMode="gray">
            <a:xfrm>
              <a:off x="3793277" y="4558210"/>
              <a:ext cx="2669278" cy="862283"/>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项目实施完成后，一般会</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回原单位</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，或者从事</a:t>
              </a:r>
              <a:r>
                <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相关工作</a:t>
              </a:r>
              <a:endPar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 name="Rectangle 7">
              <a:extLst>
                <a:ext uri="{FF2B5EF4-FFF2-40B4-BE49-F238E27FC236}">
                  <a16:creationId xmlns:a16="http://schemas.microsoft.com/office/drawing/2014/main" id="{D5A5570F-AA32-56E0-4CB9-1BD1E114C7B4}"/>
                </a:ext>
              </a:extLst>
            </p:cNvPr>
            <p:cNvSpPr>
              <a:spLocks noChangeArrowheads="1"/>
            </p:cNvSpPr>
            <p:nvPr/>
          </p:nvSpPr>
          <p:spPr bwMode="gray">
            <a:xfrm>
              <a:off x="6340339" y="3380019"/>
              <a:ext cx="2712680" cy="1224000"/>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在推广阶段参与</a:t>
              </a:r>
              <a:r>
                <a:rPr lang="en-US" altLang="zh-CN"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实施工作</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，注重实施过程中的工作协调、数据收集协调及最终用户培训等工作</a:t>
              </a:r>
              <a:endPar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3" name="Rectangle 7">
              <a:extLst>
                <a:ext uri="{FF2B5EF4-FFF2-40B4-BE49-F238E27FC236}">
                  <a16:creationId xmlns:a16="http://schemas.microsoft.com/office/drawing/2014/main" id="{D5E0882B-3438-0E44-D95B-DFF573676CDE}"/>
                </a:ext>
              </a:extLst>
            </p:cNvPr>
            <p:cNvSpPr>
              <a:spLocks noChangeArrowheads="1"/>
            </p:cNvSpPr>
            <p:nvPr/>
          </p:nvSpPr>
          <p:spPr bwMode="gray">
            <a:xfrm>
              <a:off x="6329454" y="4558210"/>
              <a:ext cx="2712680" cy="765736"/>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上线后，将</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回到原单位</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，兼职承担本单位的一线运维工作</a:t>
              </a:r>
            </a:p>
          </p:txBody>
        </p:sp>
        <p:pic>
          <p:nvPicPr>
            <p:cNvPr id="14" name="Picture 7">
              <a:extLst>
                <a:ext uri="{FF2B5EF4-FFF2-40B4-BE49-F238E27FC236}">
                  <a16:creationId xmlns:a16="http://schemas.microsoft.com/office/drawing/2014/main" id="{3DD294E3-FA31-2359-E490-CD5FE7E5CFA5}"/>
                </a:ext>
              </a:extLst>
            </p:cNvPr>
            <p:cNvPicPr>
              <a:picLocks noChangeAspect="1"/>
            </p:cNvPicPr>
            <p:nvPr/>
          </p:nvPicPr>
          <p:blipFill>
            <a:blip r:embed="rId2"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2448389" y="1551752"/>
              <a:ext cx="784776" cy="784776"/>
            </a:xfrm>
            <a:prstGeom prst="rect">
              <a:avLst/>
            </a:prstGeom>
          </p:spPr>
        </p:pic>
        <p:sp>
          <p:nvSpPr>
            <p:cNvPr id="15" name="AutoShape 5">
              <a:extLst>
                <a:ext uri="{FF2B5EF4-FFF2-40B4-BE49-F238E27FC236}">
                  <a16:creationId xmlns:a16="http://schemas.microsoft.com/office/drawing/2014/main" id="{1F40FC98-3777-35D1-F004-ECA296F74107}"/>
                </a:ext>
              </a:extLst>
            </p:cNvPr>
            <p:cNvSpPr>
              <a:spLocks noChangeArrowheads="1"/>
            </p:cNvSpPr>
            <p:nvPr/>
          </p:nvSpPr>
          <p:spPr bwMode="auto">
            <a:xfrm>
              <a:off x="4495800" y="2165380"/>
              <a:ext cx="1631758" cy="431428"/>
            </a:xfrm>
            <a:prstGeom prst="rect">
              <a:avLst/>
            </a:prstGeom>
            <a:noFill/>
            <a:ln w="6350">
              <a:noFill/>
              <a:miter lim="800000"/>
              <a:headEnd/>
              <a:tailEnd/>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项目组关键用户</a:t>
              </a:r>
            </a:p>
          </p:txBody>
        </p:sp>
        <p:pic>
          <p:nvPicPr>
            <p:cNvPr id="16" name="Picture 24">
              <a:extLst>
                <a:ext uri="{FF2B5EF4-FFF2-40B4-BE49-F238E27FC236}">
                  <a16:creationId xmlns:a16="http://schemas.microsoft.com/office/drawing/2014/main" id="{BBAD68E8-63E8-B502-8C62-E01B6B9660C4}"/>
                </a:ext>
              </a:extLst>
            </p:cNvPr>
            <p:cNvPicPr>
              <a:picLocks noChangeAspect="1"/>
            </p:cNvPicPr>
            <p:nvPr/>
          </p:nvPicPr>
          <p:blipFill>
            <a:blip r:embed="rId2"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4925424" y="1551752"/>
              <a:ext cx="784776" cy="784776"/>
            </a:xfrm>
            <a:prstGeom prst="rect">
              <a:avLst/>
            </a:prstGeom>
          </p:spPr>
        </p:pic>
        <p:sp>
          <p:nvSpPr>
            <p:cNvPr id="17" name="AutoShape 5">
              <a:extLst>
                <a:ext uri="{FF2B5EF4-FFF2-40B4-BE49-F238E27FC236}">
                  <a16:creationId xmlns:a16="http://schemas.microsoft.com/office/drawing/2014/main" id="{E6BE9C73-C845-C3F1-E57E-C41D4A421455}"/>
                </a:ext>
              </a:extLst>
            </p:cNvPr>
            <p:cNvSpPr>
              <a:spLocks noChangeArrowheads="1"/>
            </p:cNvSpPr>
            <p:nvPr/>
          </p:nvSpPr>
          <p:spPr bwMode="auto">
            <a:xfrm>
              <a:off x="6980120" y="2165380"/>
              <a:ext cx="1782881" cy="431428"/>
            </a:xfrm>
            <a:prstGeom prst="rect">
              <a:avLst/>
            </a:prstGeom>
            <a:noFill/>
            <a:ln w="6350">
              <a:noFill/>
              <a:miter lim="800000"/>
              <a:headEnd/>
              <a:tailEnd/>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实施单位关键用户</a:t>
              </a:r>
            </a:p>
          </p:txBody>
        </p:sp>
        <p:pic>
          <p:nvPicPr>
            <p:cNvPr id="18" name="Picture 27">
              <a:extLst>
                <a:ext uri="{FF2B5EF4-FFF2-40B4-BE49-F238E27FC236}">
                  <a16:creationId xmlns:a16="http://schemas.microsoft.com/office/drawing/2014/main" id="{8A7AFA68-15F2-D6C3-DED1-DEEC0AEAC2F5}"/>
                </a:ext>
              </a:extLst>
            </p:cNvPr>
            <p:cNvPicPr>
              <a:picLocks noChangeAspect="1"/>
            </p:cNvPicPr>
            <p:nvPr/>
          </p:nvPicPr>
          <p:blipFill>
            <a:blip r:embed="rId2"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7479171" y="1551752"/>
              <a:ext cx="784776" cy="784776"/>
            </a:xfrm>
            <a:prstGeom prst="rect">
              <a:avLst/>
            </a:prstGeom>
          </p:spPr>
        </p:pic>
        <p:sp>
          <p:nvSpPr>
            <p:cNvPr id="19" name="Rectangle 8">
              <a:extLst>
                <a:ext uri="{FF2B5EF4-FFF2-40B4-BE49-F238E27FC236}">
                  <a16:creationId xmlns:a16="http://schemas.microsoft.com/office/drawing/2014/main" id="{9648FC37-D04C-9217-034A-AEEE65372C64}"/>
                </a:ext>
              </a:extLst>
            </p:cNvPr>
            <p:cNvSpPr/>
            <p:nvPr/>
          </p:nvSpPr>
          <p:spPr bwMode="auto">
            <a:xfrm>
              <a:off x="1627641" y="2552022"/>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0" name="Rectangle 28">
              <a:extLst>
                <a:ext uri="{FF2B5EF4-FFF2-40B4-BE49-F238E27FC236}">
                  <a16:creationId xmlns:a16="http://schemas.microsoft.com/office/drawing/2014/main" id="{4CEBA0C3-77AB-2A54-6C16-B6C8243A232E}"/>
                </a:ext>
              </a:extLst>
            </p:cNvPr>
            <p:cNvSpPr/>
            <p:nvPr/>
          </p:nvSpPr>
          <p:spPr bwMode="auto">
            <a:xfrm>
              <a:off x="4163060" y="2552022"/>
              <a:ext cx="2377440" cy="848508"/>
            </a:xfrm>
            <a:prstGeom prst="rect">
              <a:avLst/>
            </a:prstGeom>
            <a:noFill/>
            <a:ln w="6350" algn="ctr">
              <a:solidFill>
                <a:srgbClr val="00B0F0"/>
              </a:solidFill>
              <a:miter lim="800000"/>
              <a:headEnd/>
              <a:tailEnd/>
            </a:ln>
          </p:spPr>
          <p:txBody>
            <a:bodyPr wrap="square" lIns="72000" tIns="0" rIns="0" bIns="0" rtlCol="0" anchor="ctr"/>
            <a:lstStyle/>
            <a:p>
              <a:pPr defTabSz="914296"/>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集团各单位</a:t>
              </a:r>
              <a:r>
                <a:rPr lang="zh-CN" altLang="en-US" sz="1400" b="1" dirty="0">
                  <a:solidFill>
                    <a:srgbClr val="1770EA"/>
                  </a:solidFill>
                  <a:latin typeface="微软雅黑 Light" panose="020B0502040204020203" pitchFamily="34" charset="-122"/>
                  <a:ea typeface="微软雅黑" panose="020B0503020204020204" pitchFamily="34" charset="-122"/>
                  <a:sym typeface="微软雅黑 Light" panose="020B0502040204020203" pitchFamily="34" charset="-122"/>
                </a:rPr>
                <a:t>甄选的业务骨干</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，一般来自于职能部门的业务骨干</a:t>
              </a:r>
              <a:endParaRPr lang="en-US" sz="14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1" name="Rectangle 29">
              <a:extLst>
                <a:ext uri="{FF2B5EF4-FFF2-40B4-BE49-F238E27FC236}">
                  <a16:creationId xmlns:a16="http://schemas.microsoft.com/office/drawing/2014/main" id="{99085B9B-275B-E684-DF67-65CD3BDE1D45}"/>
                </a:ext>
              </a:extLst>
            </p:cNvPr>
            <p:cNvSpPr/>
            <p:nvPr/>
          </p:nvSpPr>
          <p:spPr bwMode="auto">
            <a:xfrm>
              <a:off x="6710731" y="2552022"/>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2" name="Rectangle 30">
              <a:extLst>
                <a:ext uri="{FF2B5EF4-FFF2-40B4-BE49-F238E27FC236}">
                  <a16:creationId xmlns:a16="http://schemas.microsoft.com/office/drawing/2014/main" id="{915A9354-93DA-FF28-CD59-01C978D7748A}"/>
                </a:ext>
              </a:extLst>
            </p:cNvPr>
            <p:cNvSpPr/>
            <p:nvPr/>
          </p:nvSpPr>
          <p:spPr bwMode="auto">
            <a:xfrm>
              <a:off x="1627641" y="3569763"/>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3" name="Rectangle 31">
              <a:extLst>
                <a:ext uri="{FF2B5EF4-FFF2-40B4-BE49-F238E27FC236}">
                  <a16:creationId xmlns:a16="http://schemas.microsoft.com/office/drawing/2014/main" id="{2BBB2236-9C9F-49FA-9AF5-EA84F8101CBE}"/>
                </a:ext>
              </a:extLst>
            </p:cNvPr>
            <p:cNvSpPr/>
            <p:nvPr/>
          </p:nvSpPr>
          <p:spPr bwMode="auto">
            <a:xfrm>
              <a:off x="4163060" y="3569763"/>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4" name="Rectangle 32">
              <a:extLst>
                <a:ext uri="{FF2B5EF4-FFF2-40B4-BE49-F238E27FC236}">
                  <a16:creationId xmlns:a16="http://schemas.microsoft.com/office/drawing/2014/main" id="{1915E9CE-8E6D-CCBF-43F5-116C20F85482}"/>
                </a:ext>
              </a:extLst>
            </p:cNvPr>
            <p:cNvSpPr/>
            <p:nvPr/>
          </p:nvSpPr>
          <p:spPr bwMode="auto">
            <a:xfrm>
              <a:off x="6710731" y="3569763"/>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5" name="Rectangle 33">
              <a:extLst>
                <a:ext uri="{FF2B5EF4-FFF2-40B4-BE49-F238E27FC236}">
                  <a16:creationId xmlns:a16="http://schemas.microsoft.com/office/drawing/2014/main" id="{D8DE7A4B-71C6-EA3B-4F5C-E8EF764FCA9E}"/>
                </a:ext>
              </a:extLst>
            </p:cNvPr>
            <p:cNvSpPr/>
            <p:nvPr/>
          </p:nvSpPr>
          <p:spPr bwMode="auto">
            <a:xfrm>
              <a:off x="1627641" y="4571985"/>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6" name="Rectangle 34">
              <a:extLst>
                <a:ext uri="{FF2B5EF4-FFF2-40B4-BE49-F238E27FC236}">
                  <a16:creationId xmlns:a16="http://schemas.microsoft.com/office/drawing/2014/main" id="{45339A51-1810-0297-14D8-4FE16C233737}"/>
                </a:ext>
              </a:extLst>
            </p:cNvPr>
            <p:cNvSpPr/>
            <p:nvPr/>
          </p:nvSpPr>
          <p:spPr bwMode="auto">
            <a:xfrm>
              <a:off x="4163060" y="4571985"/>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7" name="Rectangle 35">
              <a:extLst>
                <a:ext uri="{FF2B5EF4-FFF2-40B4-BE49-F238E27FC236}">
                  <a16:creationId xmlns:a16="http://schemas.microsoft.com/office/drawing/2014/main" id="{581CD69A-DABC-1804-4548-8FC491B0E2B8}"/>
                </a:ext>
              </a:extLst>
            </p:cNvPr>
            <p:cNvSpPr/>
            <p:nvPr/>
          </p:nvSpPr>
          <p:spPr bwMode="auto">
            <a:xfrm>
              <a:off x="6710731" y="4571985"/>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8" name="Rectangle 36">
              <a:extLst>
                <a:ext uri="{FF2B5EF4-FFF2-40B4-BE49-F238E27FC236}">
                  <a16:creationId xmlns:a16="http://schemas.microsoft.com/office/drawing/2014/main" id="{4B525230-2551-250C-1854-2138B7102F9E}"/>
                </a:ext>
              </a:extLst>
            </p:cNvPr>
            <p:cNvSpPr/>
            <p:nvPr/>
          </p:nvSpPr>
          <p:spPr bwMode="auto">
            <a:xfrm>
              <a:off x="837082" y="2552022"/>
              <a:ext cx="731520" cy="848508"/>
            </a:xfrm>
            <a:prstGeom prst="rect">
              <a:avLst/>
            </a:prstGeom>
            <a:solidFill>
              <a:srgbClr val="1770EA"/>
            </a:solidFill>
            <a:ln w="6350" algn="ctr">
              <a:noFill/>
              <a:miter lim="800000"/>
              <a:headEnd/>
              <a:tailEnd/>
            </a:ln>
          </p:spPr>
          <p:txBody>
            <a:bodyPr wrap="none" lIns="0" tIns="0" rIns="0" bIns="0" rtlCol="0" anchor="ctr"/>
            <a:lstStyle/>
            <a:p>
              <a:pPr algn="ctr" defTabSz="914296"/>
              <a:r>
                <a:rPr lang="zh-CN" altLang="en-US" sz="160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来源</a:t>
              </a:r>
              <a:endParaRPr lang="en-US"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29" name="Straight Connector 38">
              <a:extLst>
                <a:ext uri="{FF2B5EF4-FFF2-40B4-BE49-F238E27FC236}">
                  <a16:creationId xmlns:a16="http://schemas.microsoft.com/office/drawing/2014/main" id="{79BE0ACD-895F-1C0B-A4D5-F502913E1F70}"/>
                </a:ext>
              </a:extLst>
            </p:cNvPr>
            <p:cNvCxnSpPr/>
            <p:nvPr/>
          </p:nvCxnSpPr>
          <p:spPr bwMode="auto">
            <a:xfrm flipV="1">
              <a:off x="825500" y="3483814"/>
              <a:ext cx="8328724" cy="6811"/>
            </a:xfrm>
            <a:prstGeom prst="line">
              <a:avLst/>
            </a:prstGeom>
            <a:solidFill>
              <a:schemeClr val="bg1"/>
            </a:solidFill>
            <a:ln w="12700" cap="flat" cmpd="sng" algn="ctr">
              <a:solidFill>
                <a:schemeClr val="accent1"/>
              </a:solidFill>
              <a:prstDash val="solid"/>
              <a:round/>
              <a:headEnd type="none" w="med" len="med"/>
              <a:tailEnd type="none" w="med" len="med"/>
            </a:ln>
            <a:effectLst/>
          </p:spPr>
        </p:cxnSp>
        <p:cxnSp>
          <p:nvCxnSpPr>
            <p:cNvPr id="30" name="Straight Connector 40">
              <a:extLst>
                <a:ext uri="{FF2B5EF4-FFF2-40B4-BE49-F238E27FC236}">
                  <a16:creationId xmlns:a16="http://schemas.microsoft.com/office/drawing/2014/main" id="{F533CB7C-D530-1217-E370-CAE9B33050E9}"/>
                </a:ext>
              </a:extLst>
            </p:cNvPr>
            <p:cNvCxnSpPr/>
            <p:nvPr/>
          </p:nvCxnSpPr>
          <p:spPr bwMode="auto">
            <a:xfrm flipV="1">
              <a:off x="837082" y="4477664"/>
              <a:ext cx="8328724" cy="6811"/>
            </a:xfrm>
            <a:prstGeom prst="line">
              <a:avLst/>
            </a:prstGeom>
            <a:solidFill>
              <a:schemeClr val="bg1"/>
            </a:solidFill>
            <a:ln w="12700" cap="flat" cmpd="sng" algn="ctr">
              <a:solidFill>
                <a:schemeClr val="accent1"/>
              </a:solidFill>
              <a:prstDash val="solid"/>
              <a:round/>
              <a:headEnd type="none" w="med" len="med"/>
              <a:tailEnd type="none" w="med" len="med"/>
            </a:ln>
            <a:effectLst/>
          </p:spPr>
        </p:cxnSp>
        <p:sp>
          <p:nvSpPr>
            <p:cNvPr id="31" name="Rectangle 41">
              <a:extLst>
                <a:ext uri="{FF2B5EF4-FFF2-40B4-BE49-F238E27FC236}">
                  <a16:creationId xmlns:a16="http://schemas.microsoft.com/office/drawing/2014/main" id="{6EFFA8F9-C9C4-EA32-6E11-D6EADE1FE2BD}"/>
                </a:ext>
              </a:extLst>
            </p:cNvPr>
            <p:cNvSpPr/>
            <p:nvPr/>
          </p:nvSpPr>
          <p:spPr bwMode="auto">
            <a:xfrm>
              <a:off x="837082" y="3569763"/>
              <a:ext cx="731520" cy="848508"/>
            </a:xfrm>
            <a:prstGeom prst="rect">
              <a:avLst/>
            </a:prstGeom>
            <a:solidFill>
              <a:srgbClr val="1770EA"/>
            </a:solidFill>
            <a:ln w="6350" algn="ctr">
              <a:noFill/>
              <a:miter lim="800000"/>
              <a:headEnd/>
              <a:tailEnd/>
            </a:ln>
          </p:spPr>
          <p:txBody>
            <a:bodyPr wrap="none" lIns="0" tIns="0" rIns="0" bIns="0" rtlCol="0" anchor="ctr"/>
            <a:lstStyle/>
            <a:p>
              <a:pPr algn="ctr" defTabSz="914296"/>
              <a:r>
                <a:rPr lang="zh-CN" altLang="en-US" sz="160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工作</a:t>
              </a:r>
              <a:endParaRPr lang="en-US" altLang="zh-CN"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defTabSz="914296"/>
              <a:r>
                <a:rPr lang="zh-CN" altLang="en-US" sz="160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重点</a:t>
              </a:r>
              <a:endParaRPr lang="en-US" altLang="zh-CN"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2" name="Rectangle 42">
              <a:extLst>
                <a:ext uri="{FF2B5EF4-FFF2-40B4-BE49-F238E27FC236}">
                  <a16:creationId xmlns:a16="http://schemas.microsoft.com/office/drawing/2014/main" id="{E7807E57-0AB4-70E3-E74E-8BA9D19D1063}"/>
                </a:ext>
              </a:extLst>
            </p:cNvPr>
            <p:cNvSpPr/>
            <p:nvPr/>
          </p:nvSpPr>
          <p:spPr bwMode="auto">
            <a:xfrm>
              <a:off x="837082" y="4571985"/>
              <a:ext cx="731520" cy="848508"/>
            </a:xfrm>
            <a:prstGeom prst="rect">
              <a:avLst/>
            </a:prstGeom>
            <a:solidFill>
              <a:srgbClr val="1770EA"/>
            </a:solidFill>
            <a:ln w="6350" algn="ctr">
              <a:noFill/>
              <a:miter lim="800000"/>
              <a:headEnd/>
              <a:tailEnd/>
            </a:ln>
          </p:spPr>
          <p:txBody>
            <a:bodyPr wrap="none" lIns="0" tIns="0" rIns="0" bIns="0" rtlCol="0" anchor="ctr"/>
            <a:lstStyle/>
            <a:p>
              <a:pPr algn="ctr" defTabSz="914296"/>
              <a:r>
                <a:rPr lang="zh-CN" altLang="en-US"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上线后</a:t>
              </a:r>
              <a:endParaRPr lang="en-US" altLang="zh-CN"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defTabSz="914296"/>
              <a:r>
                <a:rPr lang="zh-CN" altLang="en-US"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安排</a:t>
              </a:r>
              <a:endParaRPr lang="en-US" altLang="zh-CN"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33" name="Straight Connector 43">
              <a:extLst>
                <a:ext uri="{FF2B5EF4-FFF2-40B4-BE49-F238E27FC236}">
                  <a16:creationId xmlns:a16="http://schemas.microsoft.com/office/drawing/2014/main" id="{BB0C2B78-6181-0805-0BA8-702090B61779}"/>
                </a:ext>
              </a:extLst>
            </p:cNvPr>
            <p:cNvCxnSpPr/>
            <p:nvPr/>
          </p:nvCxnSpPr>
          <p:spPr bwMode="auto">
            <a:xfrm flipV="1">
              <a:off x="825500" y="5483292"/>
              <a:ext cx="8328724" cy="6811"/>
            </a:xfrm>
            <a:prstGeom prst="line">
              <a:avLst/>
            </a:prstGeom>
            <a:solidFill>
              <a:schemeClr val="bg1"/>
            </a:solidFill>
            <a:ln w="12700" cap="flat" cmpd="sng" algn="ctr">
              <a:solidFill>
                <a:schemeClr val="accent1"/>
              </a:solidFill>
              <a:prstDash val="solid"/>
              <a:round/>
              <a:headEnd type="none" w="med" len="med"/>
              <a:tailEnd type="none" w="med" len="med"/>
            </a:ln>
            <a:effectLst/>
          </p:spPr>
        </p:cxnSp>
        <p:sp>
          <p:nvSpPr>
            <p:cNvPr id="34" name="Rectangle 4">
              <a:extLst>
                <a:ext uri="{FF2B5EF4-FFF2-40B4-BE49-F238E27FC236}">
                  <a16:creationId xmlns:a16="http://schemas.microsoft.com/office/drawing/2014/main" id="{1FFAF8EE-6D7C-078F-98F3-01D7916C503D}"/>
                </a:ext>
              </a:extLst>
            </p:cNvPr>
            <p:cNvSpPr>
              <a:spLocks noChangeArrowheads="1"/>
            </p:cNvSpPr>
            <p:nvPr/>
          </p:nvSpPr>
          <p:spPr bwMode="gray">
            <a:xfrm>
              <a:off x="1259928" y="5582629"/>
              <a:ext cx="2729190" cy="869295"/>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了解公司内部流程，具备系统知识，有较好的学习能力，能长期稳定的参与系统实施和运维工作</a:t>
              </a:r>
              <a:endPar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5" name="Rectangle 6">
              <a:extLst>
                <a:ext uri="{FF2B5EF4-FFF2-40B4-BE49-F238E27FC236}">
                  <a16:creationId xmlns:a16="http://schemas.microsoft.com/office/drawing/2014/main" id="{EB5183CA-4201-ACCA-25B8-308024C69D79}"/>
                </a:ext>
              </a:extLst>
            </p:cNvPr>
            <p:cNvSpPr>
              <a:spLocks noChangeArrowheads="1"/>
            </p:cNvSpPr>
            <p:nvPr/>
          </p:nvSpPr>
          <p:spPr bwMode="gray">
            <a:xfrm>
              <a:off x="3793276" y="5582629"/>
              <a:ext cx="2747223" cy="862283"/>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熟悉公司组织和业务，具备系统知识学习能力，能对方案和功能提出业务需求及建议，并配合系统落地</a:t>
              </a:r>
              <a:endPar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6" name="Rectangle 7">
              <a:extLst>
                <a:ext uri="{FF2B5EF4-FFF2-40B4-BE49-F238E27FC236}">
                  <a16:creationId xmlns:a16="http://schemas.microsoft.com/office/drawing/2014/main" id="{3460D1B0-3E5B-165C-5995-BE8C9AAE2921}"/>
                </a:ext>
              </a:extLst>
            </p:cNvPr>
            <p:cNvSpPr>
              <a:spLocks noChangeArrowheads="1"/>
            </p:cNvSpPr>
            <p:nvPr/>
          </p:nvSpPr>
          <p:spPr bwMode="gray">
            <a:xfrm>
              <a:off x="6329454" y="5582629"/>
              <a:ext cx="2712680" cy="765736"/>
            </a:xfrm>
            <a:prstGeom prst="rect">
              <a:avLst/>
            </a:prstGeom>
            <a:noFill/>
            <a:ln w="6350">
              <a:noFill/>
              <a:miter lim="800000"/>
              <a:headEnd/>
              <a:tailEnd/>
            </a:ln>
            <a:effectLst/>
          </p:spPr>
          <p:txBody>
            <a:bodyPr wrap="square" lIns="45720" rIns="45720" anchor="ctr">
              <a:noAutofit/>
            </a:bodyPr>
            <a:lstStyle/>
            <a:p>
              <a:pPr marL="458787" eaLnBrk="0" hangingPunct="0">
                <a:spcBef>
                  <a:spcPts val="100"/>
                </a:spcBef>
                <a:spcAft>
                  <a:spcPts val="100"/>
                </a:spcAft>
              </a:pP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熟悉自己工作领域的业务，具备系统知识学习能力，能帮助梳理公司当前流程，并对将来流程提出需求及建议</a:t>
              </a:r>
            </a:p>
          </p:txBody>
        </p:sp>
        <p:sp>
          <p:nvSpPr>
            <p:cNvPr id="37" name="Rectangle 46">
              <a:extLst>
                <a:ext uri="{FF2B5EF4-FFF2-40B4-BE49-F238E27FC236}">
                  <a16:creationId xmlns:a16="http://schemas.microsoft.com/office/drawing/2014/main" id="{2E3D447A-D61E-2A4E-7D88-A098E07B553F}"/>
                </a:ext>
              </a:extLst>
            </p:cNvPr>
            <p:cNvSpPr/>
            <p:nvPr/>
          </p:nvSpPr>
          <p:spPr bwMode="auto">
            <a:xfrm>
              <a:off x="1627641" y="5596404"/>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8" name="Rectangle 47">
              <a:extLst>
                <a:ext uri="{FF2B5EF4-FFF2-40B4-BE49-F238E27FC236}">
                  <a16:creationId xmlns:a16="http://schemas.microsoft.com/office/drawing/2014/main" id="{76BFB9AA-AB40-50EA-34BF-8B4CE1AF3C15}"/>
                </a:ext>
              </a:extLst>
            </p:cNvPr>
            <p:cNvSpPr/>
            <p:nvPr/>
          </p:nvSpPr>
          <p:spPr bwMode="auto">
            <a:xfrm>
              <a:off x="4163060" y="5596404"/>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9" name="Rectangle 48">
              <a:extLst>
                <a:ext uri="{FF2B5EF4-FFF2-40B4-BE49-F238E27FC236}">
                  <a16:creationId xmlns:a16="http://schemas.microsoft.com/office/drawing/2014/main" id="{CDFEDF54-E2B2-8749-0139-EDDCB86DBFBA}"/>
                </a:ext>
              </a:extLst>
            </p:cNvPr>
            <p:cNvSpPr/>
            <p:nvPr/>
          </p:nvSpPr>
          <p:spPr bwMode="auto">
            <a:xfrm>
              <a:off x="6710731" y="5596404"/>
              <a:ext cx="2377440" cy="848508"/>
            </a:xfrm>
            <a:prstGeom prst="rect">
              <a:avLst/>
            </a:prstGeom>
            <a:noFill/>
            <a:ln w="6350" algn="ctr">
              <a:solidFill>
                <a:srgbClr val="00B0F0"/>
              </a:solidFill>
              <a:miter lim="800000"/>
              <a:headEnd/>
              <a:tailEnd/>
            </a:ln>
          </p:spPr>
          <p:txBody>
            <a:bodyPr wrap="none" lIns="0" tIns="0" rIns="0" bIns="0" rtlCol="0" anchor="ctr"/>
            <a:lstStyle/>
            <a:p>
              <a:pPr algn="ctr" defTabSz="914296"/>
              <a:endParaRPr lang="en-US"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0" name="Rectangle 49">
              <a:extLst>
                <a:ext uri="{FF2B5EF4-FFF2-40B4-BE49-F238E27FC236}">
                  <a16:creationId xmlns:a16="http://schemas.microsoft.com/office/drawing/2014/main" id="{D0AFBFC9-D7C2-1A0F-D487-8E1A1390BCD8}"/>
                </a:ext>
              </a:extLst>
            </p:cNvPr>
            <p:cNvSpPr/>
            <p:nvPr/>
          </p:nvSpPr>
          <p:spPr bwMode="auto">
            <a:xfrm>
              <a:off x="837082" y="5596404"/>
              <a:ext cx="731520" cy="848508"/>
            </a:xfrm>
            <a:prstGeom prst="rect">
              <a:avLst/>
            </a:prstGeom>
            <a:solidFill>
              <a:srgbClr val="1770EA"/>
            </a:solidFill>
            <a:ln w="6350" algn="ctr">
              <a:noFill/>
              <a:miter lim="800000"/>
              <a:headEnd/>
              <a:tailEnd/>
            </a:ln>
          </p:spPr>
          <p:txBody>
            <a:bodyPr wrap="none" lIns="0" tIns="0" rIns="0" bIns="0" rtlCol="0" anchor="ctr"/>
            <a:lstStyle/>
            <a:p>
              <a:pPr algn="ctr" defTabSz="914296"/>
              <a:r>
                <a:rPr lang="zh-CN" altLang="en-US" sz="160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能力</a:t>
              </a:r>
              <a:endParaRPr lang="en-US" altLang="zh-CN"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defTabSz="914296"/>
              <a:r>
                <a:rPr lang="zh-CN" altLang="en-US" sz="160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要求</a:t>
              </a:r>
              <a:endParaRPr lang="en-US" altLang="zh-CN" sz="16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spTree>
    <p:extLst>
      <p:ext uri="{BB962C8B-B14F-4D97-AF65-F5344CB8AC3E}">
        <p14:creationId xmlns:p14="http://schemas.microsoft.com/office/powerpoint/2010/main" val="673985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a:xfrm>
            <a:off x="398093" y="682625"/>
            <a:ext cx="11231931" cy="469412"/>
          </a:xfrm>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XX</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客户的内部顾问、项目组关键用户和业务关键用户在项目各阶段承担合理的系统方案确认、功能测试、接受培训并提供培训、系统运行维护等方面的工作，逐步提升对系统的认知，以便在实际工作中很好的利用系统来支持实际工作。</a:t>
            </a:r>
          </a:p>
          <a:p>
            <a:endPar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XX</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客户内部顾问</a:t>
            </a:r>
            <a:r>
              <a:rPr kumimoji="1" lang="en-US" altLang="zh-CN" dirty="0">
                <a:latin typeface="微软雅黑 Light" panose="020B0502040204020203" pitchFamily="34" charset="-122"/>
                <a:ea typeface="微软雅黑" panose="020B0503020204020204" pitchFamily="34" charset="-122"/>
                <a:sym typeface="微软雅黑 Light" panose="020B0502040204020203" pitchFamily="34" charset="-122"/>
              </a:rPr>
              <a:t>/</a:t>
            </a:r>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关键用户在项目各阶段的主要职责</a:t>
            </a:r>
          </a:p>
        </p:txBody>
      </p:sp>
      <p:graphicFrame>
        <p:nvGraphicFramePr>
          <p:cNvPr id="5" name="Table 3">
            <a:extLst>
              <a:ext uri="{FF2B5EF4-FFF2-40B4-BE49-F238E27FC236}">
                <a16:creationId xmlns:a16="http://schemas.microsoft.com/office/drawing/2014/main" id="{8AEA8F77-8C3C-AEA3-A322-3288410A73A5}"/>
              </a:ext>
            </a:extLst>
          </p:cNvPr>
          <p:cNvGraphicFramePr>
            <a:graphicFrameLocks noGrp="1"/>
          </p:cNvGraphicFramePr>
          <p:nvPr>
            <p:extLst>
              <p:ext uri="{D42A27DB-BD31-4B8C-83A1-F6EECF244321}">
                <p14:modId xmlns:p14="http://schemas.microsoft.com/office/powerpoint/2010/main" val="2158463420"/>
              </p:ext>
            </p:extLst>
          </p:nvPr>
        </p:nvGraphicFramePr>
        <p:xfrm>
          <a:off x="571301" y="1487341"/>
          <a:ext cx="11058722" cy="4783284"/>
        </p:xfrm>
        <a:graphic>
          <a:graphicData uri="http://schemas.openxmlformats.org/drawingml/2006/table">
            <a:tbl>
              <a:tblPr/>
              <a:tblGrid>
                <a:gridCol w="1117309">
                  <a:extLst>
                    <a:ext uri="{9D8B030D-6E8A-4147-A177-3AD203B41FA5}">
                      <a16:colId xmlns:a16="http://schemas.microsoft.com/office/drawing/2014/main" val="3950757482"/>
                    </a:ext>
                  </a:extLst>
                </a:gridCol>
                <a:gridCol w="3287589">
                  <a:extLst>
                    <a:ext uri="{9D8B030D-6E8A-4147-A177-3AD203B41FA5}">
                      <a16:colId xmlns:a16="http://schemas.microsoft.com/office/drawing/2014/main" val="3492382356"/>
                    </a:ext>
                  </a:extLst>
                </a:gridCol>
                <a:gridCol w="3381969">
                  <a:extLst>
                    <a:ext uri="{9D8B030D-6E8A-4147-A177-3AD203B41FA5}">
                      <a16:colId xmlns:a16="http://schemas.microsoft.com/office/drawing/2014/main" val="2260689279"/>
                    </a:ext>
                  </a:extLst>
                </a:gridCol>
                <a:gridCol w="3271855">
                  <a:extLst>
                    <a:ext uri="{9D8B030D-6E8A-4147-A177-3AD203B41FA5}">
                      <a16:colId xmlns:a16="http://schemas.microsoft.com/office/drawing/2014/main" val="3737600139"/>
                    </a:ext>
                  </a:extLst>
                </a:gridCol>
              </a:tblGrid>
              <a:tr h="293925">
                <a:tc>
                  <a:txBody>
                    <a:bodyPr/>
                    <a:lstStyle/>
                    <a:p>
                      <a:pPr algn="ctr">
                        <a:spcAft>
                          <a:spcPts val="0"/>
                        </a:spcAft>
                      </a:pPr>
                      <a:r>
                        <a:rPr lang="zh-CN" sz="1400" b="1"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rPr>
                        <a:t>阶段</a:t>
                      </a:r>
                    </a:p>
                  </a:txBody>
                  <a:tcPr marL="44816" marR="448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70EA"/>
                    </a:solidFill>
                  </a:tcPr>
                </a:tc>
                <a:tc>
                  <a:txBody>
                    <a:bodyPr/>
                    <a:lstStyle/>
                    <a:p>
                      <a:pPr algn="ctr">
                        <a:spcAft>
                          <a:spcPts val="0"/>
                        </a:spcAft>
                      </a:pPr>
                      <a:r>
                        <a:rPr lang="zh-CN" altLang="en-US" sz="1400" b="1"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rPr>
                        <a:t>内部顾问</a:t>
                      </a:r>
                      <a:endParaRPr lang="zh-CN" sz="1400" b="1"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44816" marR="448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70EA"/>
                    </a:solidFill>
                  </a:tcPr>
                </a:tc>
                <a:tc>
                  <a:txBody>
                    <a:bodyPr/>
                    <a:lstStyle/>
                    <a:p>
                      <a:pPr algn="ctr">
                        <a:spcAft>
                          <a:spcPts val="0"/>
                        </a:spcAft>
                      </a:pPr>
                      <a:r>
                        <a:rPr lang="zh-CN" altLang="en-US" sz="1400" b="1"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rPr>
                        <a:t>项目组关键用户</a:t>
                      </a:r>
                      <a:endParaRPr lang="zh-CN" sz="1400" b="1"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44816" marR="448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70EA"/>
                    </a:solidFill>
                  </a:tcPr>
                </a:tc>
                <a:tc>
                  <a:txBody>
                    <a:bodyPr/>
                    <a:lstStyle/>
                    <a:p>
                      <a:pPr algn="ctr">
                        <a:spcAft>
                          <a:spcPts val="0"/>
                        </a:spcAft>
                      </a:pPr>
                      <a:r>
                        <a:rPr lang="zh-CN" altLang="en-US" sz="1400" b="1"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rPr>
                        <a:t>实施单位关键用户</a:t>
                      </a:r>
                      <a:endParaRPr lang="zh-CN" sz="1400" b="1"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44816" marR="448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70EA"/>
                    </a:solidFill>
                  </a:tcPr>
                </a:tc>
                <a:extLst>
                  <a:ext uri="{0D108BD9-81ED-4DB2-BD59-A6C34878D82A}">
                    <a16:rowId xmlns:a16="http://schemas.microsoft.com/office/drawing/2014/main" val="2991696493"/>
                  </a:ext>
                </a:extLst>
              </a:tr>
              <a:tr h="688068">
                <a:tc>
                  <a:txBody>
                    <a:bodyPr/>
                    <a:lstStyle/>
                    <a:p>
                      <a:pPr algn="ctr">
                        <a:spcAft>
                          <a:spcPts val="0"/>
                        </a:spcAft>
                      </a:pPr>
                      <a:r>
                        <a:rPr lang="zh-CN" altLang="en-US" sz="1400" b="1" dirty="0">
                          <a:effectLst/>
                          <a:latin typeface="微软雅黑 Light" panose="020B0502040204020203" pitchFamily="34" charset="-122"/>
                          <a:ea typeface="微软雅黑" panose="020B0503020204020204" pitchFamily="34" charset="-122"/>
                          <a:sym typeface="微软雅黑 Light" panose="020B0502040204020203" pitchFamily="34" charset="-122"/>
                        </a:rPr>
                        <a:t>计划</a:t>
                      </a:r>
                      <a:endParaRPr lang="zh-CN" sz="1400" b="1" dirty="0">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a:spcAft>
                          <a:spcPts val="0"/>
                        </a:spcAft>
                      </a:pPr>
                      <a:endParaRPr lang="en-US" altLang="zh-CN"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p>
                      <a:pPr algn="l">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了解详细工作计划，学习项目章程，参与项目启动会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l">
                        <a:spcAft>
                          <a:spcPts val="0"/>
                        </a:spcAft>
                      </a:pP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a:t>
                      </a:r>
                      <a:endPar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1420664"/>
                  </a:ext>
                </a:extLst>
              </a:tr>
              <a:tr h="881776">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分析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参与原型系统培训，组织业务调研会议，协助调研文档编制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参与原型系统培训，接受业务调研，协助调研文档编制，确认业务调研结果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接受业务调研，并组织协调本单位相关人员接受调研</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4807106"/>
                  </a:ext>
                </a:extLst>
              </a:tr>
              <a:tr h="587851">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设计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参与系统整体方案设计及业务流程设计，组织并参与汇报会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参与并确认系统整体方案设计及业务流程设计，组织并参与汇报会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0" kern="120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负责组织协调本单位必要的数据清理工作</a:t>
                      </a:r>
                      <a:endPar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7137778"/>
                  </a:ext>
                </a:extLst>
              </a:tr>
              <a:tr h="715249">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构建</a:t>
                      </a:r>
                      <a:r>
                        <a:rPr lang="en-US" altLang="zh-CN" sz="1400" b="1"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a:t>
                      </a:r>
                      <a:r>
                        <a:rPr lang="zh-CN" altLang="en-US" sz="1400" b="1"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测试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参与系统功能设计、开发及测试；参与关键用户培训，并通过考核；配合静态数据清理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参与并确认系统功能设计及测试结果；参与关键用户培训，并通过考核；组织静态数据清理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6494582"/>
                  </a:ext>
                </a:extLst>
              </a:tr>
              <a:tr h="1028564">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上线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负责系统操作手册编写；</a:t>
                      </a:r>
                      <a:endParaRPr lang="en-US" altLang="zh-CN"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作为讲师向各单位用户提供培训和考核；</a:t>
                      </a:r>
                      <a:endParaRPr lang="en-US" altLang="zh-CN"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组织协调数据收集工作；</a:t>
                      </a:r>
                      <a:endParaRPr lang="en-US" altLang="zh-CN"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配合系统配置及数据切换上线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algn="l" defTabSz="914400" rtl="0" eaLnBrk="1" latinLnBrk="0" hangingPunct="1">
                        <a:spcAft>
                          <a:spcPts val="0"/>
                        </a:spcAft>
                      </a:pPr>
                      <a:endParaRPr lang="zh-CN" altLang="en-US" sz="1400" b="0" kern="1200" dirty="0">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接受系统培训，并辅助讲师完成最终用户培训，负责组织协调本单位数据收集及确认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1275392"/>
                  </a:ext>
                </a:extLst>
              </a:tr>
              <a:tr h="587851">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运行维护</a:t>
                      </a:r>
                      <a:endParaRPr lang="zh-SG" altLang="en-US" sz="1400" b="1"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anchor="ctr">
                    <a:lnT w="12700" cap="flat" cmpd="sng" algn="ctr">
                      <a:solidFill>
                        <a:srgbClr val="000000"/>
                      </a:solidFill>
                      <a:prstDash val="solid"/>
                      <a:round/>
                      <a:headEnd type="none" w="med" len="med"/>
                      <a:tailEnd type="none" w="med" len="med"/>
                    </a:lnT>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组建运维团队，主导系统运行维护</a:t>
                      </a: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回原单位，</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或者从事</a:t>
                      </a:r>
                      <a:r>
                        <a:rPr lang="en-US" altLang="zh-CN" sz="1400" dirty="0">
                          <a:latin typeface="微软雅黑 Light" panose="020B0502040204020203" pitchFamily="34" charset="-122"/>
                          <a:ea typeface="微软雅黑" panose="020B0503020204020204" pitchFamily="3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相关工作</a:t>
                      </a:r>
                      <a:endPar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pitchFamily="34" charset="-122"/>
                          <a:cs typeface="+mn-cs"/>
                          <a:sym typeface="微软雅黑 Light" panose="020B0502040204020203" pitchFamily="34" charset="-122"/>
                        </a:rPr>
                        <a:t>参与本单位一线运行维护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2523110"/>
                  </a:ext>
                </a:extLst>
              </a:tr>
            </a:tbl>
          </a:graphicData>
        </a:graphic>
      </p:graphicFrame>
    </p:spTree>
    <p:extLst>
      <p:ext uri="{BB962C8B-B14F-4D97-AF65-F5344CB8AC3E}">
        <p14:creationId xmlns:p14="http://schemas.microsoft.com/office/powerpoint/2010/main" val="1055031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项目实施方法论</a:t>
            </a:r>
          </a:p>
        </p:txBody>
      </p:sp>
      <p:grpSp>
        <p:nvGrpSpPr>
          <p:cNvPr id="2" name="组合 1">
            <a:extLst>
              <a:ext uri="{FF2B5EF4-FFF2-40B4-BE49-F238E27FC236}">
                <a16:creationId xmlns:a16="http://schemas.microsoft.com/office/drawing/2014/main" id="{36320F2C-8D19-9550-EBF9-9C6383D168B8}"/>
              </a:ext>
            </a:extLst>
          </p:cNvPr>
          <p:cNvGrpSpPr/>
          <p:nvPr/>
        </p:nvGrpSpPr>
        <p:grpSpPr>
          <a:xfrm>
            <a:off x="493344" y="815975"/>
            <a:ext cx="11207042" cy="5353630"/>
            <a:chOff x="799241" y="1392071"/>
            <a:chExt cx="10805895" cy="4644184"/>
          </a:xfrm>
        </p:grpSpPr>
        <p:sp>
          <p:nvSpPr>
            <p:cNvPr id="5" name="矩形 4">
              <a:extLst>
                <a:ext uri="{FF2B5EF4-FFF2-40B4-BE49-F238E27FC236}">
                  <a16:creationId xmlns:a16="http://schemas.microsoft.com/office/drawing/2014/main" id="{FFC1A8AA-5784-38B4-BC02-3593F4F963B5}"/>
                </a:ext>
              </a:extLst>
            </p:cNvPr>
            <p:cNvSpPr/>
            <p:nvPr/>
          </p:nvSpPr>
          <p:spPr>
            <a:xfrm>
              <a:off x="2355408" y="5058273"/>
              <a:ext cx="7675640" cy="970937"/>
            </a:xfrm>
            <a:prstGeom prst="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 name="矩形 5">
              <a:extLst>
                <a:ext uri="{FF2B5EF4-FFF2-40B4-BE49-F238E27FC236}">
                  <a16:creationId xmlns:a16="http://schemas.microsoft.com/office/drawing/2014/main" id="{97666C51-0522-7D9C-E83C-D7E97A312CF6}"/>
                </a:ext>
              </a:extLst>
            </p:cNvPr>
            <p:cNvSpPr/>
            <p:nvPr/>
          </p:nvSpPr>
          <p:spPr>
            <a:xfrm>
              <a:off x="2355408" y="3973279"/>
              <a:ext cx="7675640" cy="997205"/>
            </a:xfrm>
            <a:prstGeom prst="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 name="矩形 6">
              <a:extLst>
                <a:ext uri="{FF2B5EF4-FFF2-40B4-BE49-F238E27FC236}">
                  <a16:creationId xmlns:a16="http://schemas.microsoft.com/office/drawing/2014/main" id="{89E512DF-F6F7-7B82-7293-11EB35507793}"/>
                </a:ext>
              </a:extLst>
            </p:cNvPr>
            <p:cNvSpPr/>
            <p:nvPr/>
          </p:nvSpPr>
          <p:spPr>
            <a:xfrm>
              <a:off x="2355408" y="2619956"/>
              <a:ext cx="7675640" cy="1270504"/>
            </a:xfrm>
            <a:prstGeom prst="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 name="文本框 7">
              <a:extLst>
                <a:ext uri="{FF2B5EF4-FFF2-40B4-BE49-F238E27FC236}">
                  <a16:creationId xmlns:a16="http://schemas.microsoft.com/office/drawing/2014/main" id="{A1514035-89AC-8611-59C9-F5E6FC504B66}"/>
                </a:ext>
              </a:extLst>
            </p:cNvPr>
            <p:cNvSpPr txBox="1"/>
            <p:nvPr/>
          </p:nvSpPr>
          <p:spPr>
            <a:xfrm>
              <a:off x="8715227" y="2735415"/>
              <a:ext cx="1296000" cy="1054138"/>
            </a:xfrm>
            <a:prstGeom prst="rect">
              <a:avLst/>
            </a:prstGeom>
            <a:noFill/>
          </p:spPr>
          <p:txBody>
            <a:bodyPr wrap="square" lIns="36000" tIns="36000" rIns="36000" bIns="36000" rtlCol="0">
              <a:noAutofit/>
            </a:bodyPr>
            <a:lstStyle/>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上线切换策略</a:t>
              </a:r>
            </a:p>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上线事项检查</a:t>
              </a:r>
            </a:p>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上线问题管理</a:t>
              </a:r>
            </a:p>
            <a:p>
              <a:pPr marL="90805" lvl="0" indent="-90805">
                <a:lnSpc>
                  <a:spcPct val="150000"/>
                </a:lnSpc>
                <a:buFont typeface="Arial" panose="020B0604020202020204" pitchFamily="34" charset="0"/>
                <a:buChar char="•"/>
              </a:pPr>
              <a:r>
                <a:rPr lang="zh-CN"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上线运行报告</a:t>
              </a:r>
            </a:p>
          </p:txBody>
        </p:sp>
        <p:sp>
          <p:nvSpPr>
            <p:cNvPr id="9" name="文本框 8">
              <a:extLst>
                <a:ext uri="{FF2B5EF4-FFF2-40B4-BE49-F238E27FC236}">
                  <a16:creationId xmlns:a16="http://schemas.microsoft.com/office/drawing/2014/main" id="{8241A794-2A1C-E352-4B88-7EF8D7D5D2B5}"/>
                </a:ext>
              </a:extLst>
            </p:cNvPr>
            <p:cNvSpPr txBox="1"/>
            <p:nvPr/>
          </p:nvSpPr>
          <p:spPr>
            <a:xfrm>
              <a:off x="4070942" y="2765289"/>
              <a:ext cx="1296000" cy="1054138"/>
            </a:xfrm>
            <a:prstGeom prst="rect">
              <a:avLst/>
            </a:prstGeom>
            <a:noFill/>
          </p:spPr>
          <p:txBody>
            <a:bodyPr wrap="square" lIns="36000" tIns="36000" rIns="36000" bIns="36000" rtlCol="0">
              <a:noAutofit/>
            </a:bodyPr>
            <a:lstStyle/>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升级方案蓝图</a:t>
              </a:r>
            </a:p>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方案汇报会</a:t>
              </a:r>
            </a:p>
          </p:txBody>
        </p:sp>
        <p:graphicFrame>
          <p:nvGraphicFramePr>
            <p:cNvPr id="10" name="图示 9">
              <a:extLst>
                <a:ext uri="{FF2B5EF4-FFF2-40B4-BE49-F238E27FC236}">
                  <a16:creationId xmlns:a16="http://schemas.microsoft.com/office/drawing/2014/main" id="{C28ECE36-18D1-6F1C-E0F7-7C860D2A743A}"/>
                </a:ext>
              </a:extLst>
            </p:cNvPr>
            <p:cNvGraphicFramePr/>
            <p:nvPr>
              <p:extLst>
                <p:ext uri="{D42A27DB-BD31-4B8C-83A1-F6EECF244321}">
                  <p14:modId xmlns:p14="http://schemas.microsoft.com/office/powerpoint/2010/main" val="2738411866"/>
                </p:ext>
              </p:extLst>
            </p:nvPr>
          </p:nvGraphicFramePr>
          <p:xfrm>
            <a:off x="802849" y="2619955"/>
            <a:ext cx="1420896" cy="34162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AutoShape 20">
              <a:extLst>
                <a:ext uri="{FF2B5EF4-FFF2-40B4-BE49-F238E27FC236}">
                  <a16:creationId xmlns:a16="http://schemas.microsoft.com/office/drawing/2014/main" id="{8B9EC3A8-3048-CD22-ACFA-97F7549BD805}"/>
                </a:ext>
              </a:extLst>
            </p:cNvPr>
            <p:cNvSpPr>
              <a:spLocks noChangeArrowheads="1"/>
            </p:cNvSpPr>
            <p:nvPr/>
          </p:nvSpPr>
          <p:spPr bwMode="auto">
            <a:xfrm>
              <a:off x="820217" y="2183574"/>
              <a:ext cx="1368000" cy="340045"/>
            </a:xfrm>
            <a:prstGeom prst="chevron">
              <a:avLst>
                <a:gd name="adj" fmla="val 28052"/>
              </a:avLst>
            </a:prstGeom>
            <a:solidFill>
              <a:schemeClr val="bg1">
                <a:lumMod val="75000"/>
              </a:schemeClr>
            </a:solidFill>
            <a:ln w="6350">
              <a:noFill/>
              <a:miter lim="800000"/>
            </a:ln>
            <a:effectLst>
              <a:outerShdw dist="35921" dir="2700000" algn="ctr" rotWithShape="0">
                <a:schemeClr val="accent5"/>
              </a:outerShdw>
            </a:effectLst>
          </p:spPr>
          <p:txBody>
            <a:bodyPr wrap="square" lIns="0" tIns="143996" rIns="0" bIns="143996" anchor="ctr" anchorCtr="1">
              <a:noAutofit/>
            </a:bodyPr>
            <a:lstStyle/>
            <a:p>
              <a:pPr defTabSz="609600"/>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启动</a:t>
              </a:r>
            </a:p>
          </p:txBody>
        </p:sp>
        <p:sp>
          <p:nvSpPr>
            <p:cNvPr id="12" name="AutoShape 12">
              <a:extLst>
                <a:ext uri="{FF2B5EF4-FFF2-40B4-BE49-F238E27FC236}">
                  <a16:creationId xmlns:a16="http://schemas.microsoft.com/office/drawing/2014/main" id="{F6C1203F-FB1D-8856-B5B9-5308A84361BA}"/>
                </a:ext>
              </a:extLst>
            </p:cNvPr>
            <p:cNvSpPr>
              <a:spLocks noChangeArrowheads="1"/>
            </p:cNvSpPr>
            <p:nvPr/>
          </p:nvSpPr>
          <p:spPr bwMode="auto">
            <a:xfrm>
              <a:off x="2403221" y="2183574"/>
              <a:ext cx="1455249" cy="340045"/>
            </a:xfrm>
            <a:prstGeom prst="chevron">
              <a:avLst>
                <a:gd name="adj" fmla="val 25564"/>
              </a:avLst>
            </a:prstGeom>
            <a:solidFill>
              <a:schemeClr val="bg1">
                <a:lumMod val="75000"/>
              </a:schemeClr>
            </a:solidFill>
            <a:ln w="6350">
              <a:noFill/>
              <a:miter lim="800000"/>
            </a:ln>
            <a:effectLst>
              <a:outerShdw dist="35921" dir="2700000" algn="ctr" rotWithShape="0">
                <a:schemeClr val="accent5"/>
              </a:outerShdw>
            </a:effectLst>
          </p:spPr>
          <p:txBody>
            <a:bodyPr wrap="square" lIns="0" tIns="143996" rIns="0" bIns="143996" anchor="ctr" anchorCtr="1">
              <a:noAutofit/>
            </a:bodyPr>
            <a:lstStyle/>
            <a:p>
              <a:pPr defTabSz="609600"/>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需求</a:t>
              </a:r>
            </a:p>
          </p:txBody>
        </p:sp>
        <p:sp>
          <p:nvSpPr>
            <p:cNvPr id="13" name="AutoShape 16">
              <a:extLst>
                <a:ext uri="{FF2B5EF4-FFF2-40B4-BE49-F238E27FC236}">
                  <a16:creationId xmlns:a16="http://schemas.microsoft.com/office/drawing/2014/main" id="{96921314-C2EB-F56A-EFBC-582E4886B37C}"/>
                </a:ext>
              </a:extLst>
            </p:cNvPr>
            <p:cNvSpPr>
              <a:spLocks noChangeArrowheads="1"/>
            </p:cNvSpPr>
            <p:nvPr/>
          </p:nvSpPr>
          <p:spPr bwMode="auto">
            <a:xfrm>
              <a:off x="4042209" y="2183574"/>
              <a:ext cx="1368000" cy="340045"/>
            </a:xfrm>
            <a:prstGeom prst="chevron">
              <a:avLst>
                <a:gd name="adj" fmla="val 25552"/>
              </a:avLst>
            </a:prstGeom>
            <a:solidFill>
              <a:schemeClr val="bg1">
                <a:lumMod val="75000"/>
              </a:schemeClr>
            </a:solidFill>
            <a:ln w="6350">
              <a:noFill/>
              <a:miter lim="800000"/>
            </a:ln>
            <a:effectLst>
              <a:outerShdw dist="35921" dir="2700000" algn="ctr" rotWithShape="0">
                <a:schemeClr val="accent5"/>
              </a:outerShdw>
            </a:effectLst>
          </p:spPr>
          <p:txBody>
            <a:bodyPr wrap="square" lIns="0" tIns="143996" rIns="0" bIns="143996" anchor="ctr" anchorCtr="1">
              <a:noAutofit/>
            </a:bodyPr>
            <a:lstStyle/>
            <a:p>
              <a:pPr defTabSz="609600"/>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方案</a:t>
              </a:r>
            </a:p>
          </p:txBody>
        </p:sp>
        <p:sp>
          <p:nvSpPr>
            <p:cNvPr id="14" name="AutoShape 20">
              <a:extLst>
                <a:ext uri="{FF2B5EF4-FFF2-40B4-BE49-F238E27FC236}">
                  <a16:creationId xmlns:a16="http://schemas.microsoft.com/office/drawing/2014/main" id="{C6BA9E74-7DD2-8032-51F0-DA676CC026F1}"/>
                </a:ext>
              </a:extLst>
            </p:cNvPr>
            <p:cNvSpPr>
              <a:spLocks noChangeArrowheads="1"/>
            </p:cNvSpPr>
            <p:nvPr/>
          </p:nvSpPr>
          <p:spPr bwMode="auto">
            <a:xfrm>
              <a:off x="5545820" y="2183574"/>
              <a:ext cx="1368000" cy="340045"/>
            </a:xfrm>
            <a:prstGeom prst="chevron">
              <a:avLst>
                <a:gd name="adj" fmla="val 25564"/>
              </a:avLst>
            </a:prstGeom>
            <a:solidFill>
              <a:schemeClr val="bg1">
                <a:lumMod val="75000"/>
              </a:schemeClr>
            </a:solidFill>
            <a:ln w="6350">
              <a:noFill/>
              <a:miter lim="800000"/>
            </a:ln>
            <a:effectLst>
              <a:outerShdw dist="35921" dir="2700000" algn="ctr" rotWithShape="0">
                <a:schemeClr val="accent5"/>
              </a:outerShdw>
            </a:effectLst>
          </p:spPr>
          <p:txBody>
            <a:bodyPr wrap="square" lIns="0" tIns="143996" rIns="0" bIns="143996" anchor="ctr" anchorCtr="1">
              <a:noAutofit/>
            </a:bodyPr>
            <a:lstStyle/>
            <a:p>
              <a:pPr defTabSz="609600"/>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构建</a:t>
              </a:r>
            </a:p>
          </p:txBody>
        </p:sp>
        <p:sp>
          <p:nvSpPr>
            <p:cNvPr id="15" name="AutoShape 59">
              <a:extLst>
                <a:ext uri="{FF2B5EF4-FFF2-40B4-BE49-F238E27FC236}">
                  <a16:creationId xmlns:a16="http://schemas.microsoft.com/office/drawing/2014/main" id="{DFA4F141-B4B3-DAFD-F4C6-720FCC2A41B5}"/>
                </a:ext>
              </a:extLst>
            </p:cNvPr>
            <p:cNvSpPr>
              <a:spLocks noChangeArrowheads="1"/>
            </p:cNvSpPr>
            <p:nvPr>
              <p:custDataLst>
                <p:tags r:id="rId1"/>
              </p:custDataLst>
            </p:nvPr>
          </p:nvSpPr>
          <p:spPr bwMode="auto">
            <a:xfrm>
              <a:off x="1896614" y="5283423"/>
              <a:ext cx="219551" cy="120007"/>
            </a:xfrm>
            <a:prstGeom prst="diamond">
              <a:avLst/>
            </a:prstGeom>
            <a:solidFill>
              <a:srgbClr val="FFC000"/>
            </a:solidFill>
            <a:ln w="9525">
              <a:solidFill>
                <a:schemeClr val="tx1"/>
              </a:solidFill>
              <a:miter lim="800000"/>
            </a:ln>
          </p:spPr>
          <p:txBody>
            <a:bodyPr wrap="none" lIns="121917" tIns="60959" rIns="121917" bIns="60959" anchor="ctr">
              <a:noAutofit/>
            </a:bodyPr>
            <a:lstStyle/>
            <a:p>
              <a:pPr algn="ctr" defTabSz="609600" eaLnBrk="0" hangingPunct="0">
                <a:tabLst>
                  <a:tab pos="8618220" algn="r"/>
                </a:tabLst>
              </a:pPr>
              <a:endParaRPr lang="en-GB" altLang="en-US">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6" name="AutoShape 12">
              <a:extLst>
                <a:ext uri="{FF2B5EF4-FFF2-40B4-BE49-F238E27FC236}">
                  <a16:creationId xmlns:a16="http://schemas.microsoft.com/office/drawing/2014/main" id="{2EDE0462-F4CF-51BF-F6D9-A91F12F980A2}"/>
                </a:ext>
              </a:extLst>
            </p:cNvPr>
            <p:cNvSpPr>
              <a:spLocks noChangeArrowheads="1"/>
            </p:cNvSpPr>
            <p:nvPr/>
          </p:nvSpPr>
          <p:spPr bwMode="auto">
            <a:xfrm>
              <a:off x="7109591" y="2183574"/>
              <a:ext cx="1368000" cy="340045"/>
            </a:xfrm>
            <a:prstGeom prst="chevron">
              <a:avLst>
                <a:gd name="adj" fmla="val 25564"/>
              </a:avLst>
            </a:prstGeom>
            <a:solidFill>
              <a:schemeClr val="bg1">
                <a:lumMod val="75000"/>
              </a:schemeClr>
            </a:solidFill>
            <a:ln w="6350">
              <a:noFill/>
              <a:miter lim="800000"/>
            </a:ln>
            <a:effectLst>
              <a:outerShdw dist="35921" dir="2700000" algn="ctr" rotWithShape="0">
                <a:schemeClr val="accent5"/>
              </a:outerShdw>
            </a:effectLst>
          </p:spPr>
          <p:txBody>
            <a:bodyPr wrap="square" lIns="0" tIns="143996" rIns="0" bIns="143996" anchor="ctr" anchorCtr="1">
              <a:noAutofit/>
            </a:bodyPr>
            <a:lstStyle/>
            <a:p>
              <a:pPr defTabSz="609600"/>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测试</a:t>
              </a:r>
            </a:p>
          </p:txBody>
        </p:sp>
        <p:sp>
          <p:nvSpPr>
            <p:cNvPr id="17" name="AutoShape 16">
              <a:extLst>
                <a:ext uri="{FF2B5EF4-FFF2-40B4-BE49-F238E27FC236}">
                  <a16:creationId xmlns:a16="http://schemas.microsoft.com/office/drawing/2014/main" id="{A7101392-1722-E952-B90C-68DBD9DC381E}"/>
                </a:ext>
              </a:extLst>
            </p:cNvPr>
            <p:cNvSpPr>
              <a:spLocks noChangeArrowheads="1"/>
            </p:cNvSpPr>
            <p:nvPr/>
          </p:nvSpPr>
          <p:spPr bwMode="auto">
            <a:xfrm>
              <a:off x="8673362" y="2183574"/>
              <a:ext cx="1368000" cy="340045"/>
            </a:xfrm>
            <a:prstGeom prst="chevron">
              <a:avLst>
                <a:gd name="adj" fmla="val 25552"/>
              </a:avLst>
            </a:prstGeom>
            <a:solidFill>
              <a:schemeClr val="bg1">
                <a:lumMod val="75000"/>
              </a:schemeClr>
            </a:solidFill>
            <a:ln w="6350">
              <a:noFill/>
              <a:miter lim="800000"/>
            </a:ln>
            <a:effectLst>
              <a:outerShdw dist="35921" dir="2700000" algn="ctr" rotWithShape="0">
                <a:schemeClr val="accent5"/>
              </a:outerShdw>
            </a:effectLst>
          </p:spPr>
          <p:txBody>
            <a:bodyPr wrap="square" lIns="0" tIns="143996" rIns="0" bIns="143996" anchor="ctr" anchorCtr="1">
              <a:noAutofit/>
            </a:bodyPr>
            <a:lstStyle/>
            <a:p>
              <a:pPr defTabSz="609600"/>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上线</a:t>
              </a:r>
            </a:p>
          </p:txBody>
        </p:sp>
        <p:sp>
          <p:nvSpPr>
            <p:cNvPr id="18" name="AutoShape 20">
              <a:extLst>
                <a:ext uri="{FF2B5EF4-FFF2-40B4-BE49-F238E27FC236}">
                  <a16:creationId xmlns:a16="http://schemas.microsoft.com/office/drawing/2014/main" id="{E28624F8-63F1-E8CB-E114-188466762267}"/>
                </a:ext>
              </a:extLst>
            </p:cNvPr>
            <p:cNvSpPr>
              <a:spLocks noChangeArrowheads="1"/>
            </p:cNvSpPr>
            <p:nvPr/>
          </p:nvSpPr>
          <p:spPr bwMode="auto">
            <a:xfrm>
              <a:off x="10237136" y="2183574"/>
              <a:ext cx="1368000" cy="340045"/>
            </a:xfrm>
            <a:prstGeom prst="chevron">
              <a:avLst>
                <a:gd name="adj" fmla="val 25564"/>
              </a:avLst>
            </a:prstGeom>
            <a:solidFill>
              <a:schemeClr val="bg1">
                <a:lumMod val="75000"/>
              </a:schemeClr>
            </a:solidFill>
            <a:ln w="6350">
              <a:noFill/>
              <a:miter lim="800000"/>
            </a:ln>
            <a:effectLst>
              <a:outerShdw dist="35921" dir="2700000" algn="ctr" rotWithShape="0">
                <a:schemeClr val="accent5"/>
              </a:outerShdw>
            </a:effectLst>
          </p:spPr>
          <p:txBody>
            <a:bodyPr wrap="square" lIns="0" tIns="143996" rIns="0" bIns="143996" anchor="ctr" anchorCtr="1">
              <a:noAutofit/>
            </a:bodyPr>
            <a:lstStyle/>
            <a:p>
              <a:pPr defTabSz="609600"/>
              <a:r>
                <a:rPr lang="zh-CN" altLang="en-US" sz="1600" b="1" dirty="0">
                  <a:latin typeface="微软雅黑 Light" panose="020B0502040204020203" pitchFamily="34" charset="-122"/>
                  <a:ea typeface="微软雅黑" panose="020B0503020204020204" pitchFamily="34" charset="-122"/>
                  <a:sym typeface="微软雅黑 Light" panose="020B0502040204020203" pitchFamily="34" charset="-122"/>
                </a:rPr>
                <a:t>验收</a:t>
              </a:r>
            </a:p>
          </p:txBody>
        </p:sp>
        <p:graphicFrame>
          <p:nvGraphicFramePr>
            <p:cNvPr id="19" name="图示 18">
              <a:extLst>
                <a:ext uri="{FF2B5EF4-FFF2-40B4-BE49-F238E27FC236}">
                  <a16:creationId xmlns:a16="http://schemas.microsoft.com/office/drawing/2014/main" id="{B5B19D8B-BC30-9439-EC34-9E88BD80E531}"/>
                </a:ext>
              </a:extLst>
            </p:cNvPr>
            <p:cNvGraphicFramePr/>
            <p:nvPr>
              <p:extLst>
                <p:ext uri="{D42A27DB-BD31-4B8C-83A1-F6EECF244321}">
                  <p14:modId xmlns:p14="http://schemas.microsoft.com/office/powerpoint/2010/main" val="3334969309"/>
                </p:ext>
              </p:extLst>
            </p:nvPr>
          </p:nvGraphicFramePr>
          <p:xfrm>
            <a:off x="10160415" y="2619955"/>
            <a:ext cx="1416342" cy="340925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20" name="AutoShape 59">
              <a:extLst>
                <a:ext uri="{FF2B5EF4-FFF2-40B4-BE49-F238E27FC236}">
                  <a16:creationId xmlns:a16="http://schemas.microsoft.com/office/drawing/2014/main" id="{B33CBED3-5532-FC32-105F-CB844DFB0541}"/>
                </a:ext>
              </a:extLst>
            </p:cNvPr>
            <p:cNvSpPr>
              <a:spLocks noChangeArrowheads="1"/>
            </p:cNvSpPr>
            <p:nvPr>
              <p:custDataLst>
                <p:tags r:id="rId2"/>
              </p:custDataLst>
            </p:nvPr>
          </p:nvSpPr>
          <p:spPr bwMode="auto">
            <a:xfrm>
              <a:off x="4998018" y="3164103"/>
              <a:ext cx="193522" cy="120007"/>
            </a:xfrm>
            <a:prstGeom prst="diamond">
              <a:avLst/>
            </a:prstGeom>
            <a:solidFill>
              <a:srgbClr val="FFC000"/>
            </a:solidFill>
            <a:ln w="9525">
              <a:solidFill>
                <a:schemeClr val="tx1"/>
              </a:solidFill>
              <a:miter lim="800000"/>
            </a:ln>
          </p:spPr>
          <p:txBody>
            <a:bodyPr wrap="none" lIns="121917" tIns="60959" rIns="121917" bIns="60959" anchor="ctr">
              <a:noAutofit/>
            </a:bodyPr>
            <a:lstStyle/>
            <a:p>
              <a:pPr algn="ctr" defTabSz="609600" eaLnBrk="0" hangingPunct="0">
                <a:tabLst>
                  <a:tab pos="8618220" algn="r"/>
                </a:tabLst>
              </a:pPr>
              <a:endParaRPr lang="en-GB" altLang="en-US" sz="100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1" name="AutoShape 59">
              <a:extLst>
                <a:ext uri="{FF2B5EF4-FFF2-40B4-BE49-F238E27FC236}">
                  <a16:creationId xmlns:a16="http://schemas.microsoft.com/office/drawing/2014/main" id="{EB9E652A-0C9A-8777-EF67-C59F62B854FA}"/>
                </a:ext>
              </a:extLst>
            </p:cNvPr>
            <p:cNvSpPr>
              <a:spLocks noChangeArrowheads="1"/>
            </p:cNvSpPr>
            <p:nvPr>
              <p:custDataLst>
                <p:tags r:id="rId3"/>
              </p:custDataLst>
            </p:nvPr>
          </p:nvSpPr>
          <p:spPr bwMode="auto">
            <a:xfrm>
              <a:off x="11327078" y="3451776"/>
              <a:ext cx="193522" cy="120007"/>
            </a:xfrm>
            <a:prstGeom prst="diamond">
              <a:avLst/>
            </a:prstGeom>
            <a:solidFill>
              <a:srgbClr val="FFC000"/>
            </a:solidFill>
            <a:ln w="9525">
              <a:solidFill>
                <a:schemeClr val="tx1"/>
              </a:solidFill>
              <a:miter lim="800000"/>
            </a:ln>
          </p:spPr>
          <p:txBody>
            <a:bodyPr wrap="none" lIns="121917" tIns="60959" rIns="121917" bIns="60959" anchor="ctr">
              <a:noAutofit/>
            </a:bodyPr>
            <a:lstStyle/>
            <a:p>
              <a:pPr algn="ctr" defTabSz="609600" eaLnBrk="0" hangingPunct="0">
                <a:tabLst>
                  <a:tab pos="8618220" algn="r"/>
                </a:tabLst>
              </a:pPr>
              <a:endParaRPr lang="en-GB" altLang="en-US">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2" name="AutoShape 59">
              <a:extLst>
                <a:ext uri="{FF2B5EF4-FFF2-40B4-BE49-F238E27FC236}">
                  <a16:creationId xmlns:a16="http://schemas.microsoft.com/office/drawing/2014/main" id="{30E7DE5F-2482-E045-9633-5C5986418114}"/>
                </a:ext>
              </a:extLst>
            </p:cNvPr>
            <p:cNvSpPr>
              <a:spLocks noChangeArrowheads="1"/>
            </p:cNvSpPr>
            <p:nvPr>
              <p:custDataLst>
                <p:tags r:id="rId4"/>
              </p:custDataLst>
            </p:nvPr>
          </p:nvSpPr>
          <p:spPr bwMode="auto">
            <a:xfrm>
              <a:off x="3813930" y="4224706"/>
              <a:ext cx="180000" cy="102013"/>
            </a:xfrm>
            <a:prstGeom prst="diamond">
              <a:avLst/>
            </a:prstGeom>
            <a:solidFill>
              <a:srgbClr val="FFC000"/>
            </a:solidFill>
            <a:ln w="9525">
              <a:solidFill>
                <a:schemeClr val="tx1"/>
              </a:solidFill>
              <a:miter lim="800000"/>
            </a:ln>
          </p:spPr>
          <p:txBody>
            <a:bodyPr wrap="none" lIns="121917" tIns="60959" rIns="121917" bIns="60959" anchor="ctr">
              <a:noAutofit/>
            </a:bodyPr>
            <a:lstStyle/>
            <a:p>
              <a:pPr algn="ctr" defTabSz="609600" eaLnBrk="0" hangingPunct="0">
                <a:tabLst>
                  <a:tab pos="8618220" algn="r"/>
                </a:tabLst>
              </a:pPr>
              <a:endParaRPr lang="en-GB" altLang="en-US" sz="100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3" name="矩形 22">
              <a:extLst>
                <a:ext uri="{FF2B5EF4-FFF2-40B4-BE49-F238E27FC236}">
                  <a16:creationId xmlns:a16="http://schemas.microsoft.com/office/drawing/2014/main" id="{8492F9B3-9470-3D62-8FED-73C3B3A60B06}"/>
                </a:ext>
              </a:extLst>
            </p:cNvPr>
            <p:cNvSpPr/>
            <p:nvPr/>
          </p:nvSpPr>
          <p:spPr>
            <a:xfrm>
              <a:off x="799241" y="1392071"/>
              <a:ext cx="10773032" cy="303290"/>
            </a:xfrm>
            <a:prstGeom prst="rect">
              <a:avLst/>
            </a:prstGeom>
            <a:solidFill>
              <a:srgbClr val="76030A"/>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600" dirty="0">
                  <a:latin typeface="微软雅黑 Light" panose="020B0502040204020203" pitchFamily="34" charset="-122"/>
                  <a:ea typeface="微软雅黑" panose="020B0503020204020204" pitchFamily="34" charset="-122"/>
                  <a:sym typeface="微软雅黑 Light" panose="020B0502040204020203" pitchFamily="34" charset="-122"/>
                </a:rPr>
                <a:t>项目管理</a:t>
              </a:r>
            </a:p>
          </p:txBody>
        </p:sp>
        <p:sp>
          <p:nvSpPr>
            <p:cNvPr id="24" name="文本框 23">
              <a:extLst>
                <a:ext uri="{FF2B5EF4-FFF2-40B4-BE49-F238E27FC236}">
                  <a16:creationId xmlns:a16="http://schemas.microsoft.com/office/drawing/2014/main" id="{8E0862B6-EF49-A7F1-3103-87009D682985}"/>
                </a:ext>
              </a:extLst>
            </p:cNvPr>
            <p:cNvSpPr txBox="1"/>
            <p:nvPr/>
          </p:nvSpPr>
          <p:spPr>
            <a:xfrm>
              <a:off x="5696970" y="2735415"/>
              <a:ext cx="1296000" cy="1054138"/>
            </a:xfrm>
            <a:prstGeom prst="rect">
              <a:avLst/>
            </a:prstGeom>
            <a:noFill/>
          </p:spPr>
          <p:txBody>
            <a:bodyPr wrap="square" lIns="36000" tIns="36000" rIns="36000" bIns="36000" rtlCol="0">
              <a:noAutofit/>
            </a:bodyPr>
            <a:lstStyle/>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功能差异说明</a:t>
              </a:r>
            </a:p>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系统升级测试</a:t>
              </a:r>
            </a:p>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新功能系统配置</a:t>
              </a:r>
            </a:p>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主数据收集</a:t>
              </a:r>
            </a:p>
          </p:txBody>
        </p:sp>
        <p:sp>
          <p:nvSpPr>
            <p:cNvPr id="25" name="文本框 24">
              <a:extLst>
                <a:ext uri="{FF2B5EF4-FFF2-40B4-BE49-F238E27FC236}">
                  <a16:creationId xmlns:a16="http://schemas.microsoft.com/office/drawing/2014/main" id="{0A82DFF5-0CA7-853A-1072-1E6609AF1BC2}"/>
                </a:ext>
              </a:extLst>
            </p:cNvPr>
            <p:cNvSpPr txBox="1"/>
            <p:nvPr/>
          </p:nvSpPr>
          <p:spPr>
            <a:xfrm>
              <a:off x="7104560" y="2701778"/>
              <a:ext cx="1296000" cy="1054138"/>
            </a:xfrm>
            <a:prstGeom prst="rect">
              <a:avLst/>
            </a:prstGeom>
            <a:noFill/>
          </p:spPr>
          <p:txBody>
            <a:bodyPr wrap="square" lIns="36000" tIns="36000" rIns="36000" bIns="36000" rtlCol="0">
              <a:noAutofit/>
            </a:bodyPr>
            <a:lstStyle/>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编制测试用例</a:t>
              </a:r>
            </a:p>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上线数据准备</a:t>
              </a:r>
            </a:p>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模块测试</a:t>
              </a:r>
            </a:p>
            <a:p>
              <a:pPr marL="90805" lvl="0" indent="-90805">
                <a:lnSpc>
                  <a:spcPct val="150000"/>
                </a:lnSpc>
                <a:buFont typeface="Arial" panose="020B0604020202020204" pitchFamily="34" charset="0"/>
                <a:buChar char="•"/>
              </a:pPr>
              <a:r>
                <a:rPr lang="en-US"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UAT</a:t>
              </a: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测试</a:t>
              </a:r>
              <a:endParaRPr lang="zh-CN" altLang="en-US" sz="105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6" name="AutoShape 59">
              <a:extLst>
                <a:ext uri="{FF2B5EF4-FFF2-40B4-BE49-F238E27FC236}">
                  <a16:creationId xmlns:a16="http://schemas.microsoft.com/office/drawing/2014/main" id="{3E90DC98-0304-7BB2-4613-E8AB5A81A864}"/>
                </a:ext>
              </a:extLst>
            </p:cNvPr>
            <p:cNvSpPr>
              <a:spLocks noChangeArrowheads="1"/>
            </p:cNvSpPr>
            <p:nvPr>
              <p:custDataLst>
                <p:tags r:id="rId5"/>
              </p:custDataLst>
            </p:nvPr>
          </p:nvSpPr>
          <p:spPr bwMode="auto">
            <a:xfrm>
              <a:off x="7901039" y="3642245"/>
              <a:ext cx="193522" cy="120007"/>
            </a:xfrm>
            <a:prstGeom prst="diamond">
              <a:avLst/>
            </a:prstGeom>
            <a:solidFill>
              <a:srgbClr val="FFC000"/>
            </a:solidFill>
            <a:ln w="9525">
              <a:solidFill>
                <a:schemeClr val="tx1"/>
              </a:solidFill>
              <a:miter lim="800000"/>
            </a:ln>
          </p:spPr>
          <p:txBody>
            <a:bodyPr wrap="none" lIns="121917" tIns="60959" rIns="121917" bIns="60959" anchor="ctr">
              <a:noAutofit/>
            </a:bodyPr>
            <a:lstStyle/>
            <a:p>
              <a:pPr algn="ctr" defTabSz="609600" eaLnBrk="0" hangingPunct="0">
                <a:tabLst>
                  <a:tab pos="8618220" algn="r"/>
                </a:tabLst>
              </a:pPr>
              <a:endParaRPr lang="en-GB" altLang="en-US" sz="100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7" name="文本框 26">
              <a:extLst>
                <a:ext uri="{FF2B5EF4-FFF2-40B4-BE49-F238E27FC236}">
                  <a16:creationId xmlns:a16="http://schemas.microsoft.com/office/drawing/2014/main" id="{B0F49CA2-CD52-913D-5CD1-84B7B704F5BD}"/>
                </a:ext>
              </a:extLst>
            </p:cNvPr>
            <p:cNvSpPr txBox="1"/>
            <p:nvPr/>
          </p:nvSpPr>
          <p:spPr>
            <a:xfrm>
              <a:off x="4070942" y="4067408"/>
              <a:ext cx="1515350" cy="952125"/>
            </a:xfrm>
            <a:prstGeom prst="rect">
              <a:avLst/>
            </a:prstGeom>
            <a:noFill/>
          </p:spPr>
          <p:txBody>
            <a:bodyPr wrap="square" lIns="36000" rtlCol="0">
              <a:noAutofit/>
            </a:bodyPr>
            <a:lstStyle/>
            <a:p>
              <a:pPr marL="98425" lvl="0" indent="-98425">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系统环境研讨设计</a:t>
              </a:r>
            </a:p>
            <a:p>
              <a:endPar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8" name="文本框 27">
              <a:extLst>
                <a:ext uri="{FF2B5EF4-FFF2-40B4-BE49-F238E27FC236}">
                  <a16:creationId xmlns:a16="http://schemas.microsoft.com/office/drawing/2014/main" id="{B37D6240-9DAD-BEEE-4FB1-B92920CB8F52}"/>
                </a:ext>
              </a:extLst>
            </p:cNvPr>
            <p:cNvSpPr txBox="1"/>
            <p:nvPr/>
          </p:nvSpPr>
          <p:spPr>
            <a:xfrm>
              <a:off x="5696970" y="4030253"/>
              <a:ext cx="1416343" cy="952125"/>
            </a:xfrm>
            <a:prstGeom prst="rect">
              <a:avLst/>
            </a:prstGeom>
            <a:noFill/>
          </p:spPr>
          <p:txBody>
            <a:bodyPr wrap="square" lIns="36000" rtlCol="0">
              <a:noAutofit/>
            </a:bodyPr>
            <a:lstStyle/>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系统环境搭建</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系统定制开发</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90805" indent="-90805">
                <a:lnSpc>
                  <a:spcPct val="150000"/>
                </a:lnSpc>
                <a:buFont typeface="Arial" panose="020B0604020202020204" pitchFamily="34" charset="0"/>
                <a:buChar char="•"/>
              </a:pPr>
              <a:r>
                <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rPr>
                <a:t>SIT</a:t>
              </a: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测试</a:t>
              </a:r>
            </a:p>
          </p:txBody>
        </p:sp>
        <p:sp>
          <p:nvSpPr>
            <p:cNvPr id="29" name="文本框 28">
              <a:extLst>
                <a:ext uri="{FF2B5EF4-FFF2-40B4-BE49-F238E27FC236}">
                  <a16:creationId xmlns:a16="http://schemas.microsoft.com/office/drawing/2014/main" id="{2D7E6999-2260-ADBF-1AC3-2B35823195E3}"/>
                </a:ext>
              </a:extLst>
            </p:cNvPr>
            <p:cNvSpPr txBox="1"/>
            <p:nvPr/>
          </p:nvSpPr>
          <p:spPr>
            <a:xfrm>
              <a:off x="7116663" y="4018359"/>
              <a:ext cx="1690612" cy="952125"/>
            </a:xfrm>
            <a:prstGeom prst="rect">
              <a:avLst/>
            </a:prstGeom>
            <a:noFill/>
          </p:spPr>
          <p:txBody>
            <a:bodyPr wrap="square" lIns="36000" rtlCol="0">
              <a:noAutofit/>
            </a:bodyPr>
            <a:lstStyle/>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生产环境程序的迁移</a:t>
              </a:r>
            </a:p>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生产环境克隆测试 </a:t>
              </a:r>
            </a:p>
          </p:txBody>
        </p:sp>
        <p:sp>
          <p:nvSpPr>
            <p:cNvPr id="30" name="文本框 29">
              <a:extLst>
                <a:ext uri="{FF2B5EF4-FFF2-40B4-BE49-F238E27FC236}">
                  <a16:creationId xmlns:a16="http://schemas.microsoft.com/office/drawing/2014/main" id="{32F290F6-B0CA-881F-5C5B-2F65A9CF61B0}"/>
                </a:ext>
              </a:extLst>
            </p:cNvPr>
            <p:cNvSpPr txBox="1"/>
            <p:nvPr/>
          </p:nvSpPr>
          <p:spPr>
            <a:xfrm>
              <a:off x="8710990" y="4032612"/>
              <a:ext cx="1416343" cy="952125"/>
            </a:xfrm>
            <a:prstGeom prst="rect">
              <a:avLst/>
            </a:prstGeom>
            <a:noFill/>
          </p:spPr>
          <p:txBody>
            <a:bodyPr wrap="square" lIns="36000" rtlCol="0">
              <a:noAutofit/>
            </a:bodyPr>
            <a:lstStyle/>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生产环境初始化</a:t>
              </a:r>
            </a:p>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动态数据导入</a:t>
              </a:r>
            </a:p>
            <a:p>
              <a:pPr marL="90805"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生产环境迭代</a:t>
              </a:r>
            </a:p>
          </p:txBody>
        </p:sp>
        <p:sp>
          <p:nvSpPr>
            <p:cNvPr id="31" name="文本框 30">
              <a:extLst>
                <a:ext uri="{FF2B5EF4-FFF2-40B4-BE49-F238E27FC236}">
                  <a16:creationId xmlns:a16="http://schemas.microsoft.com/office/drawing/2014/main" id="{93D644CF-A904-B90B-1055-844D4492427D}"/>
                </a:ext>
              </a:extLst>
            </p:cNvPr>
            <p:cNvSpPr txBox="1"/>
            <p:nvPr/>
          </p:nvSpPr>
          <p:spPr>
            <a:xfrm>
              <a:off x="4082909" y="5111984"/>
              <a:ext cx="1568116" cy="532369"/>
            </a:xfrm>
            <a:prstGeom prst="rect">
              <a:avLst/>
            </a:prstGeom>
            <a:noFill/>
          </p:spPr>
          <p:txBody>
            <a:bodyPr wrap="square" lIns="36000" rtlCol="0">
              <a:spAutoFit/>
            </a:bodyPr>
            <a:lstStyle/>
            <a:p>
              <a:pPr marL="98425"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培训方案设计</a:t>
              </a:r>
            </a:p>
            <a:p>
              <a:pPr marL="98425"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组织标准功能培训</a:t>
              </a:r>
            </a:p>
          </p:txBody>
        </p:sp>
        <p:sp>
          <p:nvSpPr>
            <p:cNvPr id="32" name="文本框 31">
              <a:extLst>
                <a:ext uri="{FF2B5EF4-FFF2-40B4-BE49-F238E27FC236}">
                  <a16:creationId xmlns:a16="http://schemas.microsoft.com/office/drawing/2014/main" id="{86360C1B-D5E1-4E98-AF61-84B602C1F02A}"/>
                </a:ext>
              </a:extLst>
            </p:cNvPr>
            <p:cNvSpPr txBox="1"/>
            <p:nvPr/>
          </p:nvSpPr>
          <p:spPr>
            <a:xfrm>
              <a:off x="5695317" y="5111984"/>
              <a:ext cx="1254700" cy="532369"/>
            </a:xfrm>
            <a:prstGeom prst="rect">
              <a:avLst/>
            </a:prstGeom>
            <a:noFill/>
          </p:spPr>
          <p:txBody>
            <a:bodyPr wrap="square" lIns="36000" rtlCol="0">
              <a:spAutoFit/>
            </a:bodyPr>
            <a:lstStyle/>
            <a:p>
              <a:pPr marL="98425" lvl="0"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编写培训材料</a:t>
              </a:r>
            </a:p>
            <a:p>
              <a:pPr marL="98425" lvl="0"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关键用户培训</a:t>
              </a:r>
            </a:p>
          </p:txBody>
        </p:sp>
        <p:sp>
          <p:nvSpPr>
            <p:cNvPr id="33" name="文本框 32">
              <a:extLst>
                <a:ext uri="{FF2B5EF4-FFF2-40B4-BE49-F238E27FC236}">
                  <a16:creationId xmlns:a16="http://schemas.microsoft.com/office/drawing/2014/main" id="{64345104-CEA0-6DD7-1602-56DA4629BB61}"/>
                </a:ext>
              </a:extLst>
            </p:cNvPr>
            <p:cNvSpPr txBox="1"/>
            <p:nvPr/>
          </p:nvSpPr>
          <p:spPr>
            <a:xfrm>
              <a:off x="7114348" y="5084708"/>
              <a:ext cx="1506023" cy="532369"/>
            </a:xfrm>
            <a:prstGeom prst="rect">
              <a:avLst/>
            </a:prstGeom>
            <a:noFill/>
          </p:spPr>
          <p:txBody>
            <a:bodyPr wrap="square" lIns="36000" rtlCol="0">
              <a:spAutoFit/>
            </a:bodyPr>
            <a:lstStyle/>
            <a:p>
              <a:pPr marL="98425"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编写用户操作手册</a:t>
              </a:r>
            </a:p>
            <a:p>
              <a:pPr marL="98425"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组织最终用户培训</a:t>
              </a:r>
            </a:p>
          </p:txBody>
        </p:sp>
        <p:sp>
          <p:nvSpPr>
            <p:cNvPr id="34" name="文本框 33">
              <a:extLst>
                <a:ext uri="{FF2B5EF4-FFF2-40B4-BE49-F238E27FC236}">
                  <a16:creationId xmlns:a16="http://schemas.microsoft.com/office/drawing/2014/main" id="{B7290D03-9188-270B-E289-33A5ACC19312}"/>
                </a:ext>
              </a:extLst>
            </p:cNvPr>
            <p:cNvSpPr txBox="1"/>
            <p:nvPr/>
          </p:nvSpPr>
          <p:spPr>
            <a:xfrm>
              <a:off x="8723927" y="5086785"/>
              <a:ext cx="1302500" cy="532369"/>
            </a:xfrm>
            <a:prstGeom prst="rect">
              <a:avLst/>
            </a:prstGeom>
            <a:noFill/>
          </p:spPr>
          <p:txBody>
            <a:bodyPr wrap="square" lIns="36000" rtlCol="0">
              <a:spAutoFit/>
            </a:bodyPr>
            <a:lstStyle/>
            <a:p>
              <a:pPr marL="98425" lvl="0"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新功能培训</a:t>
              </a:r>
            </a:p>
            <a:p>
              <a:pPr marL="98425" lvl="0"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顾问撤场安排</a:t>
              </a:r>
            </a:p>
          </p:txBody>
        </p:sp>
        <p:sp>
          <p:nvSpPr>
            <p:cNvPr id="35" name="文本框 34">
              <a:extLst>
                <a:ext uri="{FF2B5EF4-FFF2-40B4-BE49-F238E27FC236}">
                  <a16:creationId xmlns:a16="http://schemas.microsoft.com/office/drawing/2014/main" id="{6C1F3A13-90A6-8A6F-6A4D-A12F7E12602D}"/>
                </a:ext>
              </a:extLst>
            </p:cNvPr>
            <p:cNvSpPr txBox="1"/>
            <p:nvPr/>
          </p:nvSpPr>
          <p:spPr>
            <a:xfrm>
              <a:off x="2639961" y="2735415"/>
              <a:ext cx="1296000" cy="1054138"/>
            </a:xfrm>
            <a:prstGeom prst="rect">
              <a:avLst/>
            </a:prstGeom>
            <a:noFill/>
          </p:spPr>
          <p:txBody>
            <a:bodyPr wrap="square" lIns="36000" tIns="36000" rIns="36000" bIns="36000" rtlCol="0">
              <a:noAutofit/>
            </a:bodyPr>
            <a:lstStyle/>
            <a:p>
              <a:pPr marL="90805" lvl="0" indent="-9080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业务现状调研</a:t>
              </a:r>
            </a:p>
            <a:p>
              <a:pPr marL="90805" lvl="0" indent="-90805">
                <a:lnSpc>
                  <a:spcPct val="150000"/>
                </a:lnSpc>
                <a:buFont typeface="Arial" panose="020B0604020202020204" pitchFamily="34" charset="0"/>
                <a:buChar char="•"/>
                <a:tabLst>
                  <a:tab pos="33020" algn="l"/>
                </a:tabLst>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业务调研报告</a:t>
              </a:r>
            </a:p>
          </p:txBody>
        </p:sp>
        <p:sp>
          <p:nvSpPr>
            <p:cNvPr id="36" name="文本框 35">
              <a:extLst>
                <a:ext uri="{FF2B5EF4-FFF2-40B4-BE49-F238E27FC236}">
                  <a16:creationId xmlns:a16="http://schemas.microsoft.com/office/drawing/2014/main" id="{34268D86-D933-048E-8FFD-04E58CFE1053}"/>
                </a:ext>
              </a:extLst>
            </p:cNvPr>
            <p:cNvSpPr txBox="1"/>
            <p:nvPr/>
          </p:nvSpPr>
          <p:spPr>
            <a:xfrm>
              <a:off x="2639960" y="4030254"/>
              <a:ext cx="1599364" cy="952124"/>
            </a:xfrm>
            <a:prstGeom prst="rect">
              <a:avLst/>
            </a:prstGeom>
            <a:noFill/>
          </p:spPr>
          <p:txBody>
            <a:bodyPr wrap="square" lIns="36000" rtlCol="0">
              <a:noAutofit/>
            </a:bodyPr>
            <a:lstStyle/>
            <a:p>
              <a:pPr marL="98425" lvl="0"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现有系统调研</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98425" lvl="0"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安装配置系统环境</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7" name="文本框 36">
              <a:extLst>
                <a:ext uri="{FF2B5EF4-FFF2-40B4-BE49-F238E27FC236}">
                  <a16:creationId xmlns:a16="http://schemas.microsoft.com/office/drawing/2014/main" id="{41EDA866-4CA2-0576-5E07-6FA98356DB85}"/>
                </a:ext>
              </a:extLst>
            </p:cNvPr>
            <p:cNvSpPr txBox="1"/>
            <p:nvPr/>
          </p:nvSpPr>
          <p:spPr>
            <a:xfrm>
              <a:off x="2663686" y="5111984"/>
              <a:ext cx="1459917" cy="532369"/>
            </a:xfrm>
            <a:prstGeom prst="rect">
              <a:avLst/>
            </a:prstGeom>
            <a:noFill/>
          </p:spPr>
          <p:txBody>
            <a:bodyPr wrap="square" lIns="36000" rtlCol="0">
              <a:spAutoFit/>
            </a:bodyPr>
            <a:lstStyle/>
            <a:p>
              <a:pPr marL="98425" lvl="0"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分析培训需求</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98425" lvl="0" indent="-98425">
                <a:lnSpc>
                  <a:spcPct val="150000"/>
                </a:lnSpc>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组织系统基础培训</a:t>
              </a:r>
            </a:p>
          </p:txBody>
        </p:sp>
        <p:sp>
          <p:nvSpPr>
            <p:cNvPr id="38" name="圆角矩形 12">
              <a:extLst>
                <a:ext uri="{FF2B5EF4-FFF2-40B4-BE49-F238E27FC236}">
                  <a16:creationId xmlns:a16="http://schemas.microsoft.com/office/drawing/2014/main" id="{5C2D88C9-4230-E973-545A-DFD4E10BB25A}"/>
                </a:ext>
              </a:extLst>
            </p:cNvPr>
            <p:cNvSpPr/>
            <p:nvPr/>
          </p:nvSpPr>
          <p:spPr>
            <a:xfrm>
              <a:off x="2366745" y="2648670"/>
              <a:ext cx="280017" cy="1203029"/>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业务管理</a:t>
              </a:r>
            </a:p>
          </p:txBody>
        </p:sp>
        <p:sp>
          <p:nvSpPr>
            <p:cNvPr id="39" name="圆角矩形 65">
              <a:extLst>
                <a:ext uri="{FF2B5EF4-FFF2-40B4-BE49-F238E27FC236}">
                  <a16:creationId xmlns:a16="http://schemas.microsoft.com/office/drawing/2014/main" id="{39289BC5-9244-1130-5AF9-6D1E77B6AD63}"/>
                </a:ext>
              </a:extLst>
            </p:cNvPr>
            <p:cNvSpPr/>
            <p:nvPr/>
          </p:nvSpPr>
          <p:spPr>
            <a:xfrm>
              <a:off x="2366745" y="3930228"/>
              <a:ext cx="256135" cy="105215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技术管理</a:t>
              </a:r>
            </a:p>
          </p:txBody>
        </p:sp>
        <p:sp>
          <p:nvSpPr>
            <p:cNvPr id="40" name="圆角矩形 66">
              <a:extLst>
                <a:ext uri="{FF2B5EF4-FFF2-40B4-BE49-F238E27FC236}">
                  <a16:creationId xmlns:a16="http://schemas.microsoft.com/office/drawing/2014/main" id="{D36F2727-E73A-7170-35E5-3226D9A648A4}"/>
                </a:ext>
              </a:extLst>
            </p:cNvPr>
            <p:cNvSpPr/>
            <p:nvPr/>
          </p:nvSpPr>
          <p:spPr>
            <a:xfrm>
              <a:off x="2366745" y="5058273"/>
              <a:ext cx="292213" cy="977982"/>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Light" panose="020B0502040204020203" pitchFamily="34" charset="-122"/>
                  <a:ea typeface="微软雅黑" panose="020B0503020204020204" pitchFamily="34" charset="-122"/>
                  <a:sym typeface="微软雅黑 Light" panose="020B0502040204020203" pitchFamily="34" charset="-122"/>
                </a:rPr>
                <a:t>培训管理</a:t>
              </a:r>
            </a:p>
          </p:txBody>
        </p:sp>
        <p:cxnSp>
          <p:nvCxnSpPr>
            <p:cNvPr id="41" name="直接连接符 40">
              <a:extLst>
                <a:ext uri="{FF2B5EF4-FFF2-40B4-BE49-F238E27FC236}">
                  <a16:creationId xmlns:a16="http://schemas.microsoft.com/office/drawing/2014/main" id="{60422E6E-5328-3323-ECCC-9CBF8CF70148}"/>
                </a:ext>
              </a:extLst>
            </p:cNvPr>
            <p:cNvCxnSpPr/>
            <p:nvPr/>
          </p:nvCxnSpPr>
          <p:spPr>
            <a:xfrm>
              <a:off x="4011408" y="1744649"/>
              <a:ext cx="0" cy="428456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20E8C710-017E-4312-12A3-39871C8EA925}"/>
                </a:ext>
              </a:extLst>
            </p:cNvPr>
            <p:cNvCxnSpPr/>
            <p:nvPr/>
          </p:nvCxnSpPr>
          <p:spPr>
            <a:xfrm>
              <a:off x="5498137" y="1744649"/>
              <a:ext cx="0" cy="428456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F68F1C4-B485-5622-F16D-B16B1C9B8560}"/>
                </a:ext>
              </a:extLst>
            </p:cNvPr>
            <p:cNvCxnSpPr/>
            <p:nvPr/>
          </p:nvCxnSpPr>
          <p:spPr>
            <a:xfrm>
              <a:off x="7045026" y="1744649"/>
              <a:ext cx="0" cy="428456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ECDC58C6-D2DD-A3DE-653F-AC045BF26F49}"/>
                </a:ext>
              </a:extLst>
            </p:cNvPr>
            <p:cNvCxnSpPr/>
            <p:nvPr/>
          </p:nvCxnSpPr>
          <p:spPr>
            <a:xfrm>
              <a:off x="8615980" y="1744649"/>
              <a:ext cx="0" cy="428456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5" name="AutoShape 20">
              <a:extLst>
                <a:ext uri="{FF2B5EF4-FFF2-40B4-BE49-F238E27FC236}">
                  <a16:creationId xmlns:a16="http://schemas.microsoft.com/office/drawing/2014/main" id="{3DBC1FC8-3A84-6143-437D-6B0D0DFCE790}"/>
                </a:ext>
              </a:extLst>
            </p:cNvPr>
            <p:cNvSpPr>
              <a:spLocks noChangeArrowheads="1"/>
            </p:cNvSpPr>
            <p:nvPr/>
          </p:nvSpPr>
          <p:spPr bwMode="auto">
            <a:xfrm>
              <a:off x="821902" y="1769716"/>
              <a:ext cx="1368000" cy="340045"/>
            </a:xfrm>
            <a:prstGeom prst="chevron">
              <a:avLst>
                <a:gd name="adj" fmla="val 28052"/>
              </a:avLst>
            </a:prstGeom>
          </p:spPr>
          <p:style>
            <a:lnRef idx="2">
              <a:schemeClr val="accent1">
                <a:shade val="50000"/>
              </a:schemeClr>
            </a:lnRef>
            <a:fillRef idx="1">
              <a:schemeClr val="accent1"/>
            </a:fillRef>
            <a:effectRef idx="0">
              <a:schemeClr val="accent1"/>
            </a:effectRef>
            <a:fontRef idx="minor">
              <a:schemeClr val="lt1"/>
            </a:fontRef>
          </p:style>
          <p:txBody>
            <a:bodyPr wrap="square" lIns="0" tIns="143996" rIns="0" bIns="143996" anchor="ctr" anchorCtr="1">
              <a:noAutofit/>
            </a:bodyPr>
            <a:lstStyle/>
            <a:p>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项目准备</a:t>
              </a:r>
            </a:p>
          </p:txBody>
        </p:sp>
        <p:sp>
          <p:nvSpPr>
            <p:cNvPr id="46" name="AutoShape 20">
              <a:extLst>
                <a:ext uri="{FF2B5EF4-FFF2-40B4-BE49-F238E27FC236}">
                  <a16:creationId xmlns:a16="http://schemas.microsoft.com/office/drawing/2014/main" id="{FAE76623-ADE0-9D03-1DF9-098652BCE522}"/>
                </a:ext>
              </a:extLst>
            </p:cNvPr>
            <p:cNvSpPr>
              <a:spLocks noChangeArrowheads="1"/>
            </p:cNvSpPr>
            <p:nvPr/>
          </p:nvSpPr>
          <p:spPr bwMode="auto">
            <a:xfrm>
              <a:off x="2394060" y="1767330"/>
              <a:ext cx="3006317" cy="340045"/>
            </a:xfrm>
            <a:prstGeom prst="chevron">
              <a:avLst>
                <a:gd name="adj" fmla="val 28052"/>
              </a:avLst>
            </a:prstGeom>
          </p:spPr>
          <p:style>
            <a:lnRef idx="2">
              <a:schemeClr val="accent1">
                <a:shade val="50000"/>
              </a:schemeClr>
            </a:lnRef>
            <a:fillRef idx="1">
              <a:schemeClr val="accent1"/>
            </a:fillRef>
            <a:effectRef idx="0">
              <a:schemeClr val="accent1"/>
            </a:effectRef>
            <a:fontRef idx="minor">
              <a:schemeClr val="lt1"/>
            </a:fontRef>
          </p:style>
          <p:txBody>
            <a:bodyPr wrap="square" lIns="0" tIns="143996" rIns="0" bIns="143996" anchor="ctr" anchorCtr="1">
              <a:noAutofit/>
            </a:bodyPr>
            <a:lstStyle/>
            <a:p>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蓝图设计</a:t>
              </a:r>
            </a:p>
          </p:txBody>
        </p:sp>
        <p:sp>
          <p:nvSpPr>
            <p:cNvPr id="47" name="AutoShape 20">
              <a:extLst>
                <a:ext uri="{FF2B5EF4-FFF2-40B4-BE49-F238E27FC236}">
                  <a16:creationId xmlns:a16="http://schemas.microsoft.com/office/drawing/2014/main" id="{D49D66D4-402F-EF19-9E86-7C325558BA25}"/>
                </a:ext>
              </a:extLst>
            </p:cNvPr>
            <p:cNvSpPr>
              <a:spLocks noChangeArrowheads="1"/>
            </p:cNvSpPr>
            <p:nvPr/>
          </p:nvSpPr>
          <p:spPr bwMode="auto">
            <a:xfrm>
              <a:off x="5542769" y="1775693"/>
              <a:ext cx="3006317" cy="340045"/>
            </a:xfrm>
            <a:prstGeom prst="chevron">
              <a:avLst>
                <a:gd name="adj" fmla="val 28052"/>
              </a:avLst>
            </a:prstGeom>
          </p:spPr>
          <p:style>
            <a:lnRef idx="2">
              <a:schemeClr val="accent1">
                <a:shade val="50000"/>
              </a:schemeClr>
            </a:lnRef>
            <a:fillRef idx="1">
              <a:schemeClr val="accent1"/>
            </a:fillRef>
            <a:effectRef idx="0">
              <a:schemeClr val="accent1"/>
            </a:effectRef>
            <a:fontRef idx="minor">
              <a:schemeClr val="lt1"/>
            </a:fontRef>
          </p:style>
          <p:txBody>
            <a:bodyPr wrap="square" lIns="0" tIns="143996" rIns="0" bIns="143996" anchor="ctr" anchorCtr="1">
              <a:noAutofit/>
            </a:bodyPr>
            <a:lstStyle/>
            <a:p>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系统实现</a:t>
              </a:r>
            </a:p>
          </p:txBody>
        </p:sp>
        <p:sp>
          <p:nvSpPr>
            <p:cNvPr id="48" name="AutoShape 20">
              <a:extLst>
                <a:ext uri="{FF2B5EF4-FFF2-40B4-BE49-F238E27FC236}">
                  <a16:creationId xmlns:a16="http://schemas.microsoft.com/office/drawing/2014/main" id="{9AC3FEEF-9461-22B0-4128-72A76914D88A}"/>
                </a:ext>
              </a:extLst>
            </p:cNvPr>
            <p:cNvSpPr>
              <a:spLocks noChangeArrowheads="1"/>
            </p:cNvSpPr>
            <p:nvPr/>
          </p:nvSpPr>
          <p:spPr bwMode="auto">
            <a:xfrm>
              <a:off x="8672295" y="1770619"/>
              <a:ext cx="2932841" cy="340045"/>
            </a:xfrm>
            <a:prstGeom prst="chevron">
              <a:avLst>
                <a:gd name="adj" fmla="val 28052"/>
              </a:avLst>
            </a:prstGeom>
          </p:spPr>
          <p:style>
            <a:lnRef idx="2">
              <a:schemeClr val="accent1">
                <a:shade val="50000"/>
              </a:schemeClr>
            </a:lnRef>
            <a:fillRef idx="1">
              <a:schemeClr val="accent1"/>
            </a:fillRef>
            <a:effectRef idx="0">
              <a:schemeClr val="accent1"/>
            </a:effectRef>
            <a:fontRef idx="minor">
              <a:schemeClr val="lt1"/>
            </a:fontRef>
          </p:style>
          <p:txBody>
            <a:bodyPr wrap="square" lIns="0" tIns="143996" rIns="0" bIns="143996" anchor="ctr" anchorCtr="1">
              <a:noAutofit/>
            </a:bodyPr>
            <a:lstStyle/>
            <a:p>
              <a:r>
                <a:rPr lang="zh-CN" altLang="en-US" sz="16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上线支持</a:t>
              </a:r>
            </a:p>
          </p:txBody>
        </p:sp>
      </p:grpSp>
    </p:spTree>
    <p:extLst>
      <p:ext uri="{BB962C8B-B14F-4D97-AF65-F5344CB8AC3E}">
        <p14:creationId xmlns:p14="http://schemas.microsoft.com/office/powerpoint/2010/main" val="240281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项目沟通汇报机制</a:t>
            </a:r>
          </a:p>
        </p:txBody>
      </p:sp>
      <p:grpSp>
        <p:nvGrpSpPr>
          <p:cNvPr id="2" name="组合 1">
            <a:extLst>
              <a:ext uri="{FF2B5EF4-FFF2-40B4-BE49-F238E27FC236}">
                <a16:creationId xmlns:a16="http://schemas.microsoft.com/office/drawing/2014/main" id="{D6E4700C-54D8-53F6-156A-0352817928D3}"/>
              </a:ext>
            </a:extLst>
          </p:cNvPr>
          <p:cNvGrpSpPr/>
          <p:nvPr/>
        </p:nvGrpSpPr>
        <p:grpSpPr>
          <a:xfrm>
            <a:off x="358602" y="1181215"/>
            <a:ext cx="4585994" cy="4943700"/>
            <a:chOff x="473182" y="1685527"/>
            <a:chExt cx="4179587" cy="4081116"/>
          </a:xfrm>
        </p:grpSpPr>
        <p:sp>
          <p:nvSpPr>
            <p:cNvPr id="5" name="Rectangle 96">
              <a:extLst>
                <a:ext uri="{FF2B5EF4-FFF2-40B4-BE49-F238E27FC236}">
                  <a16:creationId xmlns:a16="http://schemas.microsoft.com/office/drawing/2014/main" id="{25EA8F5F-70D7-7B70-B918-8B5CE640E498}"/>
                </a:ext>
              </a:extLst>
            </p:cNvPr>
            <p:cNvSpPr/>
            <p:nvPr/>
          </p:nvSpPr>
          <p:spPr bwMode="auto">
            <a:xfrm>
              <a:off x="1776101" y="1685527"/>
              <a:ext cx="2141214" cy="25654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领导小组</a:t>
              </a:r>
              <a:endParaRPr 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6" name="Rectangle 96">
              <a:extLst>
                <a:ext uri="{FF2B5EF4-FFF2-40B4-BE49-F238E27FC236}">
                  <a16:creationId xmlns:a16="http://schemas.microsoft.com/office/drawing/2014/main" id="{6440753B-AE49-EEFD-6ADA-5A2F956F4F56}"/>
                </a:ext>
              </a:extLst>
            </p:cNvPr>
            <p:cNvSpPr/>
            <p:nvPr/>
          </p:nvSpPr>
          <p:spPr bwMode="auto">
            <a:xfrm>
              <a:off x="1776101" y="2371832"/>
              <a:ext cx="2141214" cy="25654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项目工作组</a:t>
              </a:r>
              <a:endParaRPr 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7" name="Rectangle 96">
              <a:extLst>
                <a:ext uri="{FF2B5EF4-FFF2-40B4-BE49-F238E27FC236}">
                  <a16:creationId xmlns:a16="http://schemas.microsoft.com/office/drawing/2014/main" id="{A1512A78-25CB-EF81-5817-D20CA63FD7BE}"/>
                </a:ext>
              </a:extLst>
            </p:cNvPr>
            <p:cNvSpPr/>
            <p:nvPr/>
          </p:nvSpPr>
          <p:spPr bwMode="auto">
            <a:xfrm>
              <a:off x="2356171" y="3058137"/>
              <a:ext cx="981075" cy="36000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业务组</a:t>
              </a:r>
              <a:endParaRPr 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8" name="Rectangle 96">
              <a:extLst>
                <a:ext uri="{FF2B5EF4-FFF2-40B4-BE49-F238E27FC236}">
                  <a16:creationId xmlns:a16="http://schemas.microsoft.com/office/drawing/2014/main" id="{12502563-E5F9-3C04-9B5B-03320045ED3F}"/>
                </a:ext>
              </a:extLst>
            </p:cNvPr>
            <p:cNvSpPr/>
            <p:nvPr/>
          </p:nvSpPr>
          <p:spPr bwMode="auto">
            <a:xfrm>
              <a:off x="1375096" y="4096121"/>
              <a:ext cx="981075" cy="36000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关键用户</a:t>
              </a:r>
              <a:endParaRPr 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9" name="Rectangle 96">
              <a:extLst>
                <a:ext uri="{FF2B5EF4-FFF2-40B4-BE49-F238E27FC236}">
                  <a16:creationId xmlns:a16="http://schemas.microsoft.com/office/drawing/2014/main" id="{BAC16818-DC3D-BC92-FDCC-8E3BA5A50793}"/>
                </a:ext>
              </a:extLst>
            </p:cNvPr>
            <p:cNvSpPr/>
            <p:nvPr/>
          </p:nvSpPr>
          <p:spPr bwMode="auto">
            <a:xfrm>
              <a:off x="3320745" y="4096121"/>
              <a:ext cx="981075" cy="36000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实施顾问</a:t>
              </a:r>
              <a:endParaRPr 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0" name="Rectangle 96">
              <a:extLst>
                <a:ext uri="{FF2B5EF4-FFF2-40B4-BE49-F238E27FC236}">
                  <a16:creationId xmlns:a16="http://schemas.microsoft.com/office/drawing/2014/main" id="{88753AFF-EA43-8419-2D38-B9B629EC5D49}"/>
                </a:ext>
              </a:extLst>
            </p:cNvPr>
            <p:cNvSpPr/>
            <p:nvPr/>
          </p:nvSpPr>
          <p:spPr bwMode="auto">
            <a:xfrm>
              <a:off x="1375096" y="5406643"/>
              <a:ext cx="981075" cy="36000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rPr>
                <a:t>最终用户</a:t>
              </a:r>
              <a:endParaRPr lang="en-US" sz="1000" b="1" kern="0" dirty="0">
                <a:solidFill>
                  <a:schemeClr val="bg1"/>
                </a:solidFill>
                <a:latin typeface="微软雅黑 Light" panose="020B0502040204020203" pitchFamily="34" charset="-122"/>
                <a:ea typeface="微软雅黑" panose="020B0503020204020204" pitchFamily="34" charset="-122"/>
                <a:cs typeface="Arial" panose="020B0604020202020204" pitchFamily="34" charset="0"/>
                <a:sym typeface="微软雅黑 Light" panose="020B0502040204020203" pitchFamily="34" charset="-122"/>
              </a:endParaRPr>
            </a:p>
          </p:txBody>
        </p:sp>
        <p:sp>
          <p:nvSpPr>
            <p:cNvPr id="11" name="iṧľïdé">
              <a:extLst>
                <a:ext uri="{FF2B5EF4-FFF2-40B4-BE49-F238E27FC236}">
                  <a16:creationId xmlns:a16="http://schemas.microsoft.com/office/drawing/2014/main" id="{EFC65523-A971-5EA0-3E76-A75256EE8750}"/>
                </a:ext>
              </a:extLst>
            </p:cNvPr>
            <p:cNvSpPr/>
            <p:nvPr/>
          </p:nvSpPr>
          <p:spPr>
            <a:xfrm rot="5400000">
              <a:off x="2673530" y="2725675"/>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 name="iṧľïdé">
              <a:extLst>
                <a:ext uri="{FF2B5EF4-FFF2-40B4-BE49-F238E27FC236}">
                  <a16:creationId xmlns:a16="http://schemas.microsoft.com/office/drawing/2014/main" id="{D6CF2624-6B03-BB9A-24A7-C2009E3D4BDC}"/>
                </a:ext>
              </a:extLst>
            </p:cNvPr>
            <p:cNvSpPr/>
            <p:nvPr/>
          </p:nvSpPr>
          <p:spPr>
            <a:xfrm rot="5400000">
              <a:off x="2182994" y="2037624"/>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3" name="iṧľïdé">
              <a:extLst>
                <a:ext uri="{FF2B5EF4-FFF2-40B4-BE49-F238E27FC236}">
                  <a16:creationId xmlns:a16="http://schemas.microsoft.com/office/drawing/2014/main" id="{489CFFCE-C2C0-C45C-4D65-E0B3A9EDE109}"/>
                </a:ext>
              </a:extLst>
            </p:cNvPr>
            <p:cNvSpPr/>
            <p:nvPr/>
          </p:nvSpPr>
          <p:spPr>
            <a:xfrm rot="16200000">
              <a:off x="3045617" y="2033693"/>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4" name="iṧľïdé">
              <a:extLst>
                <a:ext uri="{FF2B5EF4-FFF2-40B4-BE49-F238E27FC236}">
                  <a16:creationId xmlns:a16="http://schemas.microsoft.com/office/drawing/2014/main" id="{6695A105-3899-6754-4913-0C5D1BBE2364}"/>
                </a:ext>
              </a:extLst>
            </p:cNvPr>
            <p:cNvSpPr/>
            <p:nvPr/>
          </p:nvSpPr>
          <p:spPr>
            <a:xfrm rot="5400000">
              <a:off x="1322214" y="4913939"/>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5" name="iṧľïdé">
              <a:extLst>
                <a:ext uri="{FF2B5EF4-FFF2-40B4-BE49-F238E27FC236}">
                  <a16:creationId xmlns:a16="http://schemas.microsoft.com/office/drawing/2014/main" id="{2DF22250-199B-E4EB-29F5-621C3FF1AE23}"/>
                </a:ext>
              </a:extLst>
            </p:cNvPr>
            <p:cNvSpPr/>
            <p:nvPr/>
          </p:nvSpPr>
          <p:spPr>
            <a:xfrm rot="16200000">
              <a:off x="2025238" y="4913939"/>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6" name="iṧľïdé">
              <a:extLst>
                <a:ext uri="{FF2B5EF4-FFF2-40B4-BE49-F238E27FC236}">
                  <a16:creationId xmlns:a16="http://schemas.microsoft.com/office/drawing/2014/main" id="{7A4D5ED4-29A2-A08F-E3AD-D37A00A6D864}"/>
                </a:ext>
              </a:extLst>
            </p:cNvPr>
            <p:cNvSpPr/>
            <p:nvPr/>
          </p:nvSpPr>
          <p:spPr>
            <a:xfrm rot="5400000">
              <a:off x="2224140" y="3673934"/>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7" name="iṧľïdé">
              <a:extLst>
                <a:ext uri="{FF2B5EF4-FFF2-40B4-BE49-F238E27FC236}">
                  <a16:creationId xmlns:a16="http://schemas.microsoft.com/office/drawing/2014/main" id="{2742D4EB-D18F-EA7A-B601-D53FA772B920}"/>
                </a:ext>
              </a:extLst>
            </p:cNvPr>
            <p:cNvSpPr/>
            <p:nvPr/>
          </p:nvSpPr>
          <p:spPr>
            <a:xfrm rot="16200000">
              <a:off x="2927164" y="3673934"/>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8" name="文本框 17">
              <a:extLst>
                <a:ext uri="{FF2B5EF4-FFF2-40B4-BE49-F238E27FC236}">
                  <a16:creationId xmlns:a16="http://schemas.microsoft.com/office/drawing/2014/main" id="{2EB0B016-527E-6260-BD2E-F70319220D77}"/>
                </a:ext>
              </a:extLst>
            </p:cNvPr>
            <p:cNvSpPr txBox="1"/>
            <p:nvPr/>
          </p:nvSpPr>
          <p:spPr>
            <a:xfrm>
              <a:off x="3320746" y="2010360"/>
              <a:ext cx="1332023" cy="228668"/>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关键里程碑汇报</a:t>
              </a:r>
            </a:p>
          </p:txBody>
        </p:sp>
        <p:sp>
          <p:nvSpPr>
            <p:cNvPr id="19" name="文本框 18">
              <a:extLst>
                <a:ext uri="{FF2B5EF4-FFF2-40B4-BE49-F238E27FC236}">
                  <a16:creationId xmlns:a16="http://schemas.microsoft.com/office/drawing/2014/main" id="{6A56BBBA-98CA-37C1-47B0-7B426D57412D}"/>
                </a:ext>
              </a:extLst>
            </p:cNvPr>
            <p:cNvSpPr txBox="1"/>
            <p:nvPr/>
          </p:nvSpPr>
          <p:spPr>
            <a:xfrm>
              <a:off x="1253590" y="1931846"/>
              <a:ext cx="981075" cy="381113"/>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重大决策</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重要审核</a:t>
              </a:r>
            </a:p>
          </p:txBody>
        </p:sp>
        <p:sp>
          <p:nvSpPr>
            <p:cNvPr id="20" name="文本框 19">
              <a:extLst>
                <a:ext uri="{FF2B5EF4-FFF2-40B4-BE49-F238E27FC236}">
                  <a16:creationId xmlns:a16="http://schemas.microsoft.com/office/drawing/2014/main" id="{94497744-3532-0F02-F95F-EC5766A1CE67}"/>
                </a:ext>
              </a:extLst>
            </p:cNvPr>
            <p:cNvSpPr txBox="1"/>
            <p:nvPr/>
          </p:nvSpPr>
          <p:spPr>
            <a:xfrm>
              <a:off x="1700934" y="2596472"/>
              <a:ext cx="981075" cy="381113"/>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决策下达</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审核批准</a:t>
              </a:r>
            </a:p>
          </p:txBody>
        </p:sp>
        <p:sp>
          <p:nvSpPr>
            <p:cNvPr id="21" name="文本框 20">
              <a:extLst>
                <a:ext uri="{FF2B5EF4-FFF2-40B4-BE49-F238E27FC236}">
                  <a16:creationId xmlns:a16="http://schemas.microsoft.com/office/drawing/2014/main" id="{A1E0DAEF-C1D9-E9AB-2B4B-9EE0A36456B1}"/>
                </a:ext>
              </a:extLst>
            </p:cNvPr>
            <p:cNvSpPr txBox="1"/>
            <p:nvPr/>
          </p:nvSpPr>
          <p:spPr>
            <a:xfrm>
              <a:off x="1344281" y="3259210"/>
              <a:ext cx="981075" cy="686003"/>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计划安排</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进度了解</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审核检查</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交付批准</a:t>
              </a:r>
            </a:p>
          </p:txBody>
        </p:sp>
        <p:sp>
          <p:nvSpPr>
            <p:cNvPr id="22" name="文本框 21">
              <a:extLst>
                <a:ext uri="{FF2B5EF4-FFF2-40B4-BE49-F238E27FC236}">
                  <a16:creationId xmlns:a16="http://schemas.microsoft.com/office/drawing/2014/main" id="{CC27896F-0CE0-C72C-944D-3ECCE90984C9}"/>
                </a:ext>
              </a:extLst>
            </p:cNvPr>
            <p:cNvSpPr txBox="1"/>
            <p:nvPr/>
          </p:nvSpPr>
          <p:spPr>
            <a:xfrm>
              <a:off x="3337246" y="3277661"/>
              <a:ext cx="981075" cy="686003"/>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问题报告</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风险报告</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进度报告</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交付提交</a:t>
              </a:r>
            </a:p>
          </p:txBody>
        </p:sp>
        <p:sp>
          <p:nvSpPr>
            <p:cNvPr id="23" name="iṧľïdé">
              <a:extLst>
                <a:ext uri="{FF2B5EF4-FFF2-40B4-BE49-F238E27FC236}">
                  <a16:creationId xmlns:a16="http://schemas.microsoft.com/office/drawing/2014/main" id="{80CC21C9-0DF0-E0ED-3217-16952D182D03}"/>
                </a:ext>
              </a:extLst>
            </p:cNvPr>
            <p:cNvSpPr/>
            <p:nvPr/>
          </p:nvSpPr>
          <p:spPr>
            <a:xfrm rot="10800000">
              <a:off x="2634466" y="4011038"/>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4" name="iṧľïdé">
              <a:extLst>
                <a:ext uri="{FF2B5EF4-FFF2-40B4-BE49-F238E27FC236}">
                  <a16:creationId xmlns:a16="http://schemas.microsoft.com/office/drawing/2014/main" id="{81801C2A-6C9B-7043-6E76-0886F3311B44}"/>
                </a:ext>
              </a:extLst>
            </p:cNvPr>
            <p:cNvSpPr/>
            <p:nvPr/>
          </p:nvSpPr>
          <p:spPr>
            <a:xfrm rot="21600000">
              <a:off x="2666048" y="4417694"/>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5" name="文本框 24">
              <a:extLst>
                <a:ext uri="{FF2B5EF4-FFF2-40B4-BE49-F238E27FC236}">
                  <a16:creationId xmlns:a16="http://schemas.microsoft.com/office/drawing/2014/main" id="{C6995A78-0504-EE07-6748-14CBB97010AB}"/>
                </a:ext>
              </a:extLst>
            </p:cNvPr>
            <p:cNvSpPr txBox="1"/>
            <p:nvPr/>
          </p:nvSpPr>
          <p:spPr>
            <a:xfrm>
              <a:off x="473182" y="4658142"/>
              <a:ext cx="981075" cy="990894"/>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资源调度</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工作安排</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进度检查</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知识转移</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审核检查</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工作支持</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6" name="文本框 25">
              <a:extLst>
                <a:ext uri="{FF2B5EF4-FFF2-40B4-BE49-F238E27FC236}">
                  <a16:creationId xmlns:a16="http://schemas.microsoft.com/office/drawing/2014/main" id="{CE77FE31-7520-F145-7F28-1A3C1684C685}"/>
                </a:ext>
              </a:extLst>
            </p:cNvPr>
            <p:cNvSpPr txBox="1"/>
            <p:nvPr/>
          </p:nvSpPr>
          <p:spPr>
            <a:xfrm>
              <a:off x="2261271" y="4818527"/>
              <a:ext cx="981075" cy="533558"/>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问题反馈</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进度反馈</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意见反馈</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7" name="文本框 26">
              <a:extLst>
                <a:ext uri="{FF2B5EF4-FFF2-40B4-BE49-F238E27FC236}">
                  <a16:creationId xmlns:a16="http://schemas.microsoft.com/office/drawing/2014/main" id="{F316AB5C-1BBA-AA67-3327-CE0BED0D750C}"/>
                </a:ext>
              </a:extLst>
            </p:cNvPr>
            <p:cNvSpPr txBox="1"/>
            <p:nvPr/>
          </p:nvSpPr>
          <p:spPr>
            <a:xfrm>
              <a:off x="2302002" y="4226733"/>
              <a:ext cx="981075" cy="228668"/>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工作协同</a:t>
              </a:r>
            </a:p>
          </p:txBody>
        </p:sp>
      </p:grpSp>
      <p:graphicFrame>
        <p:nvGraphicFramePr>
          <p:cNvPr id="28" name="表格 37">
            <a:extLst>
              <a:ext uri="{FF2B5EF4-FFF2-40B4-BE49-F238E27FC236}">
                <a16:creationId xmlns:a16="http://schemas.microsoft.com/office/drawing/2014/main" id="{FC93D94E-1683-CDD2-2897-F66A35EA8C3C}"/>
              </a:ext>
            </a:extLst>
          </p:cNvPr>
          <p:cNvGraphicFramePr>
            <a:graphicFrameLocks noGrp="1"/>
          </p:cNvGraphicFramePr>
          <p:nvPr>
            <p:extLst>
              <p:ext uri="{D42A27DB-BD31-4B8C-83A1-F6EECF244321}">
                <p14:modId xmlns:p14="http://schemas.microsoft.com/office/powerpoint/2010/main" val="3411905259"/>
              </p:ext>
            </p:extLst>
          </p:nvPr>
        </p:nvGraphicFramePr>
        <p:xfrm>
          <a:off x="4929205" y="1181214"/>
          <a:ext cx="6861394" cy="4943701"/>
        </p:xfrm>
        <a:graphic>
          <a:graphicData uri="http://schemas.openxmlformats.org/drawingml/2006/table">
            <a:tbl>
              <a:tblPr firstRow="1" bandRow="1">
                <a:tableStyleId>{5C22544A-7EE6-4342-B048-85BDC9FD1C3A}</a:tableStyleId>
              </a:tblPr>
              <a:tblGrid>
                <a:gridCol w="1420795">
                  <a:extLst>
                    <a:ext uri="{9D8B030D-6E8A-4147-A177-3AD203B41FA5}">
                      <a16:colId xmlns:a16="http://schemas.microsoft.com/office/drawing/2014/main" val="2641484233"/>
                    </a:ext>
                  </a:extLst>
                </a:gridCol>
                <a:gridCol w="2387600">
                  <a:extLst>
                    <a:ext uri="{9D8B030D-6E8A-4147-A177-3AD203B41FA5}">
                      <a16:colId xmlns:a16="http://schemas.microsoft.com/office/drawing/2014/main" val="869892204"/>
                    </a:ext>
                  </a:extLst>
                </a:gridCol>
                <a:gridCol w="1615440">
                  <a:extLst>
                    <a:ext uri="{9D8B030D-6E8A-4147-A177-3AD203B41FA5}">
                      <a16:colId xmlns:a16="http://schemas.microsoft.com/office/drawing/2014/main" val="2425572579"/>
                    </a:ext>
                  </a:extLst>
                </a:gridCol>
                <a:gridCol w="1437559">
                  <a:extLst>
                    <a:ext uri="{9D8B030D-6E8A-4147-A177-3AD203B41FA5}">
                      <a16:colId xmlns:a16="http://schemas.microsoft.com/office/drawing/2014/main" val="2537549016"/>
                    </a:ext>
                  </a:extLst>
                </a:gridCol>
              </a:tblGrid>
              <a:tr h="607466">
                <a:tc>
                  <a:txBody>
                    <a:bodyPr/>
                    <a:lstStyle/>
                    <a:p>
                      <a:pPr algn="ct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事件</a:t>
                      </a:r>
                    </a:p>
                  </a:txBody>
                  <a:tcPr anchor="ctr">
                    <a:solidFill>
                      <a:srgbClr val="1770EA"/>
                    </a:solidFill>
                  </a:tcPr>
                </a:tc>
                <a:tc>
                  <a:txBody>
                    <a:bodyPr/>
                    <a:lstStyle/>
                    <a:p>
                      <a:pPr algn="ct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主要内容</a:t>
                      </a:r>
                    </a:p>
                  </a:txBody>
                  <a:tcPr anchor="ctr">
                    <a:solidFill>
                      <a:srgbClr val="1770EA"/>
                    </a:solidFill>
                  </a:tcPr>
                </a:tc>
                <a:tc>
                  <a:txBody>
                    <a:bodyPr/>
                    <a:lstStyle/>
                    <a:p>
                      <a:pPr algn="ct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时间</a:t>
                      </a:r>
                    </a:p>
                  </a:txBody>
                  <a:tcPr anchor="ctr">
                    <a:solidFill>
                      <a:srgbClr val="1770EA"/>
                    </a:solidFill>
                  </a:tcPr>
                </a:tc>
                <a:tc>
                  <a:txBody>
                    <a:bodyPr/>
                    <a:lstStyle/>
                    <a:p>
                      <a:pPr algn="ctr"/>
                      <a:r>
                        <a:rPr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面向对象</a:t>
                      </a:r>
                    </a:p>
                  </a:txBody>
                  <a:tcPr anchor="ctr">
                    <a:solidFill>
                      <a:srgbClr val="1770EA"/>
                    </a:solidFill>
                  </a:tcPr>
                </a:tc>
                <a:extLst>
                  <a:ext uri="{0D108BD9-81ED-4DB2-BD59-A6C34878D82A}">
                    <a16:rowId xmlns:a16="http://schemas.microsoft.com/office/drawing/2014/main" val="895971922"/>
                  </a:ext>
                </a:extLst>
              </a:tr>
              <a:tr h="1041506">
                <a:tc>
                  <a:txBody>
                    <a:bodyPr/>
                    <a:lstStyle/>
                    <a:p>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项目阶段汇报会议</a:t>
                      </a:r>
                    </a:p>
                  </a:txBody>
                  <a:tcPr anchor="ctr"/>
                </a:tc>
                <a:tc>
                  <a:txBody>
                    <a:bodyPr/>
                    <a:lstStyle/>
                    <a:p>
                      <a:pPr marL="285750" indent="-2857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报告项目阶段性工作进度与成果展示</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285750" indent="-2857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讨论并裁定重要未决事项</a:t>
                      </a:r>
                    </a:p>
                  </a:txBody>
                  <a:tcPr anchor="ctr"/>
                </a:tc>
                <a:tc>
                  <a:txBody>
                    <a:bodyPr/>
                    <a:lstStyle/>
                    <a:p>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各阶段工作完成时</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项目领导小组</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项目工作小组</a:t>
                      </a:r>
                    </a:p>
                  </a:txBody>
                  <a:tcPr anchor="ctr"/>
                </a:tc>
                <a:extLst>
                  <a:ext uri="{0D108BD9-81ED-4DB2-BD59-A6C34878D82A}">
                    <a16:rowId xmlns:a16="http://schemas.microsoft.com/office/drawing/2014/main" val="2194554342"/>
                  </a:ext>
                </a:extLst>
              </a:tr>
              <a:tr h="1183365">
                <a:tc>
                  <a:txBody>
                    <a:bodyPr/>
                    <a:lstStyle/>
                    <a:p>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项目月度会议</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本月工作成果总结汇报</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下月工作计划安排介绍</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项目相关议题整理与沟通协调</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凝聚项目成员共识</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txBody>
                  <a:tcPr anchor="ctr"/>
                </a:tc>
                <a:tc>
                  <a:txBody>
                    <a:bodyPr/>
                    <a:lstStyle/>
                    <a:p>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每月最后一个工作日</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项目总监</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项目工作小组</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关键决策人员</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各组组长</a:t>
                      </a:r>
                    </a:p>
                  </a:txBody>
                  <a:tcPr anchor="ctr"/>
                </a:tc>
                <a:extLst>
                  <a:ext uri="{0D108BD9-81ED-4DB2-BD59-A6C34878D82A}">
                    <a16:rowId xmlns:a16="http://schemas.microsoft.com/office/drawing/2014/main" val="4240709435"/>
                  </a:ext>
                </a:extLst>
              </a:tr>
              <a:tr h="1348073">
                <a:tc>
                  <a:txBody>
                    <a:bodyPr/>
                    <a:lstStyle/>
                    <a:p>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项目周例会</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报告项目概况与未来进程</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讨论各小组相关项目进度</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项目未决议题澄清与解决</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讨论员工对项目的需求</a:t>
                      </a:r>
                    </a:p>
                  </a:txBody>
                  <a:tcPr anchor="ctr"/>
                </a:tc>
                <a:tc>
                  <a:txBody>
                    <a:bodyPr/>
                    <a:lstStyle/>
                    <a:p>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每周一下午</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项目工作小组</a:t>
                      </a:r>
                      <a:endParaRPr lang="en-US" altLang="zh-CN" sz="1200" dirty="0">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各组组长</a:t>
                      </a:r>
                    </a:p>
                  </a:txBody>
                  <a:tcPr anchor="ctr"/>
                </a:tc>
                <a:extLst>
                  <a:ext uri="{0D108BD9-81ED-4DB2-BD59-A6C34878D82A}">
                    <a16:rowId xmlns:a16="http://schemas.microsoft.com/office/drawing/2014/main" val="2280735732"/>
                  </a:ext>
                </a:extLst>
              </a:tr>
              <a:tr h="763291">
                <a:tc>
                  <a:txBody>
                    <a:bodyPr/>
                    <a:lstStyle/>
                    <a:p>
                      <a:r>
                        <a:rPr lang="zh-CN" altLang="en-US" sz="1200" dirty="0">
                          <a:latin typeface="微软雅黑 Light" panose="020B0502040204020203" pitchFamily="34" charset="-122"/>
                          <a:ea typeface="微软雅黑" panose="020B0503020204020204" pitchFamily="34" charset="-122"/>
                          <a:sym typeface="微软雅黑 Light" panose="020B0502040204020203" pitchFamily="34" charset="-122"/>
                        </a:rPr>
                        <a:t>项目日例会</a:t>
                      </a:r>
                    </a:p>
                  </a:txBody>
                  <a:tcPr anchor="ctr"/>
                </a:tc>
                <a:tc>
                  <a:txBody>
                    <a:bodyPr/>
                    <a:lstStyle/>
                    <a:p>
                      <a:pPr marL="171450" indent="-171450" algn="l" defTabSz="914400" rtl="0" eaLnBrk="1" latinLnBrk="0" hangingPunct="1">
                        <a:buFont typeface="Arial" panose="020B0604020202020204" pitchFamily="34" charset="0"/>
                        <a:buChar char="•"/>
                      </a:pPr>
                      <a:r>
                        <a:rPr lang="zh-CN"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明确当天工作任务进展</a:t>
                      </a:r>
                      <a:endParaRPr lang="en-US"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p>
                      <a:pPr marL="171450" indent="-171450" algn="l" defTabSz="914400" rtl="0" eaLnBrk="1" latinLnBrk="0" hangingPunct="1">
                        <a:buFont typeface="Arial" panose="020B0604020202020204" pitchFamily="34" charset="0"/>
                        <a:buChar char="•"/>
                      </a:pPr>
                      <a:r>
                        <a:rPr lang="zh-CN"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讨论工作难点</a:t>
                      </a:r>
                      <a:endParaRPr lang="zh-CN" altLang="en-US"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anchor="ctr"/>
                </a:tc>
                <a:tc>
                  <a:txBody>
                    <a:bodyPr/>
                    <a:lstStyle/>
                    <a:p>
                      <a:r>
                        <a:rPr lang="zh-CN"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每天早上</a:t>
                      </a:r>
                      <a:r>
                        <a:rPr lang="en-US"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9</a:t>
                      </a:r>
                      <a:r>
                        <a:rPr lang="zh-CN"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a:t>
                      </a:r>
                      <a:r>
                        <a:rPr lang="en-US"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00</a:t>
                      </a:r>
                      <a:r>
                        <a:rPr lang="zh-CN"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之前或下午</a:t>
                      </a:r>
                      <a:r>
                        <a:rPr lang="en-US"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5</a:t>
                      </a:r>
                      <a:r>
                        <a:rPr lang="zh-CN"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a:t>
                      </a:r>
                      <a:r>
                        <a:rPr lang="en-US"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30</a:t>
                      </a:r>
                      <a:r>
                        <a:rPr lang="zh-CN"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之后</a:t>
                      </a:r>
                      <a:endParaRPr lang="zh-CN" altLang="en-US"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anchor="ctr"/>
                </a:tc>
                <a:tc>
                  <a:txBody>
                    <a:bodyPr/>
                    <a:lstStyle/>
                    <a:p>
                      <a:pPr marL="171450" indent="-171450" algn="l" defTabSz="914400" rtl="0" eaLnBrk="1" latinLnBrk="0" hangingPunct="1">
                        <a:buFont typeface="Arial" panose="020B0604020202020204" pitchFamily="34" charset="0"/>
                        <a:buChar char="•"/>
                      </a:pPr>
                      <a:r>
                        <a:rPr lang="zh-CN" altLang="en-US"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各组组长</a:t>
                      </a:r>
                      <a:endParaRPr lang="en-US"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p>
                      <a:pPr marL="171450" indent="-171450" algn="l" defTabSz="914400" rtl="0" eaLnBrk="1" latinLnBrk="0" hangingPunct="1">
                        <a:buFont typeface="Arial" panose="020B0604020202020204" pitchFamily="34" charset="0"/>
                        <a:buChar char="•"/>
                      </a:pPr>
                      <a:r>
                        <a:rPr lang="zh-CN" altLang="zh-CN"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rPr>
                        <a:t>所有组员（包括海信组员）</a:t>
                      </a:r>
                      <a:endParaRPr lang="zh-CN" altLang="en-US" sz="1200" kern="1200" dirty="0">
                        <a:solidFill>
                          <a:schemeClr val="dk1"/>
                        </a:solidFill>
                        <a:latin typeface="微软雅黑 Light" panose="020B0502040204020203" pitchFamily="34" charset="-122"/>
                        <a:ea typeface="微软雅黑" panose="020B0503020204020204" pitchFamily="34" charset="-122"/>
                        <a:cs typeface="+mn-cs"/>
                        <a:sym typeface="微软雅黑 Light" panose="020B0502040204020203" pitchFamily="34" charset="-122"/>
                      </a:endParaRPr>
                    </a:p>
                  </a:txBody>
                  <a:tcPr anchor="ctr"/>
                </a:tc>
                <a:extLst>
                  <a:ext uri="{0D108BD9-81ED-4DB2-BD59-A6C34878D82A}">
                    <a16:rowId xmlns:a16="http://schemas.microsoft.com/office/drawing/2014/main" val="4013363056"/>
                  </a:ext>
                </a:extLst>
              </a:tr>
            </a:tbl>
          </a:graphicData>
        </a:graphic>
      </p:graphicFrame>
      <p:sp>
        <p:nvSpPr>
          <p:cNvPr id="29" name="文本框 28">
            <a:extLst>
              <a:ext uri="{FF2B5EF4-FFF2-40B4-BE49-F238E27FC236}">
                <a16:creationId xmlns:a16="http://schemas.microsoft.com/office/drawing/2014/main" id="{5C9A07D5-73BC-9109-71D8-DDAA90839D09}"/>
              </a:ext>
            </a:extLst>
          </p:cNvPr>
          <p:cNvSpPr txBox="1"/>
          <p:nvPr/>
        </p:nvSpPr>
        <p:spPr>
          <a:xfrm>
            <a:off x="467255" y="732807"/>
            <a:ext cx="1469468" cy="369332"/>
          </a:xfrm>
          <a:prstGeom prst="rect">
            <a:avLst/>
          </a:prstGeom>
          <a:noFill/>
        </p:spPr>
        <p:txBody>
          <a:bodyPr wrap="square" rtlCol="0">
            <a:spAutoFit/>
          </a:bodyPr>
          <a:lstStyle/>
          <a:p>
            <a:r>
              <a:rPr lang="zh-CN" altLang="en-US" b="1" dirty="0">
                <a:latin typeface="微软雅黑 Light" panose="020B0502040204020203" pitchFamily="34" charset="-122"/>
                <a:ea typeface="微软雅黑" panose="020B0503020204020204" pitchFamily="34" charset="-122"/>
                <a:sym typeface="微软雅黑 Light" panose="020B0502040204020203" pitchFamily="34" charset="-122"/>
              </a:rPr>
              <a:t>沟通模型</a:t>
            </a:r>
          </a:p>
        </p:txBody>
      </p:sp>
      <p:sp>
        <p:nvSpPr>
          <p:cNvPr id="30" name="文本框 29">
            <a:extLst>
              <a:ext uri="{FF2B5EF4-FFF2-40B4-BE49-F238E27FC236}">
                <a16:creationId xmlns:a16="http://schemas.microsoft.com/office/drawing/2014/main" id="{56EE8173-E37B-2146-E518-C8DFEB695BA9}"/>
              </a:ext>
            </a:extLst>
          </p:cNvPr>
          <p:cNvSpPr txBox="1"/>
          <p:nvPr/>
        </p:nvSpPr>
        <p:spPr>
          <a:xfrm>
            <a:off x="4902429" y="682625"/>
            <a:ext cx="1469468" cy="369332"/>
          </a:xfrm>
          <a:prstGeom prst="rect">
            <a:avLst/>
          </a:prstGeom>
          <a:noFill/>
        </p:spPr>
        <p:txBody>
          <a:bodyPr wrap="square" rtlCol="0">
            <a:spAutoFit/>
          </a:bodyPr>
          <a:lstStyle/>
          <a:p>
            <a:r>
              <a:rPr lang="zh-CN" altLang="en-US" b="1" dirty="0">
                <a:latin typeface="微软雅黑 Light" panose="020B0502040204020203" pitchFamily="34" charset="-122"/>
                <a:ea typeface="微软雅黑" panose="020B0503020204020204" pitchFamily="34" charset="-122"/>
                <a:sym typeface="微软雅黑 Light" panose="020B0502040204020203" pitchFamily="34" charset="-122"/>
              </a:rPr>
              <a:t>沟通形式</a:t>
            </a:r>
          </a:p>
        </p:txBody>
      </p:sp>
    </p:spTree>
    <p:extLst>
      <p:ext uri="{BB962C8B-B14F-4D97-AF65-F5344CB8AC3E}">
        <p14:creationId xmlns:p14="http://schemas.microsoft.com/office/powerpoint/2010/main" val="733699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项目问题处理机制</a:t>
            </a:r>
          </a:p>
        </p:txBody>
      </p:sp>
      <p:sp>
        <p:nvSpPr>
          <p:cNvPr id="31" name="文本框 30">
            <a:extLst>
              <a:ext uri="{FF2B5EF4-FFF2-40B4-BE49-F238E27FC236}">
                <a16:creationId xmlns:a16="http://schemas.microsoft.com/office/drawing/2014/main" id="{4BB7EE07-7161-AEC0-FFDD-5DFC8F0A3AF5}"/>
              </a:ext>
            </a:extLst>
          </p:cNvPr>
          <p:cNvSpPr txBox="1"/>
          <p:nvPr/>
        </p:nvSpPr>
        <p:spPr>
          <a:xfrm>
            <a:off x="9505638" y="4086290"/>
            <a:ext cx="2533015" cy="1260475"/>
          </a:xfrm>
          <a:prstGeom prst="rect">
            <a:avLst/>
          </a:prstGeom>
          <a:noFill/>
        </p:spPr>
        <p:txBody>
          <a:bodyPr wrap="square" rtlCol="0">
            <a:spAutoFit/>
          </a:bodyPr>
          <a:lstStyle/>
          <a:p>
            <a:pPr indent="0">
              <a:lnSpc>
                <a:spcPct val="140000"/>
              </a:lnSpc>
              <a:buFont typeface="Wingdings" panose="05000000000000000000" charset="0"/>
              <a:buNone/>
            </a:pPr>
            <a:r>
              <a:rPr lang="zh-CN" altLang="en-US" sz="1000" dirty="0">
                <a:latin typeface="微软雅黑 Light" panose="020B0502040204020203" pitchFamily="34" charset="-122"/>
                <a:ea typeface="微软雅黑" panose="020B0503020204020204" pitchFamily="34" charset="-122"/>
                <a:cs typeface="微软雅黑" panose="020B0503020204020204" pitchFamily="34" charset="-122"/>
                <a:sym typeface="微软雅黑 Light" panose="020B0502040204020203" pitchFamily="34" charset="-122"/>
              </a:rPr>
              <a:t>说明：</a:t>
            </a:r>
          </a:p>
          <a:p>
            <a:pPr marL="285750" indent="-285750">
              <a:lnSpc>
                <a:spcPct val="160000"/>
              </a:lnSpc>
              <a:buFont typeface="Wingdings" panose="05000000000000000000" charset="0"/>
              <a:buChar char="Ø"/>
            </a:pPr>
            <a:r>
              <a:rPr lang="zh-CN" altLang="en-US" sz="1000" dirty="0">
                <a:latin typeface="微软雅黑 Light" panose="020B0502040204020203" pitchFamily="34" charset="-122"/>
                <a:ea typeface="微软雅黑" panose="020B0503020204020204" pitchFamily="34" charset="-122"/>
                <a:cs typeface="微软雅黑" panose="020B0503020204020204" pitchFamily="34" charset="-122"/>
                <a:sym typeface="微软雅黑 Light" panose="020B0502040204020203" pitchFamily="34" charset="-122"/>
              </a:rPr>
              <a:t>一线运维由客户关键用户运维组承担</a:t>
            </a:r>
          </a:p>
          <a:p>
            <a:pPr marL="285750" indent="-285750">
              <a:lnSpc>
                <a:spcPct val="160000"/>
              </a:lnSpc>
              <a:buFont typeface="Wingdings" panose="05000000000000000000" charset="0"/>
              <a:buChar char="Ø"/>
            </a:pPr>
            <a:r>
              <a:rPr lang="zh-CN" altLang="en-US" sz="1000" dirty="0">
                <a:latin typeface="微软雅黑 Light" panose="020B0502040204020203" pitchFamily="34" charset="-122"/>
                <a:ea typeface="微软雅黑" panose="020B0503020204020204" pitchFamily="34" charset="-122"/>
                <a:cs typeface="微软雅黑" panose="020B0503020204020204" pitchFamily="34" charset="-122"/>
                <a:sym typeface="微软雅黑 Light" panose="020B0502040204020203" pitchFamily="34" charset="-122"/>
              </a:rPr>
              <a:t>二线运维由金蝶现场顾问承担</a:t>
            </a:r>
          </a:p>
          <a:p>
            <a:pPr marL="285750" indent="-285750">
              <a:lnSpc>
                <a:spcPct val="160000"/>
              </a:lnSpc>
              <a:buFont typeface="Wingdings" panose="05000000000000000000" charset="0"/>
              <a:buChar char="Ø"/>
            </a:pPr>
            <a:r>
              <a:rPr lang="zh-CN" altLang="en-US" sz="1000" dirty="0">
                <a:latin typeface="微软雅黑 Light" panose="020B0502040204020203" pitchFamily="34" charset="-122"/>
                <a:ea typeface="微软雅黑" panose="020B0503020204020204" pitchFamily="34" charset="-122"/>
                <a:cs typeface="微软雅黑" panose="020B0503020204020204" pitchFamily="34" charset="-122"/>
                <a:sym typeface="微软雅黑 Light" panose="020B0502040204020203" pitchFamily="34" charset="-122"/>
              </a:rPr>
              <a:t>远程人员</a:t>
            </a:r>
            <a:r>
              <a:rPr lang="en-US" altLang="zh-CN" sz="1000" dirty="0">
                <a:latin typeface="微软雅黑 Light" panose="020B0502040204020203" pitchFamily="34" charset="-122"/>
                <a:ea typeface="微软雅黑" panose="020B0503020204020204" pitchFamily="34" charset="-122"/>
                <a:cs typeface="微软雅黑" panose="020B0503020204020204" pitchFamily="34" charset="-122"/>
                <a:sym typeface="微软雅黑 Light" panose="020B0502040204020203" pitchFamily="34" charset="-122"/>
              </a:rPr>
              <a:t>24H</a:t>
            </a:r>
            <a:r>
              <a:rPr lang="zh-CN" altLang="en-US" sz="1000" dirty="0">
                <a:latin typeface="微软雅黑 Light" panose="020B0502040204020203" pitchFamily="34" charset="-122"/>
                <a:ea typeface="微软雅黑" panose="020B0503020204020204" pitchFamily="34" charset="-122"/>
                <a:cs typeface="微软雅黑" panose="020B0503020204020204" pitchFamily="34" charset="-122"/>
                <a:sym typeface="微软雅黑 Light" panose="020B0502040204020203" pitchFamily="34" charset="-122"/>
              </a:rPr>
              <a:t>在线</a:t>
            </a:r>
          </a:p>
          <a:p>
            <a:pPr marL="285750" indent="-285750">
              <a:lnSpc>
                <a:spcPct val="140000"/>
              </a:lnSpc>
              <a:buFont typeface="Wingdings" panose="05000000000000000000" charset="0"/>
              <a:buChar char="Ø"/>
            </a:pPr>
            <a:r>
              <a:rPr lang="zh-CN" altLang="en-US" sz="1000" dirty="0">
                <a:latin typeface="微软雅黑 Light" panose="020B0502040204020203" pitchFamily="34" charset="-122"/>
                <a:ea typeface="微软雅黑" panose="020B0503020204020204" pitchFamily="34" charset="-122"/>
                <a:cs typeface="微软雅黑" panose="020B0503020204020204" pitchFamily="34" charset="-122"/>
                <a:sym typeface="微软雅黑 Light" panose="020B0502040204020203" pitchFamily="34" charset="-122"/>
              </a:rPr>
              <a:t>问题响应方式：远程</a:t>
            </a:r>
          </a:p>
        </p:txBody>
      </p:sp>
      <p:sp>
        <p:nvSpPr>
          <p:cNvPr id="32" name="Arrow: Pentagon 7">
            <a:extLst>
              <a:ext uri="{FF2B5EF4-FFF2-40B4-BE49-F238E27FC236}">
                <a16:creationId xmlns:a16="http://schemas.microsoft.com/office/drawing/2014/main" id="{093D2878-986E-67D1-1133-752205B468D0}"/>
              </a:ext>
            </a:extLst>
          </p:cNvPr>
          <p:cNvSpPr/>
          <p:nvPr/>
        </p:nvSpPr>
        <p:spPr>
          <a:xfrm>
            <a:off x="434340" y="833120"/>
            <a:ext cx="3634105" cy="418465"/>
          </a:xfrm>
          <a:prstGeom prst="homePlate">
            <a:avLst/>
          </a:prstGeom>
          <a:solidFill>
            <a:srgbClr val="1770EA"/>
          </a:solidFill>
          <a:ln w="12700" cap="flat" cmpd="sng" algn="ctr">
            <a:solidFill>
              <a:srgbClr val="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4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问题提报</a:t>
            </a:r>
            <a:endParaRPr kumimoji="0" lang="en-US" sz="1400"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3" name="Arrow: Chevron 8">
            <a:extLst>
              <a:ext uri="{FF2B5EF4-FFF2-40B4-BE49-F238E27FC236}">
                <a16:creationId xmlns:a16="http://schemas.microsoft.com/office/drawing/2014/main" id="{0F199DD5-D3A9-A36E-7AF0-52F41779BFC8}"/>
              </a:ext>
            </a:extLst>
          </p:cNvPr>
          <p:cNvSpPr/>
          <p:nvPr/>
        </p:nvSpPr>
        <p:spPr>
          <a:xfrm>
            <a:off x="3985895" y="833120"/>
            <a:ext cx="3728720" cy="411480"/>
          </a:xfrm>
          <a:prstGeom prst="chevron">
            <a:avLst/>
          </a:prstGeom>
          <a:solidFill>
            <a:srgbClr val="1770EA"/>
          </a:solidFill>
          <a:ln w="12700" cap="flat" cmpd="sng" algn="ctr">
            <a:solidFill>
              <a:srgbClr val="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4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问题接收、录入</a:t>
            </a:r>
            <a:r>
              <a:rPr lang="en-US" altLang="zh-CN" sz="14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JIRA</a:t>
            </a:r>
            <a:endParaRPr kumimoji="0" lang="en-US" sz="1400"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4" name="Arrow: Chevron 8">
            <a:extLst>
              <a:ext uri="{FF2B5EF4-FFF2-40B4-BE49-F238E27FC236}">
                <a16:creationId xmlns:a16="http://schemas.microsoft.com/office/drawing/2014/main" id="{35CAA591-75B5-4EF6-0CFF-8346A4BB9B6A}"/>
              </a:ext>
            </a:extLst>
          </p:cNvPr>
          <p:cNvSpPr/>
          <p:nvPr/>
        </p:nvSpPr>
        <p:spPr>
          <a:xfrm>
            <a:off x="7585075" y="840105"/>
            <a:ext cx="4161790" cy="411480"/>
          </a:xfrm>
          <a:prstGeom prst="chevron">
            <a:avLst/>
          </a:prstGeom>
          <a:solidFill>
            <a:srgbClr val="1770EA"/>
          </a:solidFill>
          <a:ln w="12700" cap="flat" cmpd="sng" algn="ctr">
            <a:solidFill>
              <a:srgbClr val="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4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问题处理、进展反馈</a:t>
            </a:r>
            <a:endParaRPr kumimoji="0" lang="en-US" sz="1400"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35" name="Straight Arrow Connector 21">
            <a:extLst>
              <a:ext uri="{FF2B5EF4-FFF2-40B4-BE49-F238E27FC236}">
                <a16:creationId xmlns:a16="http://schemas.microsoft.com/office/drawing/2014/main" id="{BE687BDF-4214-1177-7585-684397493F15}"/>
              </a:ext>
            </a:extLst>
          </p:cNvPr>
          <p:cNvCxnSpPr>
            <a:stCxn id="37" idx="3"/>
            <a:endCxn id="40" idx="1"/>
          </p:cNvCxnSpPr>
          <p:nvPr/>
        </p:nvCxnSpPr>
        <p:spPr>
          <a:xfrm>
            <a:off x="1818690" y="2397309"/>
            <a:ext cx="470850" cy="2"/>
          </a:xfrm>
          <a:prstGeom prst="straightConnector1">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36" name="Straight Arrow Connector 73">
            <a:extLst>
              <a:ext uri="{FF2B5EF4-FFF2-40B4-BE49-F238E27FC236}">
                <a16:creationId xmlns:a16="http://schemas.microsoft.com/office/drawing/2014/main" id="{BD3882B4-2153-F1D0-7F75-4D65DAFC6B8F}"/>
              </a:ext>
            </a:extLst>
          </p:cNvPr>
          <p:cNvCxnSpPr>
            <a:stCxn id="40" idx="3"/>
            <a:endCxn id="54" idx="1"/>
          </p:cNvCxnSpPr>
          <p:nvPr/>
        </p:nvCxnSpPr>
        <p:spPr>
          <a:xfrm>
            <a:off x="3474085" y="2397190"/>
            <a:ext cx="360680" cy="0"/>
          </a:xfrm>
          <a:prstGeom prst="straightConnector1">
            <a:avLst/>
          </a:prstGeom>
          <a:ln>
            <a:tailEnd type="triangle" w="med" len="med"/>
          </a:ln>
        </p:spPr>
        <p:style>
          <a:lnRef idx="1">
            <a:schemeClr val="dk1"/>
          </a:lnRef>
          <a:fillRef idx="0">
            <a:schemeClr val="dk1"/>
          </a:fillRef>
          <a:effectRef idx="0">
            <a:schemeClr val="dk1"/>
          </a:effectRef>
          <a:fontRef idx="minor">
            <a:schemeClr val="tx1"/>
          </a:fontRef>
        </p:style>
      </p:cxnSp>
      <p:sp>
        <p:nvSpPr>
          <p:cNvPr id="37" name="矩形 107">
            <a:extLst>
              <a:ext uri="{FF2B5EF4-FFF2-40B4-BE49-F238E27FC236}">
                <a16:creationId xmlns:a16="http://schemas.microsoft.com/office/drawing/2014/main" id="{726BE843-3C38-52F4-6C64-387697EDFDB5}"/>
              </a:ext>
            </a:extLst>
          </p:cNvPr>
          <p:cNvSpPr/>
          <p:nvPr/>
        </p:nvSpPr>
        <p:spPr>
          <a:xfrm>
            <a:off x="634651" y="2080381"/>
            <a:ext cx="1184039" cy="633856"/>
          </a:xfrm>
          <a:prstGeom prst="rect">
            <a:avLst/>
          </a:prstGeom>
          <a:solidFill>
            <a:sysClr val="window" lastClr="FFFFFF"/>
          </a:solidFill>
          <a:ln w="12700" cap="flat" cmpd="sng" algn="ctr">
            <a:solidFill>
              <a:srgbClr val="009DA0"/>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发现问题，</a:t>
            </a:r>
            <a:endParaRPr kumimoji="1" lang="en-US" altLang="zh-CN"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进行截屏</a:t>
            </a:r>
          </a:p>
        </p:txBody>
      </p:sp>
      <p:sp>
        <p:nvSpPr>
          <p:cNvPr id="38" name="文本框 69">
            <a:extLst>
              <a:ext uri="{FF2B5EF4-FFF2-40B4-BE49-F238E27FC236}">
                <a16:creationId xmlns:a16="http://schemas.microsoft.com/office/drawing/2014/main" id="{4E77B23A-A739-5236-D60F-E448C905DBF1}"/>
              </a:ext>
            </a:extLst>
          </p:cNvPr>
          <p:cNvSpPr txBox="1"/>
          <p:nvPr/>
        </p:nvSpPr>
        <p:spPr>
          <a:xfrm>
            <a:off x="693297" y="1542480"/>
            <a:ext cx="108331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终端用户</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nvGrpSpPr>
          <p:cNvPr id="39" name="组合 56">
            <a:extLst>
              <a:ext uri="{FF2B5EF4-FFF2-40B4-BE49-F238E27FC236}">
                <a16:creationId xmlns:a16="http://schemas.microsoft.com/office/drawing/2014/main" id="{03E5FA97-ACCF-E6A5-5386-EC02AC485B26}"/>
              </a:ext>
            </a:extLst>
          </p:cNvPr>
          <p:cNvGrpSpPr/>
          <p:nvPr/>
        </p:nvGrpSpPr>
        <p:grpSpPr>
          <a:xfrm>
            <a:off x="2243397" y="1660217"/>
            <a:ext cx="1427249" cy="1054023"/>
            <a:chOff x="2940494" y="2329238"/>
            <a:chExt cx="1648999" cy="2205416"/>
          </a:xfrm>
        </p:grpSpPr>
        <p:sp>
          <p:nvSpPr>
            <p:cNvPr id="40" name="矩形 107">
              <a:extLst>
                <a:ext uri="{FF2B5EF4-FFF2-40B4-BE49-F238E27FC236}">
                  <a16:creationId xmlns:a16="http://schemas.microsoft.com/office/drawing/2014/main" id="{FD695C2F-4609-F04F-B7DC-8A0FDAC074B3}"/>
                </a:ext>
              </a:extLst>
            </p:cNvPr>
            <p:cNvSpPr/>
            <p:nvPr/>
          </p:nvSpPr>
          <p:spPr>
            <a:xfrm>
              <a:off x="2993806" y="3208381"/>
              <a:ext cx="1368000" cy="1326273"/>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kern="0"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rPr>
                <a:t>现场、信鸿群或电话接收用户问题</a:t>
              </a:r>
              <a:endPar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1" name="文本框 59">
              <a:extLst>
                <a:ext uri="{FF2B5EF4-FFF2-40B4-BE49-F238E27FC236}">
                  <a16:creationId xmlns:a16="http://schemas.microsoft.com/office/drawing/2014/main" id="{4AFA8D18-B42F-8A78-F8AE-22BB22DC3A5D}"/>
                </a:ext>
              </a:extLst>
            </p:cNvPr>
            <p:cNvSpPr txBox="1"/>
            <p:nvPr/>
          </p:nvSpPr>
          <p:spPr>
            <a:xfrm>
              <a:off x="2940494" y="2329238"/>
              <a:ext cx="1648999" cy="576639"/>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问题对接人</a:t>
              </a:r>
              <a:endParaRPr kumimoji="1" lang="zh-CN" altLang="en-US" sz="1200" b="1" i="0" u="none" strike="noStrike" kern="0" cap="none" spc="0" normalizeH="0" baseline="0" noProof="0" dirty="0">
                <a:ln>
                  <a:noFill/>
                </a:ln>
                <a:solidFill>
                  <a:schemeClr val="bg1"/>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sp>
        <p:nvSpPr>
          <p:cNvPr id="42" name="文本框 41">
            <a:extLst>
              <a:ext uri="{FF2B5EF4-FFF2-40B4-BE49-F238E27FC236}">
                <a16:creationId xmlns:a16="http://schemas.microsoft.com/office/drawing/2014/main" id="{05BE9844-8156-D285-AA50-B6CB3719B84E}"/>
              </a:ext>
            </a:extLst>
          </p:cNvPr>
          <p:cNvSpPr txBox="1"/>
          <p:nvPr/>
        </p:nvSpPr>
        <p:spPr>
          <a:xfrm>
            <a:off x="2210774" y="2749204"/>
            <a:ext cx="1492071" cy="553998"/>
          </a:xfrm>
          <a:prstGeom prst="rect">
            <a:avLst/>
          </a:prstGeom>
          <a:noFill/>
        </p:spPr>
        <p:txBody>
          <a:bodyPr wrap="square">
            <a:spAutoFit/>
          </a:bodyPr>
          <a:lstStyle/>
          <a:p>
            <a:r>
              <a:rPr kumimoji="1" lang="zh-CN" altLang="en-US" sz="10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注意：发至信鸿群的问题，按照对口公司接收人认领</a:t>
            </a:r>
          </a:p>
        </p:txBody>
      </p:sp>
      <p:sp>
        <p:nvSpPr>
          <p:cNvPr id="43" name="Rectangle 18">
            <a:extLst>
              <a:ext uri="{FF2B5EF4-FFF2-40B4-BE49-F238E27FC236}">
                <a16:creationId xmlns:a16="http://schemas.microsoft.com/office/drawing/2014/main" id="{F82E3AF8-6C49-7410-1D55-0B347E7D466B}"/>
              </a:ext>
            </a:extLst>
          </p:cNvPr>
          <p:cNvSpPr/>
          <p:nvPr/>
        </p:nvSpPr>
        <p:spPr>
          <a:xfrm>
            <a:off x="639303" y="1876520"/>
            <a:ext cx="842207" cy="221585"/>
          </a:xfrm>
          <a:prstGeom prst="rect">
            <a:avLst/>
          </a:prstGeom>
          <a:solidFill>
            <a:schemeClr val="accent1"/>
          </a:solidFill>
          <a:ln w="12700" cap="flat" cmpd="sng" algn="ctr">
            <a:solidFill>
              <a:srgbClr val="00206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0" lang="zh-CN" altLang="en-US" sz="1055"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财务中台</a:t>
            </a:r>
          </a:p>
        </p:txBody>
      </p:sp>
      <p:sp>
        <p:nvSpPr>
          <p:cNvPr id="44" name="文本框 43">
            <a:extLst>
              <a:ext uri="{FF2B5EF4-FFF2-40B4-BE49-F238E27FC236}">
                <a16:creationId xmlns:a16="http://schemas.microsoft.com/office/drawing/2014/main" id="{8B72A4E0-FD8F-5DA2-FA1C-C1FA6AAB199F}"/>
              </a:ext>
            </a:extLst>
          </p:cNvPr>
          <p:cNvSpPr txBox="1"/>
          <p:nvPr/>
        </p:nvSpPr>
        <p:spPr>
          <a:xfrm>
            <a:off x="538480" y="2767395"/>
            <a:ext cx="1560830" cy="400110"/>
          </a:xfrm>
          <a:prstGeom prst="rect">
            <a:avLst/>
          </a:prstGeom>
          <a:noFill/>
        </p:spPr>
        <p:txBody>
          <a:bodyPr wrap="square">
            <a:spAutoFit/>
          </a:bodyPr>
          <a:lstStyle/>
          <a:p>
            <a:r>
              <a:rPr kumimoji="1" lang="zh-CN" altLang="en-US" sz="10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明确组织、用户工号、问题发生时间范围</a:t>
            </a:r>
          </a:p>
        </p:txBody>
      </p:sp>
      <p:sp>
        <p:nvSpPr>
          <p:cNvPr id="45" name="Oval 185">
            <a:extLst>
              <a:ext uri="{FF2B5EF4-FFF2-40B4-BE49-F238E27FC236}">
                <a16:creationId xmlns:a16="http://schemas.microsoft.com/office/drawing/2014/main" id="{73F7FC3A-54F2-A741-C4C7-53CB0C9DFB0F}"/>
              </a:ext>
            </a:extLst>
          </p:cNvPr>
          <p:cNvSpPr/>
          <p:nvPr/>
        </p:nvSpPr>
        <p:spPr>
          <a:xfrm>
            <a:off x="623294" y="1542757"/>
            <a:ext cx="259660" cy="26229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1</a:t>
            </a:r>
          </a:p>
        </p:txBody>
      </p:sp>
      <p:sp>
        <p:nvSpPr>
          <p:cNvPr id="46" name="文本框 69">
            <a:extLst>
              <a:ext uri="{FF2B5EF4-FFF2-40B4-BE49-F238E27FC236}">
                <a16:creationId xmlns:a16="http://schemas.microsoft.com/office/drawing/2014/main" id="{FAAD388A-54FA-7C84-19B6-3721DFD381A8}"/>
              </a:ext>
            </a:extLst>
          </p:cNvPr>
          <p:cNvSpPr txBox="1"/>
          <p:nvPr/>
        </p:nvSpPr>
        <p:spPr>
          <a:xfrm>
            <a:off x="4180205" y="1759650"/>
            <a:ext cx="88265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一线运维</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nvGrpSpPr>
          <p:cNvPr id="47" name="组合 60">
            <a:extLst>
              <a:ext uri="{FF2B5EF4-FFF2-40B4-BE49-F238E27FC236}">
                <a16:creationId xmlns:a16="http://schemas.microsoft.com/office/drawing/2014/main" id="{17321FCC-E298-9A91-3F40-5070B347CCAA}"/>
              </a:ext>
            </a:extLst>
          </p:cNvPr>
          <p:cNvGrpSpPr/>
          <p:nvPr/>
        </p:nvGrpSpPr>
        <p:grpSpPr>
          <a:xfrm>
            <a:off x="6965315" y="2384490"/>
            <a:ext cx="1315720" cy="1111885"/>
            <a:chOff x="4986887" y="2439929"/>
            <a:chExt cx="1520096" cy="1691689"/>
          </a:xfrm>
        </p:grpSpPr>
        <p:sp>
          <p:nvSpPr>
            <p:cNvPr id="48" name="矩形 107">
              <a:extLst>
                <a:ext uri="{FF2B5EF4-FFF2-40B4-BE49-F238E27FC236}">
                  <a16:creationId xmlns:a16="http://schemas.microsoft.com/office/drawing/2014/main" id="{0D002956-2EFB-7B9D-2B77-E85C4FC03F0B}"/>
                </a:ext>
              </a:extLst>
            </p:cNvPr>
            <p:cNvSpPr/>
            <p:nvPr/>
          </p:nvSpPr>
          <p:spPr>
            <a:xfrm>
              <a:off x="5138983" y="3208380"/>
              <a:ext cx="1368000" cy="923238"/>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kern="0"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rPr>
                <a:t>问题接收、情况详细了解</a:t>
              </a:r>
              <a:endPar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9" name="Rectangle 18">
              <a:extLst>
                <a:ext uri="{FF2B5EF4-FFF2-40B4-BE49-F238E27FC236}">
                  <a16:creationId xmlns:a16="http://schemas.microsoft.com/office/drawing/2014/main" id="{02D1C195-4D20-18A4-FC81-22243183A029}"/>
                </a:ext>
              </a:extLst>
            </p:cNvPr>
            <p:cNvSpPr/>
            <p:nvPr/>
          </p:nvSpPr>
          <p:spPr>
            <a:xfrm>
              <a:off x="5136549" y="2995452"/>
              <a:ext cx="567101" cy="250227"/>
            </a:xfrm>
            <a:prstGeom prst="rect">
              <a:avLst/>
            </a:prstGeom>
            <a:solidFill>
              <a:srgbClr val="004E50"/>
            </a:solidFill>
            <a:ln w="12700" cap="flat" cmpd="sng" algn="ctr">
              <a:solidFill>
                <a:srgbClr val="00206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055"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问题</a:t>
              </a:r>
              <a:endParaRPr kumimoji="0" lang="zh-CN" altLang="en-US" sz="1055"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0" name="文本框 69">
              <a:extLst>
                <a:ext uri="{FF2B5EF4-FFF2-40B4-BE49-F238E27FC236}">
                  <a16:creationId xmlns:a16="http://schemas.microsoft.com/office/drawing/2014/main" id="{239AD106-D3E2-F998-F9C9-71C856B2FEB1}"/>
                </a:ext>
              </a:extLst>
            </p:cNvPr>
            <p:cNvSpPr txBox="1"/>
            <p:nvPr/>
          </p:nvSpPr>
          <p:spPr>
            <a:xfrm>
              <a:off x="4986887" y="2439929"/>
              <a:ext cx="1412135" cy="419293"/>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问题处理人</a:t>
              </a:r>
              <a:endParaRPr kumimoji="1" lang="zh-CN" altLang="en-US" sz="1200" b="1" i="0" u="none" strike="noStrike" kern="0" cap="none" spc="0" normalizeH="0" baseline="0" noProof="0" dirty="0">
                <a:ln>
                  <a:noFill/>
                </a:ln>
                <a:solidFill>
                  <a:schemeClr val="bg1"/>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cxnSp>
        <p:nvCxnSpPr>
          <p:cNvPr id="51" name="Straight Arrow Connector 73">
            <a:extLst>
              <a:ext uri="{FF2B5EF4-FFF2-40B4-BE49-F238E27FC236}">
                <a16:creationId xmlns:a16="http://schemas.microsoft.com/office/drawing/2014/main" id="{9853836A-51C2-B8B4-8809-FB44205E81B3}"/>
              </a:ext>
            </a:extLst>
          </p:cNvPr>
          <p:cNvCxnSpPr>
            <a:stCxn id="48" idx="2"/>
            <a:endCxn id="83" idx="0"/>
          </p:cNvCxnSpPr>
          <p:nvPr/>
        </p:nvCxnSpPr>
        <p:spPr>
          <a:xfrm rot="5400000">
            <a:off x="7442518" y="3741168"/>
            <a:ext cx="491490" cy="1905"/>
          </a:xfrm>
          <a:prstGeom prst="bentConnector3">
            <a:avLst>
              <a:gd name="adj1" fmla="val 49935"/>
            </a:avLst>
          </a:prstGeom>
          <a:ln>
            <a:tailEnd type="triangle" w="med" len="med"/>
          </a:ln>
        </p:spPr>
        <p:style>
          <a:lnRef idx="1">
            <a:schemeClr val="dk1"/>
          </a:lnRef>
          <a:fillRef idx="0">
            <a:schemeClr val="dk1"/>
          </a:fillRef>
          <a:effectRef idx="0">
            <a:schemeClr val="dk1"/>
          </a:effectRef>
          <a:fontRef idx="minor">
            <a:schemeClr val="tx1"/>
          </a:fontRef>
        </p:style>
      </p:cxnSp>
      <p:sp>
        <p:nvSpPr>
          <p:cNvPr id="52" name="Oval 185">
            <a:extLst>
              <a:ext uri="{FF2B5EF4-FFF2-40B4-BE49-F238E27FC236}">
                <a16:creationId xmlns:a16="http://schemas.microsoft.com/office/drawing/2014/main" id="{3D977C80-D955-A34E-CD0E-6DBF17AA58C0}"/>
              </a:ext>
            </a:extLst>
          </p:cNvPr>
          <p:cNvSpPr/>
          <p:nvPr/>
        </p:nvSpPr>
        <p:spPr>
          <a:xfrm>
            <a:off x="6857365" y="2494980"/>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3</a:t>
            </a:r>
          </a:p>
        </p:txBody>
      </p:sp>
      <p:cxnSp>
        <p:nvCxnSpPr>
          <p:cNvPr id="53" name="Straight Arrow Connector 26">
            <a:extLst>
              <a:ext uri="{FF2B5EF4-FFF2-40B4-BE49-F238E27FC236}">
                <a16:creationId xmlns:a16="http://schemas.microsoft.com/office/drawing/2014/main" id="{093E943B-D248-6DBA-D7D1-67334E1E2617}"/>
              </a:ext>
            </a:extLst>
          </p:cNvPr>
          <p:cNvCxnSpPr>
            <a:stCxn id="54" idx="3"/>
            <a:endCxn id="57" idx="1"/>
          </p:cNvCxnSpPr>
          <p:nvPr/>
        </p:nvCxnSpPr>
        <p:spPr>
          <a:xfrm flipV="1">
            <a:off x="5019040" y="2394015"/>
            <a:ext cx="235585" cy="3175"/>
          </a:xfrm>
          <a:prstGeom prst="bentConnector3">
            <a:avLst>
              <a:gd name="adj1" fmla="val 50135"/>
            </a:avLst>
          </a:prstGeom>
          <a:ln>
            <a:tailEnd type="triangle" w="med" len="med"/>
          </a:ln>
        </p:spPr>
        <p:style>
          <a:lnRef idx="1">
            <a:schemeClr val="dk1"/>
          </a:lnRef>
          <a:fillRef idx="0">
            <a:schemeClr val="dk1"/>
          </a:fillRef>
          <a:effectRef idx="0">
            <a:schemeClr val="dk1"/>
          </a:effectRef>
          <a:fontRef idx="minor">
            <a:schemeClr val="tx1"/>
          </a:fontRef>
        </p:style>
      </p:cxnSp>
      <p:sp>
        <p:nvSpPr>
          <p:cNvPr id="54" name="矩形 107">
            <a:extLst>
              <a:ext uri="{FF2B5EF4-FFF2-40B4-BE49-F238E27FC236}">
                <a16:creationId xmlns:a16="http://schemas.microsoft.com/office/drawing/2014/main" id="{3BFB55CD-CEB7-590D-8494-BEFA5CF32EDE}"/>
              </a:ext>
            </a:extLst>
          </p:cNvPr>
          <p:cNvSpPr/>
          <p:nvPr/>
        </p:nvSpPr>
        <p:spPr>
          <a:xfrm>
            <a:off x="3834765" y="2093660"/>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一线运维识别</a:t>
            </a:r>
          </a:p>
        </p:txBody>
      </p:sp>
      <p:sp>
        <p:nvSpPr>
          <p:cNvPr id="55" name="Oval 185">
            <a:extLst>
              <a:ext uri="{FF2B5EF4-FFF2-40B4-BE49-F238E27FC236}">
                <a16:creationId xmlns:a16="http://schemas.microsoft.com/office/drawing/2014/main" id="{C36FF2CC-2857-C313-F5E4-76675166B04F}"/>
              </a:ext>
            </a:extLst>
          </p:cNvPr>
          <p:cNvSpPr/>
          <p:nvPr/>
        </p:nvSpPr>
        <p:spPr>
          <a:xfrm>
            <a:off x="3920490" y="1725995"/>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2</a:t>
            </a:r>
            <a:endPar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6" name="文本框 69">
            <a:extLst>
              <a:ext uri="{FF2B5EF4-FFF2-40B4-BE49-F238E27FC236}">
                <a16:creationId xmlns:a16="http://schemas.microsoft.com/office/drawing/2014/main" id="{442DE0D9-3D2D-CD8E-2F9B-DECCD563AB05}"/>
              </a:ext>
            </a:extLst>
          </p:cNvPr>
          <p:cNvSpPr txBox="1"/>
          <p:nvPr/>
        </p:nvSpPr>
        <p:spPr>
          <a:xfrm>
            <a:off x="7069455" y="1270700"/>
            <a:ext cx="912495"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一线运维</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57" name="矩形 107">
            <a:extLst>
              <a:ext uri="{FF2B5EF4-FFF2-40B4-BE49-F238E27FC236}">
                <a16:creationId xmlns:a16="http://schemas.microsoft.com/office/drawing/2014/main" id="{53F891E6-DA25-908B-D5B9-941E986E1536}"/>
              </a:ext>
            </a:extLst>
          </p:cNvPr>
          <p:cNvSpPr/>
          <p:nvPr/>
        </p:nvSpPr>
        <p:spPr>
          <a:xfrm>
            <a:off x="5254625" y="2058100"/>
            <a:ext cx="1397635" cy="671830"/>
          </a:xfrm>
          <a:prstGeom prst="diamond">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是否操作类</a:t>
            </a:r>
          </a:p>
        </p:txBody>
      </p:sp>
      <p:cxnSp>
        <p:nvCxnSpPr>
          <p:cNvPr id="58" name="Straight Arrow Connector 26">
            <a:extLst>
              <a:ext uri="{FF2B5EF4-FFF2-40B4-BE49-F238E27FC236}">
                <a16:creationId xmlns:a16="http://schemas.microsoft.com/office/drawing/2014/main" id="{17899FEE-5A03-2B09-FEAB-8841EE2FB00A}"/>
              </a:ext>
            </a:extLst>
          </p:cNvPr>
          <p:cNvCxnSpPr>
            <a:stCxn id="57" idx="2"/>
            <a:endCxn id="48" idx="1"/>
          </p:cNvCxnSpPr>
          <p:nvPr/>
        </p:nvCxnSpPr>
        <p:spPr>
          <a:xfrm rot="5400000" flipV="1">
            <a:off x="6293803" y="2389888"/>
            <a:ext cx="462915" cy="1143000"/>
          </a:xfrm>
          <a:prstGeom prst="bentConnector2">
            <a:avLst/>
          </a:prstGeom>
          <a:ln>
            <a:tailEnd type="triangle" w="med" len="med"/>
          </a:ln>
        </p:spPr>
        <p:style>
          <a:lnRef idx="1">
            <a:schemeClr val="dk1"/>
          </a:lnRef>
          <a:fillRef idx="0">
            <a:schemeClr val="dk1"/>
          </a:fillRef>
          <a:effectRef idx="0">
            <a:schemeClr val="dk1"/>
          </a:effectRef>
          <a:fontRef idx="minor">
            <a:schemeClr val="tx1"/>
          </a:fontRef>
        </p:style>
      </p:cxnSp>
      <p:sp>
        <p:nvSpPr>
          <p:cNvPr id="59" name="文本框 69">
            <a:extLst>
              <a:ext uri="{FF2B5EF4-FFF2-40B4-BE49-F238E27FC236}">
                <a16:creationId xmlns:a16="http://schemas.microsoft.com/office/drawing/2014/main" id="{504F8F63-21D6-C6AE-9EF3-2339EFC088E7}"/>
              </a:ext>
            </a:extLst>
          </p:cNvPr>
          <p:cNvSpPr txBox="1"/>
          <p:nvPr/>
        </p:nvSpPr>
        <p:spPr>
          <a:xfrm>
            <a:off x="7006590" y="2473390"/>
            <a:ext cx="118110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现场二线运维</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0" name="矩形 107">
            <a:extLst>
              <a:ext uri="{FF2B5EF4-FFF2-40B4-BE49-F238E27FC236}">
                <a16:creationId xmlns:a16="http://schemas.microsoft.com/office/drawing/2014/main" id="{B12CD3C8-B59A-2159-7843-B9E79EC541C5}"/>
              </a:ext>
            </a:extLst>
          </p:cNvPr>
          <p:cNvSpPr/>
          <p:nvPr/>
        </p:nvSpPr>
        <p:spPr>
          <a:xfrm>
            <a:off x="7069455" y="1593915"/>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一线运维指导处理</a:t>
            </a:r>
          </a:p>
        </p:txBody>
      </p:sp>
      <p:cxnSp>
        <p:nvCxnSpPr>
          <p:cNvPr id="61" name="Straight Arrow Connector 26">
            <a:extLst>
              <a:ext uri="{FF2B5EF4-FFF2-40B4-BE49-F238E27FC236}">
                <a16:creationId xmlns:a16="http://schemas.microsoft.com/office/drawing/2014/main" id="{4D5F7D6F-C84B-A3A1-04E3-6BF2C632B442}"/>
              </a:ext>
            </a:extLst>
          </p:cNvPr>
          <p:cNvCxnSpPr>
            <a:stCxn id="57" idx="0"/>
            <a:endCxn id="60" idx="1"/>
          </p:cNvCxnSpPr>
          <p:nvPr/>
        </p:nvCxnSpPr>
        <p:spPr>
          <a:xfrm rot="16200000">
            <a:off x="6431280" y="1419925"/>
            <a:ext cx="160655" cy="1115695"/>
          </a:xfrm>
          <a:prstGeom prst="bentConnector2">
            <a:avLst/>
          </a:prstGeom>
          <a:ln>
            <a:tailEnd type="triangle" w="med" len="med"/>
          </a:ln>
        </p:spPr>
        <p:style>
          <a:lnRef idx="1">
            <a:schemeClr val="dk1"/>
          </a:lnRef>
          <a:fillRef idx="0">
            <a:schemeClr val="dk1"/>
          </a:fillRef>
          <a:effectRef idx="0">
            <a:schemeClr val="dk1"/>
          </a:effectRef>
          <a:fontRef idx="minor">
            <a:schemeClr val="tx1"/>
          </a:fontRef>
        </p:style>
      </p:cxnSp>
      <p:sp>
        <p:nvSpPr>
          <p:cNvPr id="62" name="文本框 61">
            <a:extLst>
              <a:ext uri="{FF2B5EF4-FFF2-40B4-BE49-F238E27FC236}">
                <a16:creationId xmlns:a16="http://schemas.microsoft.com/office/drawing/2014/main" id="{EA281FB8-533B-D7D6-C48C-2D46D2AE3369}"/>
              </a:ext>
            </a:extLst>
          </p:cNvPr>
          <p:cNvSpPr txBox="1"/>
          <p:nvPr/>
        </p:nvSpPr>
        <p:spPr>
          <a:xfrm>
            <a:off x="6114415" y="1597725"/>
            <a:ext cx="450215" cy="306705"/>
          </a:xfrm>
          <a:prstGeom prst="rect">
            <a:avLst/>
          </a:prstGeom>
          <a:noFill/>
        </p:spPr>
        <p:txBody>
          <a:bodyPr wrap="square" rtlCol="0">
            <a:spAutoFit/>
          </a:bodyPr>
          <a:lstStyle/>
          <a:p>
            <a:r>
              <a:rPr lang="zh-CN" altLang="en-US" sz="1400">
                <a:latin typeface="微软雅黑 Light" panose="020B0502040204020203" pitchFamily="34" charset="-122"/>
                <a:ea typeface="微软雅黑" panose="020B0503020204020204" pitchFamily="34" charset="-122"/>
                <a:sym typeface="微软雅黑 Light" panose="020B0502040204020203" pitchFamily="34" charset="-122"/>
              </a:rPr>
              <a:t>是</a:t>
            </a:r>
          </a:p>
        </p:txBody>
      </p:sp>
      <p:sp>
        <p:nvSpPr>
          <p:cNvPr id="63" name="文本框 62">
            <a:extLst>
              <a:ext uri="{FF2B5EF4-FFF2-40B4-BE49-F238E27FC236}">
                <a16:creationId xmlns:a16="http://schemas.microsoft.com/office/drawing/2014/main" id="{75A8DE79-8F8D-4264-C164-EDAE34081114}"/>
              </a:ext>
            </a:extLst>
          </p:cNvPr>
          <p:cNvSpPr txBox="1"/>
          <p:nvPr/>
        </p:nvSpPr>
        <p:spPr>
          <a:xfrm>
            <a:off x="6372860" y="3604960"/>
            <a:ext cx="360680" cy="306705"/>
          </a:xfrm>
          <a:prstGeom prst="rect">
            <a:avLst/>
          </a:prstGeom>
          <a:noFill/>
        </p:spPr>
        <p:txBody>
          <a:bodyPr wrap="square" rtlCol="0" anchor="t">
            <a:spAutoFit/>
          </a:bodyPr>
          <a:lstStyle/>
          <a:p>
            <a:pPr algn="ctr"/>
            <a:r>
              <a:rPr lang="zh-CN" altLang="en-US" sz="1400">
                <a:latin typeface="微软雅黑 Light" panose="020B0502040204020203" pitchFamily="34" charset="-122"/>
                <a:ea typeface="微软雅黑" panose="020B0503020204020204" pitchFamily="34" charset="-122"/>
                <a:sym typeface="微软雅黑 Light" panose="020B0502040204020203" pitchFamily="34" charset="-122"/>
              </a:rPr>
              <a:t>否</a:t>
            </a:r>
          </a:p>
        </p:txBody>
      </p:sp>
      <p:cxnSp>
        <p:nvCxnSpPr>
          <p:cNvPr id="64" name="Straight Arrow Connector 26">
            <a:extLst>
              <a:ext uri="{FF2B5EF4-FFF2-40B4-BE49-F238E27FC236}">
                <a16:creationId xmlns:a16="http://schemas.microsoft.com/office/drawing/2014/main" id="{7FD12CA4-7B14-167A-7444-8568C146646F}"/>
              </a:ext>
            </a:extLst>
          </p:cNvPr>
          <p:cNvCxnSpPr>
            <a:endCxn id="75" idx="2"/>
          </p:cNvCxnSpPr>
          <p:nvPr/>
        </p:nvCxnSpPr>
        <p:spPr>
          <a:xfrm rot="16200000">
            <a:off x="7761605" y="2452435"/>
            <a:ext cx="1905000" cy="1405255"/>
          </a:xfrm>
          <a:prstGeom prst="bentConnector3">
            <a:avLst>
              <a:gd name="adj1" fmla="val -816"/>
            </a:avLst>
          </a:prstGeom>
          <a:ln>
            <a:tailEnd type="triangle" w="med" len="med"/>
          </a:ln>
        </p:spPr>
        <p:style>
          <a:lnRef idx="1">
            <a:schemeClr val="dk1"/>
          </a:lnRef>
          <a:fillRef idx="0">
            <a:schemeClr val="dk1"/>
          </a:fillRef>
          <a:effectRef idx="0">
            <a:schemeClr val="dk1"/>
          </a:effectRef>
          <a:fontRef idx="minor">
            <a:schemeClr val="tx1"/>
          </a:fontRef>
        </p:style>
      </p:cxnSp>
      <p:sp>
        <p:nvSpPr>
          <p:cNvPr id="65" name="矩形 107">
            <a:extLst>
              <a:ext uri="{FF2B5EF4-FFF2-40B4-BE49-F238E27FC236}">
                <a16:creationId xmlns:a16="http://schemas.microsoft.com/office/drawing/2014/main" id="{31984C35-7331-9418-B6C6-B4FE4E38F255}"/>
              </a:ext>
            </a:extLst>
          </p:cNvPr>
          <p:cNvSpPr/>
          <p:nvPr/>
        </p:nvSpPr>
        <p:spPr>
          <a:xfrm>
            <a:off x="7097395" y="5075620"/>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kern="0"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rPr>
              <a:t>问题接收、情况详细了解</a:t>
            </a:r>
            <a:endPar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66" name="椭圆 65">
            <a:extLst>
              <a:ext uri="{FF2B5EF4-FFF2-40B4-BE49-F238E27FC236}">
                <a16:creationId xmlns:a16="http://schemas.microsoft.com/office/drawing/2014/main" id="{CAFEA2FC-FC5A-2494-F23A-F21FA2BF6CAF}"/>
              </a:ext>
            </a:extLst>
          </p:cNvPr>
          <p:cNvSpPr/>
          <p:nvPr/>
        </p:nvSpPr>
        <p:spPr>
          <a:xfrm>
            <a:off x="10435913" y="1661366"/>
            <a:ext cx="772857" cy="472645"/>
          </a:xfrm>
          <a:prstGeom prst="ellipse">
            <a:avLst/>
          </a:prstGeom>
          <a:noFill/>
          <a:ln>
            <a:solidFill>
              <a:srgbClr val="004E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结束</a:t>
            </a:r>
          </a:p>
        </p:txBody>
      </p:sp>
      <p:cxnSp>
        <p:nvCxnSpPr>
          <p:cNvPr id="67" name="Straight Arrow Connector 26">
            <a:extLst>
              <a:ext uri="{FF2B5EF4-FFF2-40B4-BE49-F238E27FC236}">
                <a16:creationId xmlns:a16="http://schemas.microsoft.com/office/drawing/2014/main" id="{B99B06C7-AE83-8F26-D909-0B58BB14BF2D}"/>
              </a:ext>
            </a:extLst>
          </p:cNvPr>
          <p:cNvCxnSpPr>
            <a:stCxn id="60" idx="3"/>
            <a:endCxn id="75" idx="1"/>
          </p:cNvCxnSpPr>
          <p:nvPr/>
        </p:nvCxnSpPr>
        <p:spPr>
          <a:xfrm>
            <a:off x="8253730" y="1897445"/>
            <a:ext cx="570865" cy="1905"/>
          </a:xfrm>
          <a:prstGeom prst="bentConnector3">
            <a:avLst>
              <a:gd name="adj1" fmla="val 50056"/>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68" name="Straight Arrow Connector 26">
            <a:extLst>
              <a:ext uri="{FF2B5EF4-FFF2-40B4-BE49-F238E27FC236}">
                <a16:creationId xmlns:a16="http://schemas.microsoft.com/office/drawing/2014/main" id="{AF1FCDC9-FFB4-2967-CB2A-19E4BFC8D6EF}"/>
              </a:ext>
            </a:extLst>
          </p:cNvPr>
          <p:cNvCxnSpPr>
            <a:stCxn id="65" idx="3"/>
            <a:endCxn id="75" idx="2"/>
          </p:cNvCxnSpPr>
          <p:nvPr/>
        </p:nvCxnSpPr>
        <p:spPr>
          <a:xfrm flipV="1">
            <a:off x="8281670" y="2202880"/>
            <a:ext cx="1135063" cy="3176270"/>
          </a:xfrm>
          <a:prstGeom prst="bentConnector2">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69" name="Straight Arrow Connector 73">
            <a:extLst>
              <a:ext uri="{FF2B5EF4-FFF2-40B4-BE49-F238E27FC236}">
                <a16:creationId xmlns:a16="http://schemas.microsoft.com/office/drawing/2014/main" id="{007343FE-C6AA-61CF-C1F7-1E9CC68B0E07}"/>
              </a:ext>
            </a:extLst>
          </p:cNvPr>
          <p:cNvCxnSpPr>
            <a:stCxn id="83" idx="2"/>
            <a:endCxn id="65" idx="0"/>
          </p:cNvCxnSpPr>
          <p:nvPr/>
        </p:nvCxnSpPr>
        <p:spPr>
          <a:xfrm rot="16200000" flipH="1">
            <a:off x="7447916" y="4834002"/>
            <a:ext cx="480695" cy="2540"/>
          </a:xfrm>
          <a:prstGeom prst="bentConnector3">
            <a:avLst>
              <a:gd name="adj1" fmla="val 50000"/>
            </a:avLst>
          </a:prstGeom>
          <a:ln>
            <a:tailEnd type="triangle" w="med" len="med"/>
          </a:ln>
        </p:spPr>
        <p:style>
          <a:lnRef idx="1">
            <a:schemeClr val="dk1"/>
          </a:lnRef>
          <a:fillRef idx="0">
            <a:schemeClr val="dk1"/>
          </a:fillRef>
          <a:effectRef idx="0">
            <a:schemeClr val="dk1"/>
          </a:effectRef>
          <a:fontRef idx="minor">
            <a:schemeClr val="tx1"/>
          </a:fontRef>
        </p:style>
      </p:cxnSp>
      <p:sp>
        <p:nvSpPr>
          <p:cNvPr id="70" name="Rectangle 18">
            <a:extLst>
              <a:ext uri="{FF2B5EF4-FFF2-40B4-BE49-F238E27FC236}">
                <a16:creationId xmlns:a16="http://schemas.microsoft.com/office/drawing/2014/main" id="{E7EED740-074B-17C1-0E9B-D77025BD9103}"/>
              </a:ext>
            </a:extLst>
          </p:cNvPr>
          <p:cNvSpPr/>
          <p:nvPr/>
        </p:nvSpPr>
        <p:spPr>
          <a:xfrm>
            <a:off x="7097395" y="4944175"/>
            <a:ext cx="488950" cy="140970"/>
          </a:xfrm>
          <a:prstGeom prst="rect">
            <a:avLst/>
          </a:prstGeom>
          <a:solidFill>
            <a:srgbClr val="004E50"/>
          </a:solidFill>
          <a:ln w="12700" cap="flat" cmpd="sng" algn="ctr">
            <a:solidFill>
              <a:srgbClr val="00206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0" lang="zh-CN" altLang="en-US" sz="1055"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问题</a:t>
            </a:r>
          </a:p>
        </p:txBody>
      </p:sp>
      <p:sp>
        <p:nvSpPr>
          <p:cNvPr id="71" name="矩形 107">
            <a:extLst>
              <a:ext uri="{FF2B5EF4-FFF2-40B4-BE49-F238E27FC236}">
                <a16:creationId xmlns:a16="http://schemas.microsoft.com/office/drawing/2014/main" id="{AF0B40A6-48D5-28AD-B9D5-EDCC57DB67FB}"/>
              </a:ext>
            </a:extLst>
          </p:cNvPr>
          <p:cNvSpPr/>
          <p:nvPr/>
        </p:nvSpPr>
        <p:spPr>
          <a:xfrm>
            <a:off x="5641340" y="4236785"/>
            <a:ext cx="1184275" cy="1118235"/>
          </a:xfrm>
          <a:prstGeom prst="rect">
            <a:avLst/>
          </a:prstGeom>
          <a:solidFill>
            <a:sysClr val="window" lastClr="FFFFFF"/>
          </a:solidFill>
          <a:ln w="28575" cap="flat" cmpd="sng" algn="ctr">
            <a:solidFill>
              <a:schemeClr val="accent1">
                <a:shade val="50000"/>
              </a:scheme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2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协调业务</a:t>
            </a:r>
            <a:r>
              <a:rPr lang="en-US" altLang="zh-CN" sz="12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a:t>
            </a:r>
            <a:r>
              <a:rPr lang="zh-CN" altLang="en-US" sz="12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技术负责人</a:t>
            </a:r>
          </a:p>
          <a:p>
            <a:pPr marL="0" marR="0" lvl="0" indent="0" algn="ctr" defTabSz="685800" eaLnBrk="1" fontAlgn="auto" latinLnBrk="0" hangingPunct="1">
              <a:lnSpc>
                <a:spcPct val="100000"/>
              </a:lnSpc>
              <a:spcBef>
                <a:spcPts val="0"/>
              </a:spcBef>
              <a:spcAft>
                <a:spcPts val="0"/>
              </a:spcAft>
              <a:buClrTx/>
              <a:buSzTx/>
              <a:buFontTx/>
              <a:buNone/>
              <a:defRPr/>
            </a:pPr>
            <a:r>
              <a:rPr lang="zh-CN" altLang="en-US" sz="12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a:t>
            </a:r>
            <a:r>
              <a:rPr lang="en-US" altLang="zh-CN" sz="12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24</a:t>
            </a:r>
            <a:r>
              <a:rPr lang="zh-CN" altLang="en-US" sz="12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小时轮值）</a:t>
            </a:r>
            <a:endParaRPr kumimoji="1" lang="zh-CN" altLang="en-US" sz="1200" b="1" i="0" u="none" strike="noStrike" kern="0" cap="none" spc="0" normalizeH="0" baseline="0" noProof="0" dirty="0">
              <a:ln>
                <a:noFill/>
              </a:ln>
              <a:solidFill>
                <a:schemeClr val="tx1"/>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cxnSp>
        <p:nvCxnSpPr>
          <p:cNvPr id="72" name="Straight Arrow Connector 73">
            <a:extLst>
              <a:ext uri="{FF2B5EF4-FFF2-40B4-BE49-F238E27FC236}">
                <a16:creationId xmlns:a16="http://schemas.microsoft.com/office/drawing/2014/main" id="{E0D4EE0F-E2A6-FFAE-B0CB-F0A5E19B2E84}"/>
              </a:ext>
            </a:extLst>
          </p:cNvPr>
          <p:cNvCxnSpPr/>
          <p:nvPr/>
        </p:nvCxnSpPr>
        <p:spPr>
          <a:xfrm rot="5400000">
            <a:off x="6591935" y="3138870"/>
            <a:ext cx="740410" cy="1455420"/>
          </a:xfrm>
          <a:prstGeom prst="bentConnector3">
            <a:avLst>
              <a:gd name="adj1" fmla="val 50000"/>
            </a:avLst>
          </a:prstGeom>
          <a:ln>
            <a:solidFill>
              <a:schemeClr val="accent3">
                <a:lumMod val="50000"/>
              </a:schemeClr>
            </a:solidFill>
            <a:prstDash val="dash"/>
            <a:tailEnd type="triangle" w="med" len="med"/>
          </a:ln>
        </p:spPr>
        <p:style>
          <a:lnRef idx="1">
            <a:schemeClr val="dk1"/>
          </a:lnRef>
          <a:fillRef idx="0">
            <a:schemeClr val="dk1"/>
          </a:fillRef>
          <a:effectRef idx="0">
            <a:schemeClr val="dk1"/>
          </a:effectRef>
          <a:fontRef idx="minor">
            <a:schemeClr val="tx1"/>
          </a:fontRef>
        </p:style>
      </p:cxnSp>
      <p:cxnSp>
        <p:nvCxnSpPr>
          <p:cNvPr id="73" name="Straight Arrow Connector 73">
            <a:extLst>
              <a:ext uri="{FF2B5EF4-FFF2-40B4-BE49-F238E27FC236}">
                <a16:creationId xmlns:a16="http://schemas.microsoft.com/office/drawing/2014/main" id="{78515257-FE5E-1089-7BD3-B3C98452BBBA}"/>
              </a:ext>
            </a:extLst>
          </p:cNvPr>
          <p:cNvCxnSpPr>
            <a:cxnSpLocks/>
            <a:stCxn id="71" idx="3"/>
            <a:endCxn id="83" idx="1"/>
          </p:cNvCxnSpPr>
          <p:nvPr/>
        </p:nvCxnSpPr>
        <p:spPr>
          <a:xfrm flipV="1">
            <a:off x="6825615" y="4291395"/>
            <a:ext cx="269240" cy="504508"/>
          </a:xfrm>
          <a:prstGeom prst="bentConnector3">
            <a:avLst>
              <a:gd name="adj1" fmla="val 50000"/>
            </a:avLst>
          </a:prstGeom>
          <a:ln>
            <a:solidFill>
              <a:schemeClr val="accent3">
                <a:lumMod val="50000"/>
              </a:schemeClr>
            </a:solidFill>
            <a:prstDash val="dash"/>
            <a:tailEnd type="triangle" w="med" len="med"/>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C1538002-9253-5F52-0394-5C7AF797BE06}"/>
              </a:ext>
            </a:extLst>
          </p:cNvPr>
          <p:cNvCxnSpPr>
            <a:cxnSpLocks/>
            <a:stCxn id="71" idx="3"/>
            <a:endCxn id="65" idx="1"/>
          </p:cNvCxnSpPr>
          <p:nvPr/>
        </p:nvCxnSpPr>
        <p:spPr>
          <a:xfrm>
            <a:off x="6825615" y="4795903"/>
            <a:ext cx="271780" cy="583247"/>
          </a:xfrm>
          <a:prstGeom prst="bentConnector3">
            <a:avLst>
              <a:gd name="adj1" fmla="val 50000"/>
            </a:avLst>
          </a:prstGeom>
          <a:ln>
            <a:solidFill>
              <a:schemeClr val="accent3">
                <a:lumMod val="50000"/>
              </a:schemeClr>
            </a:solidFill>
            <a:prstDash val="dash"/>
            <a:tailEnd type="triangle" w="med" len="med"/>
          </a:ln>
        </p:spPr>
        <p:style>
          <a:lnRef idx="1">
            <a:schemeClr val="dk1"/>
          </a:lnRef>
          <a:fillRef idx="0">
            <a:schemeClr val="dk1"/>
          </a:fillRef>
          <a:effectRef idx="0">
            <a:schemeClr val="dk1"/>
          </a:effectRef>
          <a:fontRef idx="minor">
            <a:schemeClr val="tx1"/>
          </a:fontRef>
        </p:style>
      </p:cxnSp>
      <p:sp>
        <p:nvSpPr>
          <p:cNvPr id="75" name="矩形 107">
            <a:extLst>
              <a:ext uri="{FF2B5EF4-FFF2-40B4-BE49-F238E27FC236}">
                <a16:creationId xmlns:a16="http://schemas.microsoft.com/office/drawing/2014/main" id="{C8AB84BE-F5BD-5D70-9CC1-1B3EEAE5114F}"/>
              </a:ext>
            </a:extLst>
          </p:cNvPr>
          <p:cNvSpPr/>
          <p:nvPr/>
        </p:nvSpPr>
        <p:spPr>
          <a:xfrm>
            <a:off x="8824595" y="1595820"/>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协同用户验证</a:t>
            </a:r>
          </a:p>
        </p:txBody>
      </p:sp>
      <p:cxnSp>
        <p:nvCxnSpPr>
          <p:cNvPr id="76" name="Straight Arrow Connector 26">
            <a:extLst>
              <a:ext uri="{FF2B5EF4-FFF2-40B4-BE49-F238E27FC236}">
                <a16:creationId xmlns:a16="http://schemas.microsoft.com/office/drawing/2014/main" id="{0DB28E1B-03E8-6D18-0AFB-40805EED97F6}"/>
              </a:ext>
            </a:extLst>
          </p:cNvPr>
          <p:cNvCxnSpPr>
            <a:stCxn id="75" idx="3"/>
            <a:endCxn id="66" idx="2"/>
          </p:cNvCxnSpPr>
          <p:nvPr/>
        </p:nvCxnSpPr>
        <p:spPr>
          <a:xfrm flipV="1">
            <a:off x="10008870" y="1897445"/>
            <a:ext cx="427355" cy="1905"/>
          </a:xfrm>
          <a:prstGeom prst="bentConnector3">
            <a:avLst>
              <a:gd name="adj1" fmla="val 50074"/>
            </a:avLst>
          </a:prstGeom>
          <a:ln>
            <a:tailEnd type="triangle" w="med" len="med"/>
          </a:ln>
        </p:spPr>
        <p:style>
          <a:lnRef idx="1">
            <a:schemeClr val="dk1"/>
          </a:lnRef>
          <a:fillRef idx="0">
            <a:schemeClr val="dk1"/>
          </a:fillRef>
          <a:effectRef idx="0">
            <a:schemeClr val="dk1"/>
          </a:effectRef>
          <a:fontRef idx="minor">
            <a:schemeClr val="tx1"/>
          </a:fontRef>
        </p:style>
      </p:cxnSp>
      <p:sp>
        <p:nvSpPr>
          <p:cNvPr id="77" name="文本框 76">
            <a:extLst>
              <a:ext uri="{FF2B5EF4-FFF2-40B4-BE49-F238E27FC236}">
                <a16:creationId xmlns:a16="http://schemas.microsoft.com/office/drawing/2014/main" id="{0B8B0F00-0BE2-9E77-874F-AE6CD0635AB1}"/>
              </a:ext>
            </a:extLst>
          </p:cNvPr>
          <p:cNvSpPr txBox="1"/>
          <p:nvPr/>
        </p:nvSpPr>
        <p:spPr>
          <a:xfrm>
            <a:off x="8357235" y="1605980"/>
            <a:ext cx="450215" cy="306705"/>
          </a:xfrm>
          <a:prstGeom prst="rect">
            <a:avLst/>
          </a:prstGeom>
          <a:noFill/>
        </p:spPr>
        <p:txBody>
          <a:bodyPr wrap="square" rtlCol="0">
            <a:spAutoFit/>
          </a:bodyPr>
          <a:lstStyle/>
          <a:p>
            <a:r>
              <a:rPr lang="zh-CN" altLang="en-US" sz="1400">
                <a:latin typeface="微软雅黑 Light" panose="020B0502040204020203" pitchFamily="34" charset="-122"/>
                <a:ea typeface="微软雅黑" panose="020B0503020204020204" pitchFamily="34" charset="-122"/>
                <a:sym typeface="微软雅黑 Light" panose="020B0502040204020203" pitchFamily="34" charset="-122"/>
              </a:rPr>
              <a:t>是</a:t>
            </a:r>
          </a:p>
        </p:txBody>
      </p:sp>
      <p:sp>
        <p:nvSpPr>
          <p:cNvPr id="78" name="文本框 77">
            <a:extLst>
              <a:ext uri="{FF2B5EF4-FFF2-40B4-BE49-F238E27FC236}">
                <a16:creationId xmlns:a16="http://schemas.microsoft.com/office/drawing/2014/main" id="{10494BED-4E2A-A698-3CE1-767EA7DFD4FA}"/>
              </a:ext>
            </a:extLst>
          </p:cNvPr>
          <p:cNvSpPr txBox="1"/>
          <p:nvPr/>
        </p:nvSpPr>
        <p:spPr>
          <a:xfrm>
            <a:off x="8290560" y="3836735"/>
            <a:ext cx="1042670" cy="275590"/>
          </a:xfrm>
          <a:prstGeom prst="rect">
            <a:avLst/>
          </a:prstGeom>
          <a:noFill/>
        </p:spPr>
        <p:txBody>
          <a:bodyPr wrap="square" rtlCol="0">
            <a:spAutoFit/>
          </a:bodyPr>
          <a:lstStyle/>
          <a:p>
            <a:r>
              <a:rPr lang="zh-CN" altLang="en-US" sz="1200">
                <a:latin typeface="微软雅黑 Light" panose="020B0502040204020203" pitchFamily="34" charset="-122"/>
                <a:ea typeface="微软雅黑" panose="020B0503020204020204" pitchFamily="34" charset="-122"/>
                <a:sym typeface="微软雅黑 Light" panose="020B0502040204020203" pitchFamily="34" charset="-122"/>
              </a:rPr>
              <a:t>问题已处理</a:t>
            </a:r>
          </a:p>
        </p:txBody>
      </p:sp>
      <p:sp>
        <p:nvSpPr>
          <p:cNvPr id="79" name="文本框 78">
            <a:extLst>
              <a:ext uri="{FF2B5EF4-FFF2-40B4-BE49-F238E27FC236}">
                <a16:creationId xmlns:a16="http://schemas.microsoft.com/office/drawing/2014/main" id="{7E0670EE-2B54-6BC9-9BE6-FB65948CF4C6}"/>
              </a:ext>
            </a:extLst>
          </p:cNvPr>
          <p:cNvSpPr txBox="1"/>
          <p:nvPr/>
        </p:nvSpPr>
        <p:spPr>
          <a:xfrm>
            <a:off x="8290560" y="5090860"/>
            <a:ext cx="958850" cy="275590"/>
          </a:xfrm>
          <a:prstGeom prst="rect">
            <a:avLst/>
          </a:prstGeom>
          <a:noFill/>
        </p:spPr>
        <p:txBody>
          <a:bodyPr wrap="square" rtlCol="0">
            <a:spAutoFit/>
          </a:bodyPr>
          <a:lstStyle/>
          <a:p>
            <a:r>
              <a:rPr lang="zh-CN" altLang="en-US" sz="1200">
                <a:latin typeface="微软雅黑 Light" panose="020B0502040204020203" pitchFamily="34" charset="-122"/>
                <a:ea typeface="微软雅黑" panose="020B0503020204020204" pitchFamily="34" charset="-122"/>
                <a:sym typeface="微软雅黑 Light" panose="020B0502040204020203" pitchFamily="34" charset="-122"/>
              </a:rPr>
              <a:t>问题已处理</a:t>
            </a:r>
          </a:p>
        </p:txBody>
      </p:sp>
      <p:sp>
        <p:nvSpPr>
          <p:cNvPr id="80" name="文本框 79">
            <a:extLst>
              <a:ext uri="{FF2B5EF4-FFF2-40B4-BE49-F238E27FC236}">
                <a16:creationId xmlns:a16="http://schemas.microsoft.com/office/drawing/2014/main" id="{15413E30-59D2-7CCA-BCB5-F1DCC962A09B}"/>
              </a:ext>
            </a:extLst>
          </p:cNvPr>
          <p:cNvSpPr txBox="1"/>
          <p:nvPr/>
        </p:nvSpPr>
        <p:spPr>
          <a:xfrm>
            <a:off x="8290560" y="2889315"/>
            <a:ext cx="1126490" cy="275590"/>
          </a:xfrm>
          <a:prstGeom prst="rect">
            <a:avLst/>
          </a:prstGeom>
          <a:noFill/>
        </p:spPr>
        <p:txBody>
          <a:bodyPr wrap="square" rtlCol="0">
            <a:spAutoFit/>
          </a:bodyPr>
          <a:lstStyle/>
          <a:p>
            <a:r>
              <a:rPr lang="zh-CN" altLang="en-US" sz="1200">
                <a:latin typeface="微软雅黑 Light" panose="020B0502040204020203" pitchFamily="34" charset="-122"/>
                <a:ea typeface="微软雅黑" panose="020B0503020204020204" pitchFamily="34" charset="-122"/>
                <a:sym typeface="微软雅黑 Light" panose="020B0502040204020203" pitchFamily="34" charset="-122"/>
              </a:rPr>
              <a:t>问题已处理</a:t>
            </a:r>
          </a:p>
        </p:txBody>
      </p:sp>
      <p:cxnSp>
        <p:nvCxnSpPr>
          <p:cNvPr id="81" name="Straight Arrow Connector 26">
            <a:extLst>
              <a:ext uri="{FF2B5EF4-FFF2-40B4-BE49-F238E27FC236}">
                <a16:creationId xmlns:a16="http://schemas.microsoft.com/office/drawing/2014/main" id="{B5F89E96-C9DA-D9C1-5D02-14A082969A1D}"/>
              </a:ext>
            </a:extLst>
          </p:cNvPr>
          <p:cNvCxnSpPr>
            <a:stCxn id="48" idx="3"/>
            <a:endCxn id="75" idx="2"/>
          </p:cNvCxnSpPr>
          <p:nvPr/>
        </p:nvCxnSpPr>
        <p:spPr>
          <a:xfrm flipV="1">
            <a:off x="8281035" y="2202880"/>
            <a:ext cx="1136015" cy="989965"/>
          </a:xfrm>
          <a:prstGeom prst="bentConnector2">
            <a:avLst/>
          </a:prstGeom>
          <a:ln>
            <a:tailEnd type="triangle" w="med" len="med"/>
          </a:ln>
        </p:spPr>
        <p:style>
          <a:lnRef idx="1">
            <a:schemeClr val="dk1"/>
          </a:lnRef>
          <a:fillRef idx="0">
            <a:schemeClr val="dk1"/>
          </a:fillRef>
          <a:effectRef idx="0">
            <a:schemeClr val="dk1"/>
          </a:effectRef>
          <a:fontRef idx="minor">
            <a:schemeClr val="tx1"/>
          </a:fontRef>
        </p:style>
      </p:cxnSp>
      <p:sp>
        <p:nvSpPr>
          <p:cNvPr id="82" name="文本框 81">
            <a:extLst>
              <a:ext uri="{FF2B5EF4-FFF2-40B4-BE49-F238E27FC236}">
                <a16:creationId xmlns:a16="http://schemas.microsoft.com/office/drawing/2014/main" id="{2D6D143C-B46E-4346-DBF7-3D47032844CE}"/>
              </a:ext>
            </a:extLst>
          </p:cNvPr>
          <p:cNvSpPr txBox="1"/>
          <p:nvPr/>
        </p:nvSpPr>
        <p:spPr>
          <a:xfrm>
            <a:off x="5532755" y="3394140"/>
            <a:ext cx="1645285" cy="275590"/>
          </a:xfrm>
          <a:prstGeom prst="rect">
            <a:avLst/>
          </a:prstGeom>
          <a:noFill/>
        </p:spPr>
        <p:txBody>
          <a:bodyPr wrap="square" rtlCol="0">
            <a:spAutoFit/>
          </a:bodyPr>
          <a:lstStyle/>
          <a:p>
            <a:r>
              <a:rPr lang="zh-CN" altLang="en-US" sz="1200">
                <a:latin typeface="微软雅黑 Light" panose="020B0502040204020203" pitchFamily="34" charset="-122"/>
                <a:ea typeface="微软雅黑" panose="020B0503020204020204" pitchFamily="34" charset="-122"/>
                <a:sym typeface="微软雅黑 Light" panose="020B0502040204020203" pitchFamily="34" charset="-122"/>
              </a:rPr>
              <a:t>联系不到对应责任人</a:t>
            </a:r>
          </a:p>
        </p:txBody>
      </p:sp>
      <p:sp>
        <p:nvSpPr>
          <p:cNvPr id="83" name="矩形 107">
            <a:extLst>
              <a:ext uri="{FF2B5EF4-FFF2-40B4-BE49-F238E27FC236}">
                <a16:creationId xmlns:a16="http://schemas.microsoft.com/office/drawing/2014/main" id="{3715D19E-7054-7622-498A-D6C4509549FF}"/>
              </a:ext>
            </a:extLst>
          </p:cNvPr>
          <p:cNvSpPr/>
          <p:nvPr/>
        </p:nvSpPr>
        <p:spPr>
          <a:xfrm>
            <a:off x="7094855" y="3987865"/>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kern="0" dirty="0">
                <a:solidFill>
                  <a:prstClr val="black"/>
                </a:solidFill>
                <a:latin typeface="微软雅黑 Light" panose="020B0502040204020203" pitchFamily="34" charset="-122"/>
                <a:ea typeface="微软雅黑" panose="020B0503020204020204" pitchFamily="34" charset="-122"/>
                <a:sym typeface="微软雅黑 Light" panose="020B0502040204020203" pitchFamily="34" charset="-122"/>
              </a:rPr>
              <a:t>问题接收、情况详细了解</a:t>
            </a:r>
            <a:endPar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4" name="Rectangle 18">
            <a:extLst>
              <a:ext uri="{FF2B5EF4-FFF2-40B4-BE49-F238E27FC236}">
                <a16:creationId xmlns:a16="http://schemas.microsoft.com/office/drawing/2014/main" id="{8A0F8FBA-3908-07AF-C46F-49645D271A52}"/>
              </a:ext>
            </a:extLst>
          </p:cNvPr>
          <p:cNvSpPr/>
          <p:nvPr/>
        </p:nvSpPr>
        <p:spPr>
          <a:xfrm>
            <a:off x="7097395" y="3813875"/>
            <a:ext cx="488950" cy="173990"/>
          </a:xfrm>
          <a:prstGeom prst="rect">
            <a:avLst/>
          </a:prstGeom>
          <a:solidFill>
            <a:srgbClr val="004E50"/>
          </a:solidFill>
          <a:ln w="12700" cap="flat" cmpd="sng" algn="ctr">
            <a:solidFill>
              <a:srgbClr val="00206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0" lang="zh-CN" altLang="en-US" sz="1055"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问题</a:t>
            </a:r>
          </a:p>
        </p:txBody>
      </p:sp>
      <p:sp>
        <p:nvSpPr>
          <p:cNvPr id="85" name="Oval 185">
            <a:extLst>
              <a:ext uri="{FF2B5EF4-FFF2-40B4-BE49-F238E27FC236}">
                <a16:creationId xmlns:a16="http://schemas.microsoft.com/office/drawing/2014/main" id="{D23B9A12-3AB2-678E-9BEF-B57F07FD8BAE}"/>
              </a:ext>
            </a:extLst>
          </p:cNvPr>
          <p:cNvSpPr/>
          <p:nvPr/>
        </p:nvSpPr>
        <p:spPr>
          <a:xfrm>
            <a:off x="6898005" y="3550350"/>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4</a:t>
            </a:r>
          </a:p>
        </p:txBody>
      </p:sp>
      <p:sp>
        <p:nvSpPr>
          <p:cNvPr id="86" name="文本框 69">
            <a:extLst>
              <a:ext uri="{FF2B5EF4-FFF2-40B4-BE49-F238E27FC236}">
                <a16:creationId xmlns:a16="http://schemas.microsoft.com/office/drawing/2014/main" id="{9ACBDDB7-3D12-96AD-5A03-6F2C6AB1208D}"/>
              </a:ext>
            </a:extLst>
          </p:cNvPr>
          <p:cNvSpPr txBox="1"/>
          <p:nvPr/>
        </p:nvSpPr>
        <p:spPr>
          <a:xfrm>
            <a:off x="7586980" y="3669730"/>
            <a:ext cx="108839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业务负责人</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7" name="Oval 185">
            <a:extLst>
              <a:ext uri="{FF2B5EF4-FFF2-40B4-BE49-F238E27FC236}">
                <a16:creationId xmlns:a16="http://schemas.microsoft.com/office/drawing/2014/main" id="{0B9F97E3-4890-3D73-81CD-80F13BCA2DDD}"/>
              </a:ext>
            </a:extLst>
          </p:cNvPr>
          <p:cNvSpPr/>
          <p:nvPr/>
        </p:nvSpPr>
        <p:spPr>
          <a:xfrm>
            <a:off x="6906260" y="4702875"/>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5</a:t>
            </a:r>
          </a:p>
        </p:txBody>
      </p:sp>
      <p:sp>
        <p:nvSpPr>
          <p:cNvPr id="88" name="文本框 69">
            <a:extLst>
              <a:ext uri="{FF2B5EF4-FFF2-40B4-BE49-F238E27FC236}">
                <a16:creationId xmlns:a16="http://schemas.microsoft.com/office/drawing/2014/main" id="{E08893B4-41C1-CA1C-91B8-EAE0C4A1683E}"/>
              </a:ext>
            </a:extLst>
          </p:cNvPr>
          <p:cNvSpPr txBox="1"/>
          <p:nvPr/>
        </p:nvSpPr>
        <p:spPr>
          <a:xfrm>
            <a:off x="7585075" y="4790505"/>
            <a:ext cx="1090295"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技术负责人</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9" name="Oval 185">
            <a:extLst>
              <a:ext uri="{FF2B5EF4-FFF2-40B4-BE49-F238E27FC236}">
                <a16:creationId xmlns:a16="http://schemas.microsoft.com/office/drawing/2014/main" id="{68E857B9-8BE0-172C-EB78-9549AC63D169}"/>
              </a:ext>
            </a:extLst>
          </p:cNvPr>
          <p:cNvSpPr/>
          <p:nvPr/>
        </p:nvSpPr>
        <p:spPr>
          <a:xfrm>
            <a:off x="5532755" y="4106610"/>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6</a:t>
            </a:r>
          </a:p>
        </p:txBody>
      </p:sp>
      <p:sp>
        <p:nvSpPr>
          <p:cNvPr id="90" name="文本框 69">
            <a:extLst>
              <a:ext uri="{FF2B5EF4-FFF2-40B4-BE49-F238E27FC236}">
                <a16:creationId xmlns:a16="http://schemas.microsoft.com/office/drawing/2014/main" id="{F789C9A4-F74D-B560-64DA-199ABCA48EE7}"/>
              </a:ext>
            </a:extLst>
          </p:cNvPr>
          <p:cNvSpPr txBox="1"/>
          <p:nvPr/>
        </p:nvSpPr>
        <p:spPr>
          <a:xfrm>
            <a:off x="5696585" y="4264090"/>
            <a:ext cx="107315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项目管理组</a:t>
            </a:r>
          </a:p>
        </p:txBody>
      </p:sp>
      <p:graphicFrame>
        <p:nvGraphicFramePr>
          <p:cNvPr id="91" name="表格 90">
            <a:extLst>
              <a:ext uri="{FF2B5EF4-FFF2-40B4-BE49-F238E27FC236}">
                <a16:creationId xmlns:a16="http://schemas.microsoft.com/office/drawing/2014/main" id="{8A0726D1-3545-2A52-0925-2E13859018B5}"/>
              </a:ext>
            </a:extLst>
          </p:cNvPr>
          <p:cNvGraphicFramePr>
            <a:graphicFrameLocks noGrp="1"/>
          </p:cNvGraphicFramePr>
          <p:nvPr>
            <p:custDataLst>
              <p:tags r:id="rId1"/>
            </p:custDataLst>
            <p:extLst>
              <p:ext uri="{D42A27DB-BD31-4B8C-83A1-F6EECF244321}">
                <p14:modId xmlns:p14="http://schemas.microsoft.com/office/powerpoint/2010/main" val="3230679839"/>
              </p:ext>
            </p:extLst>
          </p:nvPr>
        </p:nvGraphicFramePr>
        <p:xfrm>
          <a:off x="628650" y="3356189"/>
          <a:ext cx="4691062" cy="1989455"/>
        </p:xfrm>
        <a:graphic>
          <a:graphicData uri="http://schemas.openxmlformats.org/drawingml/2006/table">
            <a:tbl>
              <a:tblPr>
                <a:tableStyleId>{5C22544A-7EE6-4342-B048-85BDC9FD1C3A}</a:tableStyleId>
              </a:tblPr>
              <a:tblGrid>
                <a:gridCol w="638891">
                  <a:extLst>
                    <a:ext uri="{9D8B030D-6E8A-4147-A177-3AD203B41FA5}">
                      <a16:colId xmlns:a16="http://schemas.microsoft.com/office/drawing/2014/main" val="20000"/>
                    </a:ext>
                  </a:extLst>
                </a:gridCol>
                <a:gridCol w="698295">
                  <a:extLst>
                    <a:ext uri="{9D8B030D-6E8A-4147-A177-3AD203B41FA5}">
                      <a16:colId xmlns:a16="http://schemas.microsoft.com/office/drawing/2014/main" val="20001"/>
                    </a:ext>
                  </a:extLst>
                </a:gridCol>
                <a:gridCol w="1691764">
                  <a:extLst>
                    <a:ext uri="{9D8B030D-6E8A-4147-A177-3AD203B41FA5}">
                      <a16:colId xmlns:a16="http://schemas.microsoft.com/office/drawing/2014/main" val="20002"/>
                    </a:ext>
                  </a:extLst>
                </a:gridCol>
                <a:gridCol w="1662112">
                  <a:extLst>
                    <a:ext uri="{9D8B030D-6E8A-4147-A177-3AD203B41FA5}">
                      <a16:colId xmlns:a16="http://schemas.microsoft.com/office/drawing/2014/main" val="20003"/>
                    </a:ext>
                  </a:extLst>
                </a:gridCol>
              </a:tblGrid>
              <a:tr h="515620">
                <a:tc>
                  <a:txBody>
                    <a:bodyPr/>
                    <a:lstStyle/>
                    <a:p>
                      <a:pPr algn="ctr" fontAlgn="ctr"/>
                      <a:r>
                        <a:rPr lang="zh-CN" altLang="en-US" sz="1200" b="1" u="none" strike="noStrike"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rPr>
                        <a:t>组织</a:t>
                      </a:r>
                      <a:endParaRPr lang="zh-CN" altLang="en-US" sz="1200" b="1" i="0" u="none" strike="noStrike"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70EA"/>
                    </a:solidFill>
                  </a:tcPr>
                </a:tc>
                <a:tc>
                  <a:txBody>
                    <a:bodyPr/>
                    <a:lstStyle/>
                    <a:p>
                      <a:pPr algn="ctr" fontAlgn="ctr"/>
                      <a:r>
                        <a:rPr lang="zh-CN" altLang="en-US" sz="1200" b="1" u="none" strike="noStrike"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rPr>
                        <a:t>责任人</a:t>
                      </a:r>
                      <a:endParaRPr lang="zh-CN" altLang="en-US" sz="1200" b="1" i="0" u="none" strike="noStrike"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70EA"/>
                    </a:solidFill>
                  </a:tcPr>
                </a:tc>
                <a:tc>
                  <a:txBody>
                    <a:bodyPr/>
                    <a:lstStyle/>
                    <a:p>
                      <a:pPr algn="ctr" fontAlgn="ctr"/>
                      <a:r>
                        <a:rPr lang="zh-CN" altLang="en-US" sz="1200" b="1" u="none" strike="noStrike"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rPr>
                        <a:t>业务顾问</a:t>
                      </a:r>
                      <a:endParaRPr lang="zh-CN" altLang="en-US" sz="1200" b="1" i="0" u="none" strike="noStrike"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70EA"/>
                    </a:solidFill>
                  </a:tcPr>
                </a:tc>
                <a:tc>
                  <a:txBody>
                    <a:bodyPr/>
                    <a:lstStyle/>
                    <a:p>
                      <a:pPr algn="ctr" fontAlgn="ctr"/>
                      <a:r>
                        <a:rPr lang="zh-CN" altLang="en-US" sz="1200" b="1" u="none" strike="noStrike"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rPr>
                        <a:t>开发人员</a:t>
                      </a:r>
                      <a:endParaRPr lang="zh-CN" altLang="en-US" sz="1200" b="1" i="0" u="none" strike="noStrike" dirty="0">
                        <a:solidFill>
                          <a:schemeClr val="bg1"/>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70EA"/>
                    </a:solidFill>
                  </a:tcPr>
                </a:tc>
                <a:extLst>
                  <a:ext uri="{0D108BD9-81ED-4DB2-BD59-A6C34878D82A}">
                    <a16:rowId xmlns:a16="http://schemas.microsoft.com/office/drawing/2014/main" val="10000"/>
                  </a:ext>
                </a:extLst>
              </a:tr>
              <a:tr h="368300">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8935">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68935">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7665">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pitchFamily="3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92" name="矩形 91">
            <a:extLst>
              <a:ext uri="{FF2B5EF4-FFF2-40B4-BE49-F238E27FC236}">
                <a16:creationId xmlns:a16="http://schemas.microsoft.com/office/drawing/2014/main" id="{A3F48109-6317-D53B-E7AC-76424DA090FD}"/>
              </a:ext>
            </a:extLst>
          </p:cNvPr>
          <p:cNvSpPr/>
          <p:nvPr/>
        </p:nvSpPr>
        <p:spPr bwMode="auto">
          <a:xfrm>
            <a:off x="434339" y="5791348"/>
            <a:ext cx="11146339" cy="511907"/>
          </a:xfrm>
          <a:prstGeom prst="rect">
            <a:avLst/>
          </a:prstGeom>
          <a:solidFill>
            <a:srgbClr val="919191">
              <a:lumMod val="20000"/>
              <a:lumOff val="80000"/>
            </a:srgbClr>
          </a:solidFill>
          <a:ln w="6350">
            <a:noFill/>
            <a:miter lim="800000"/>
          </a:ln>
        </p:spPr>
        <p:txBody>
          <a:bodyPr lIns="360000" tIns="144000" rIns="144000" bIns="72000">
            <a:noAutofit/>
          </a:bodyPr>
          <a:lstStyle/>
          <a:p>
            <a:pPr marL="174625" lvl="0" indent="-174625" algn="l" eaLnBrk="0" hangingPunct="0">
              <a:lnSpc>
                <a:spcPct val="150000"/>
              </a:lnSpc>
              <a:spcBef>
                <a:spcPts val="100"/>
              </a:spcBef>
              <a:spcAft>
                <a:spcPts val="100"/>
              </a:spcAft>
              <a:buClrTx/>
              <a:buSzTx/>
              <a:buFontTx/>
              <a:buChar char="•"/>
              <a:defRPr/>
            </a:pPr>
            <a:endParaRPr lang="en-US" altLang="zh-CN" sz="1100"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3" name="Rectangle 12">
            <a:extLst>
              <a:ext uri="{FF2B5EF4-FFF2-40B4-BE49-F238E27FC236}">
                <a16:creationId xmlns:a16="http://schemas.microsoft.com/office/drawing/2014/main" id="{D2484BAE-AB24-5331-FB9A-9ECB8F31FDA1}"/>
              </a:ext>
            </a:extLst>
          </p:cNvPr>
          <p:cNvSpPr>
            <a:spLocks noChangeArrowheads="1"/>
          </p:cNvSpPr>
          <p:nvPr>
            <p:custDataLst>
              <p:tags r:id="rId2"/>
            </p:custDataLst>
          </p:nvPr>
        </p:nvSpPr>
        <p:spPr bwMode="auto">
          <a:xfrm>
            <a:off x="434340" y="5565953"/>
            <a:ext cx="996010" cy="400110"/>
          </a:xfrm>
          <a:prstGeom prst="rect">
            <a:avLst/>
          </a:prstGeom>
          <a:solidFill>
            <a:srgbClr val="1770EA"/>
          </a:solidFill>
          <a:ln w="6350">
            <a:noFill/>
            <a:miter lim="800000"/>
          </a:ln>
          <a:effectLst/>
        </p:spPr>
        <p:txBody>
          <a:bodyPr wrap="none" lIns="72000" tIns="108000" rIns="72000" bIns="72000" anchor="ctr"/>
          <a:lstStyle/>
          <a:p>
            <a:pPr marL="0" marR="0" lvl="0" indent="0" algn="ctr" defTabSz="914400" eaLnBrk="0" fontAlgn="auto" latinLnBrk="0" hangingPunct="0">
              <a:lnSpc>
                <a:spcPct val="85000"/>
              </a:lnSpc>
              <a:spcBef>
                <a:spcPts val="100"/>
              </a:spcBef>
              <a:spcAft>
                <a:spcPts val="300"/>
              </a:spcAft>
              <a:buClrTx/>
              <a:buSzTx/>
              <a:buFontTx/>
              <a:buNone/>
              <a:defRPr/>
            </a:pPr>
            <a:r>
              <a:rPr lang="zh-CN" altLang="en-US" sz="1200" b="1" kern="0" cap="all" noProof="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运维回访</a:t>
            </a:r>
            <a:endParaRPr kumimoji="0" lang="zh-CN" altLang="en-US" sz="1200" b="1" i="0" u="none" strike="noStrike" kern="0" cap="all"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4" name="流程图: 可选过程 93">
            <a:extLst>
              <a:ext uri="{FF2B5EF4-FFF2-40B4-BE49-F238E27FC236}">
                <a16:creationId xmlns:a16="http://schemas.microsoft.com/office/drawing/2014/main" id="{C5A6CD9F-B196-44E6-574E-C546562600FB}"/>
              </a:ext>
            </a:extLst>
          </p:cNvPr>
          <p:cNvSpPr/>
          <p:nvPr/>
        </p:nvSpPr>
        <p:spPr>
          <a:xfrm>
            <a:off x="1740924" y="5872650"/>
            <a:ext cx="1188000" cy="360000"/>
          </a:xfrm>
          <a:prstGeom prst="flowChartAlternateProcess">
            <a:avLst/>
          </a:prstGeom>
          <a:solidFill>
            <a:srgbClr val="43BBBE"/>
          </a:solidFill>
          <a:ln>
            <a:noFill/>
          </a:ln>
          <a:effectLst/>
        </p:spPr>
        <p:style>
          <a:lnRef idx="1">
            <a:schemeClr val="accent1"/>
          </a:lnRef>
          <a:fillRef idx="3">
            <a:schemeClr val="accent1"/>
          </a:fillRef>
          <a:effectRef idx="2">
            <a:schemeClr val="accent1"/>
          </a:effectRef>
          <a:fontRef idx="minor">
            <a:schemeClr val="lt1"/>
          </a:fontRef>
        </p:style>
        <p:txBody>
          <a:bodyPr anchor="ctr" anchorCtr="1"/>
          <a:lstStyle/>
          <a:p>
            <a:pPr algn="ctr"/>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上线问题总结</a:t>
            </a:r>
          </a:p>
        </p:txBody>
      </p:sp>
      <p:cxnSp>
        <p:nvCxnSpPr>
          <p:cNvPr id="95" name="直接箭头连接符 94">
            <a:extLst>
              <a:ext uri="{FF2B5EF4-FFF2-40B4-BE49-F238E27FC236}">
                <a16:creationId xmlns:a16="http://schemas.microsoft.com/office/drawing/2014/main" id="{7A8A12B9-BE4D-33A7-C87C-E66BA01E56FF}"/>
              </a:ext>
            </a:extLst>
          </p:cNvPr>
          <p:cNvCxnSpPr>
            <a:cxnSpLocks/>
          </p:cNvCxnSpPr>
          <p:nvPr/>
        </p:nvCxnSpPr>
        <p:spPr>
          <a:xfrm>
            <a:off x="3026418" y="6052650"/>
            <a:ext cx="360000" cy="0"/>
          </a:xfrm>
          <a:prstGeom prst="straightConnector1">
            <a:avLst/>
          </a:prstGeom>
          <a:ln w="63500">
            <a:miter lim="800000"/>
            <a:tailEnd type="triangle"/>
          </a:ln>
        </p:spPr>
        <p:style>
          <a:lnRef idx="2">
            <a:schemeClr val="accent1"/>
          </a:lnRef>
          <a:fillRef idx="0">
            <a:schemeClr val="accent1"/>
          </a:fillRef>
          <a:effectRef idx="1">
            <a:schemeClr val="accent1"/>
          </a:effectRef>
          <a:fontRef idx="minor">
            <a:schemeClr val="tx1"/>
          </a:fontRef>
        </p:style>
      </p:cxnSp>
      <p:sp>
        <p:nvSpPr>
          <p:cNvPr id="96" name="流程图: 可选过程 95">
            <a:extLst>
              <a:ext uri="{FF2B5EF4-FFF2-40B4-BE49-F238E27FC236}">
                <a16:creationId xmlns:a16="http://schemas.microsoft.com/office/drawing/2014/main" id="{4248D80F-88C4-2F49-5310-67D7BCEBE69C}"/>
              </a:ext>
            </a:extLst>
          </p:cNvPr>
          <p:cNvSpPr/>
          <p:nvPr/>
        </p:nvSpPr>
        <p:spPr>
          <a:xfrm>
            <a:off x="3483912" y="5872650"/>
            <a:ext cx="1188000" cy="360000"/>
          </a:xfrm>
          <a:prstGeom prst="flowChartAlternateProcess">
            <a:avLst/>
          </a:prstGeom>
          <a:solidFill>
            <a:srgbClr val="43BBBE"/>
          </a:solidFill>
          <a:ln>
            <a:noFill/>
          </a:ln>
          <a:effectLst/>
        </p:spPr>
        <p:style>
          <a:lnRef idx="1">
            <a:schemeClr val="accent1"/>
          </a:lnRef>
          <a:fillRef idx="3">
            <a:schemeClr val="accent1"/>
          </a:fillRef>
          <a:effectRef idx="2">
            <a:schemeClr val="accent1"/>
          </a:effectRef>
          <a:fontRef idx="minor">
            <a:schemeClr val="lt1"/>
          </a:fontRef>
        </p:style>
        <p:txBody>
          <a:bodyPr anchor="ctr" anchorCtr="1"/>
          <a:lstStyle/>
          <a:p>
            <a:pPr algn="ctr"/>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典型公司走访</a:t>
            </a:r>
          </a:p>
        </p:txBody>
      </p:sp>
      <p:cxnSp>
        <p:nvCxnSpPr>
          <p:cNvPr id="97" name="直接箭头连接符 96">
            <a:extLst>
              <a:ext uri="{FF2B5EF4-FFF2-40B4-BE49-F238E27FC236}">
                <a16:creationId xmlns:a16="http://schemas.microsoft.com/office/drawing/2014/main" id="{1CDF30DF-15D2-B210-8A0E-22E4F4F72BBE}"/>
              </a:ext>
            </a:extLst>
          </p:cNvPr>
          <p:cNvCxnSpPr>
            <a:cxnSpLocks/>
          </p:cNvCxnSpPr>
          <p:nvPr/>
        </p:nvCxnSpPr>
        <p:spPr>
          <a:xfrm>
            <a:off x="4769406" y="6047019"/>
            <a:ext cx="360000" cy="11262"/>
          </a:xfrm>
          <a:prstGeom prst="straightConnector1">
            <a:avLst/>
          </a:prstGeom>
          <a:ln w="63500">
            <a:miter lim="800000"/>
            <a:tailEnd type="triangle"/>
          </a:ln>
        </p:spPr>
        <p:style>
          <a:lnRef idx="2">
            <a:schemeClr val="accent1"/>
          </a:lnRef>
          <a:fillRef idx="0">
            <a:schemeClr val="accent1"/>
          </a:fillRef>
          <a:effectRef idx="1">
            <a:schemeClr val="accent1"/>
          </a:effectRef>
          <a:fontRef idx="minor">
            <a:schemeClr val="tx1"/>
          </a:fontRef>
        </p:style>
      </p:cxnSp>
      <p:sp>
        <p:nvSpPr>
          <p:cNvPr id="98" name="流程图: 可选过程 97">
            <a:extLst>
              <a:ext uri="{FF2B5EF4-FFF2-40B4-BE49-F238E27FC236}">
                <a16:creationId xmlns:a16="http://schemas.microsoft.com/office/drawing/2014/main" id="{96E07084-DB90-6BDB-FA40-753392F9B672}"/>
              </a:ext>
            </a:extLst>
          </p:cNvPr>
          <p:cNvSpPr/>
          <p:nvPr/>
        </p:nvSpPr>
        <p:spPr>
          <a:xfrm>
            <a:off x="5226900" y="5872650"/>
            <a:ext cx="1188000" cy="360000"/>
          </a:xfrm>
          <a:prstGeom prst="flowChartAlternateProcess">
            <a:avLst/>
          </a:prstGeom>
          <a:solidFill>
            <a:srgbClr val="43BBBE"/>
          </a:solidFill>
          <a:ln>
            <a:noFill/>
          </a:ln>
          <a:effectLst/>
        </p:spPr>
        <p:style>
          <a:lnRef idx="1">
            <a:schemeClr val="accent1"/>
          </a:lnRef>
          <a:fillRef idx="3">
            <a:schemeClr val="accent1"/>
          </a:fillRef>
          <a:effectRef idx="2">
            <a:schemeClr val="accent1"/>
          </a:effectRef>
          <a:fontRef idx="minor">
            <a:schemeClr val="lt1"/>
          </a:fontRef>
        </p:style>
        <p:txBody>
          <a:bodyPr anchor="ctr" anchorCtr="1"/>
          <a:lstStyle/>
          <a:p>
            <a:pPr algn="ctr"/>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回访反馈</a:t>
            </a:r>
            <a:endParaRPr lang="en-US" altLang="zh-CN" sz="1200" b="1" dirty="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9" name="流程图: 可选过程 98">
            <a:extLst>
              <a:ext uri="{FF2B5EF4-FFF2-40B4-BE49-F238E27FC236}">
                <a16:creationId xmlns:a16="http://schemas.microsoft.com/office/drawing/2014/main" id="{B3A67ECF-E3B2-115B-572D-237CD0D1DD7B}"/>
              </a:ext>
            </a:extLst>
          </p:cNvPr>
          <p:cNvSpPr/>
          <p:nvPr/>
        </p:nvSpPr>
        <p:spPr>
          <a:xfrm>
            <a:off x="6969888" y="5872650"/>
            <a:ext cx="1188000" cy="360000"/>
          </a:xfrm>
          <a:prstGeom prst="flowChartAlternateProcess">
            <a:avLst/>
          </a:prstGeom>
          <a:solidFill>
            <a:srgbClr val="43BBBE"/>
          </a:solidFill>
          <a:ln>
            <a:noFill/>
          </a:ln>
          <a:effectLst/>
        </p:spPr>
        <p:style>
          <a:lnRef idx="1">
            <a:schemeClr val="accent1"/>
          </a:lnRef>
          <a:fillRef idx="3">
            <a:schemeClr val="accent1"/>
          </a:fillRef>
          <a:effectRef idx="2">
            <a:schemeClr val="accent1"/>
          </a:effectRef>
          <a:fontRef idx="minor">
            <a:schemeClr val="lt1"/>
          </a:fontRef>
        </p:style>
        <p:txBody>
          <a:bodyPr anchor="ctr" anchorCtr="1"/>
          <a:lstStyle/>
          <a:p>
            <a:pPr algn="ctr"/>
            <a:r>
              <a:rPr lang="zh-CN" altLang="en-US" sz="1200" b="1" dirty="0">
                <a:latin typeface="微软雅黑 Light" panose="020B0502040204020203" pitchFamily="34" charset="-122"/>
                <a:ea typeface="微软雅黑" panose="020B0503020204020204" pitchFamily="34" charset="-122"/>
                <a:sym typeface="微软雅黑 Light" panose="020B0502040204020203" pitchFamily="34" charset="-122"/>
              </a:rPr>
              <a:t>调查问卷</a:t>
            </a:r>
          </a:p>
        </p:txBody>
      </p:sp>
      <p:cxnSp>
        <p:nvCxnSpPr>
          <p:cNvPr id="100" name="直接箭头连接符 99">
            <a:extLst>
              <a:ext uri="{FF2B5EF4-FFF2-40B4-BE49-F238E27FC236}">
                <a16:creationId xmlns:a16="http://schemas.microsoft.com/office/drawing/2014/main" id="{73863365-6D79-243E-7DA2-BEDF957E0674}"/>
              </a:ext>
            </a:extLst>
          </p:cNvPr>
          <p:cNvCxnSpPr>
            <a:cxnSpLocks/>
          </p:cNvCxnSpPr>
          <p:nvPr/>
        </p:nvCxnSpPr>
        <p:spPr>
          <a:xfrm>
            <a:off x="6512394" y="6047019"/>
            <a:ext cx="360000" cy="11262"/>
          </a:xfrm>
          <a:prstGeom prst="straightConnector1">
            <a:avLst/>
          </a:prstGeom>
          <a:ln w="63500">
            <a:miter lim="800000"/>
            <a:tailEnd type="triangle"/>
          </a:ln>
        </p:spPr>
        <p:style>
          <a:lnRef idx="2">
            <a:schemeClr val="accent1"/>
          </a:lnRef>
          <a:fillRef idx="0">
            <a:schemeClr val="accent1"/>
          </a:fillRef>
          <a:effectRef idx="1">
            <a:schemeClr val="accent1"/>
          </a:effectRef>
          <a:fontRef idx="minor">
            <a:schemeClr val="tx1"/>
          </a:fontRef>
        </p:style>
      </p:cxnSp>
      <p:sp>
        <p:nvSpPr>
          <p:cNvPr id="101" name="文本框 100">
            <a:extLst>
              <a:ext uri="{FF2B5EF4-FFF2-40B4-BE49-F238E27FC236}">
                <a16:creationId xmlns:a16="http://schemas.microsoft.com/office/drawing/2014/main" id="{FC3B70DF-4BD4-3483-141B-2165F1FC12DD}"/>
              </a:ext>
            </a:extLst>
          </p:cNvPr>
          <p:cNvSpPr txBox="1"/>
          <p:nvPr/>
        </p:nvSpPr>
        <p:spPr>
          <a:xfrm>
            <a:off x="8509184" y="5923908"/>
            <a:ext cx="2240916" cy="246221"/>
          </a:xfrm>
          <a:prstGeom prst="rect">
            <a:avLst/>
          </a:prstGeom>
          <a:noFill/>
        </p:spPr>
        <p:txBody>
          <a:bodyPr wrap="square">
            <a:spAutoFit/>
          </a:bodyPr>
          <a:lstStyle/>
          <a:p>
            <a:r>
              <a:rPr kumimoji="1" lang="zh-CN" altLang="en-US" sz="1000" b="1" kern="0" dirty="0">
                <a:latin typeface="微软雅黑 Light" panose="020B0502040204020203" pitchFamily="34" charset="-122"/>
                <a:ea typeface="微软雅黑" panose="020B0503020204020204" pitchFamily="34" charset="-122"/>
                <a:sym typeface="微软雅黑 Light" panose="020B0502040204020203" pitchFamily="34" charset="-122"/>
              </a:rPr>
              <a:t>注</a:t>
            </a:r>
            <a:r>
              <a:rPr kumimoji="1" lang="zh-CN" altLang="en-US" sz="1000" b="1" kern="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：视疫情情况安排现场或远程回访。</a:t>
            </a:r>
          </a:p>
        </p:txBody>
      </p:sp>
    </p:spTree>
    <p:extLst>
      <p:ext uri="{BB962C8B-B14F-4D97-AF65-F5344CB8AC3E}">
        <p14:creationId xmlns:p14="http://schemas.microsoft.com/office/powerpoint/2010/main" val="577991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5C0B65-0A57-01A1-D14D-0B0A2390A970}"/>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项目风险及控制</a:t>
            </a:r>
          </a:p>
        </p:txBody>
      </p:sp>
      <p:sp>
        <p:nvSpPr>
          <p:cNvPr id="3" name="文本占位符 2">
            <a:extLst>
              <a:ext uri="{FF2B5EF4-FFF2-40B4-BE49-F238E27FC236}">
                <a16:creationId xmlns:a16="http://schemas.microsoft.com/office/drawing/2014/main" id="{3D2FA5F9-FAFC-3994-E370-995E5B442515}"/>
              </a:ext>
            </a:extLst>
          </p:cNvPr>
          <p:cNvSpPr>
            <a:spLocks noGrp="1"/>
          </p:cNvSpPr>
          <p:nvPr>
            <p:ph type="body" sz="quarter" idx="1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2997910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对预期目标、变革冲击、改善过程要有合理的认识</a:t>
            </a: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项目实施微笑曲线</a:t>
            </a:r>
          </a:p>
        </p:txBody>
      </p:sp>
      <p:grpSp>
        <p:nvGrpSpPr>
          <p:cNvPr id="2" name="组合 1">
            <a:extLst>
              <a:ext uri="{FF2B5EF4-FFF2-40B4-BE49-F238E27FC236}">
                <a16:creationId xmlns:a16="http://schemas.microsoft.com/office/drawing/2014/main" id="{65E7C585-D374-1CB8-498C-FF366F03BC61}"/>
              </a:ext>
            </a:extLst>
          </p:cNvPr>
          <p:cNvGrpSpPr/>
          <p:nvPr/>
        </p:nvGrpSpPr>
        <p:grpSpPr>
          <a:xfrm>
            <a:off x="657226" y="1285875"/>
            <a:ext cx="11077574" cy="5057670"/>
            <a:chOff x="1020761" y="1899895"/>
            <a:chExt cx="8168704" cy="3881726"/>
          </a:xfrm>
        </p:grpSpPr>
        <p:grpSp>
          <p:nvGrpSpPr>
            <p:cNvPr id="5" name="组合 4">
              <a:extLst>
                <a:ext uri="{FF2B5EF4-FFF2-40B4-BE49-F238E27FC236}">
                  <a16:creationId xmlns:a16="http://schemas.microsoft.com/office/drawing/2014/main" id="{D34662F8-62B4-3DBA-2D9C-7C0C2FDBE8EF}"/>
                </a:ext>
              </a:extLst>
            </p:cNvPr>
            <p:cNvGrpSpPr/>
            <p:nvPr/>
          </p:nvGrpSpPr>
          <p:grpSpPr>
            <a:xfrm>
              <a:off x="1020761" y="2022942"/>
              <a:ext cx="8168704" cy="3758679"/>
              <a:chOff x="858679" y="1121328"/>
              <a:chExt cx="7324051" cy="3329431"/>
            </a:xfrm>
          </p:grpSpPr>
          <p:sp>
            <p:nvSpPr>
              <p:cNvPr id="6" name="AutoShape 7">
                <a:extLst>
                  <a:ext uri="{FF2B5EF4-FFF2-40B4-BE49-F238E27FC236}">
                    <a16:creationId xmlns:a16="http://schemas.microsoft.com/office/drawing/2014/main" id="{FCF5F5D5-2669-3D82-C60B-BC1ECC3F50F0}"/>
                  </a:ext>
                </a:extLst>
              </p:cNvPr>
              <p:cNvSpPr>
                <a:spLocks noChangeArrowheads="1"/>
              </p:cNvSpPr>
              <p:nvPr/>
            </p:nvSpPr>
            <p:spPr bwMode="auto">
              <a:xfrm rot="5400000">
                <a:off x="2443639" y="1585278"/>
                <a:ext cx="1533525" cy="1221581"/>
              </a:xfrm>
              <a:prstGeom prst="homePlate">
                <a:avLst>
                  <a:gd name="adj" fmla="val 8890"/>
                </a:avLst>
              </a:prstGeom>
              <a:solidFill>
                <a:srgbClr val="22AAFE"/>
              </a:solidFill>
              <a:ln w="6350">
                <a:noFill/>
                <a:miter lim="800000"/>
              </a:ln>
              <a:effectLst>
                <a:outerShdw dist="35921" dir="2700000" algn="ctr" rotWithShape="0">
                  <a:schemeClr val="bg2"/>
                </a:outerShdw>
              </a:effectLst>
            </p:spPr>
            <p:txBody>
              <a:bodyPr vert="horz" wrap="none" lIns="35243" tIns="35243" rIns="35243" bIns="35243" numCol="1" anchor="ctr" anchorCtr="0" compatLnSpc="1"/>
              <a:lstStyle/>
              <a:p>
                <a:endParaRPr lang="zh-CN" altLang="en-US" sz="788">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 name="Rectangle 146">
                <a:extLst>
                  <a:ext uri="{FF2B5EF4-FFF2-40B4-BE49-F238E27FC236}">
                    <a16:creationId xmlns:a16="http://schemas.microsoft.com/office/drawing/2014/main" id="{75E3988F-642D-A32C-0401-17C2A4C6E1A8}"/>
                  </a:ext>
                </a:extLst>
              </p:cNvPr>
              <p:cNvSpPr>
                <a:spLocks noChangeArrowheads="1"/>
              </p:cNvSpPr>
              <p:nvPr/>
            </p:nvSpPr>
            <p:spPr bwMode="auto">
              <a:xfrm>
                <a:off x="2133101" y="3116479"/>
                <a:ext cx="1221932" cy="112795"/>
              </a:xfrm>
              <a:prstGeom prst="rect">
                <a:avLst/>
              </a:prstGeom>
              <a:noFill/>
              <a:ln w="12700">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750"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极高的期盼</a:t>
                </a:r>
              </a:p>
            </p:txBody>
          </p:sp>
          <p:sp>
            <p:nvSpPr>
              <p:cNvPr id="8" name="Rectangle 147">
                <a:extLst>
                  <a:ext uri="{FF2B5EF4-FFF2-40B4-BE49-F238E27FC236}">
                    <a16:creationId xmlns:a16="http://schemas.microsoft.com/office/drawing/2014/main" id="{9F82FC3C-6E00-05DC-2746-23729363E5EB}"/>
                  </a:ext>
                </a:extLst>
              </p:cNvPr>
              <p:cNvSpPr>
                <a:spLocks noChangeArrowheads="1"/>
              </p:cNvSpPr>
              <p:nvPr/>
            </p:nvSpPr>
            <p:spPr bwMode="auto">
              <a:xfrm>
                <a:off x="3248506" y="3461759"/>
                <a:ext cx="817854" cy="112795"/>
              </a:xfrm>
              <a:prstGeom prst="rect">
                <a:avLst/>
              </a:prstGeom>
              <a:noFill/>
              <a:ln w="12700" algn="ctr">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750"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逐步意识到变革的复杂性</a:t>
                </a:r>
              </a:p>
            </p:txBody>
          </p:sp>
          <p:sp>
            <p:nvSpPr>
              <p:cNvPr id="9" name="Rectangle 148">
                <a:extLst>
                  <a:ext uri="{FF2B5EF4-FFF2-40B4-BE49-F238E27FC236}">
                    <a16:creationId xmlns:a16="http://schemas.microsoft.com/office/drawing/2014/main" id="{4DC006E3-4B76-F7C7-981D-AF69F0389917}"/>
                  </a:ext>
                </a:extLst>
              </p:cNvPr>
              <p:cNvSpPr>
                <a:spLocks noChangeArrowheads="1"/>
              </p:cNvSpPr>
              <p:nvPr/>
            </p:nvSpPr>
            <p:spPr bwMode="auto">
              <a:xfrm>
                <a:off x="5816880" y="3288134"/>
                <a:ext cx="574330" cy="104948"/>
              </a:xfrm>
              <a:prstGeom prst="rect">
                <a:avLst/>
              </a:prstGeom>
              <a:noFill/>
              <a:ln w="12700">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675"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苦尽甘来再现曙光</a:t>
                </a:r>
              </a:p>
            </p:txBody>
          </p:sp>
          <p:sp>
            <p:nvSpPr>
              <p:cNvPr id="10" name="Line 149">
                <a:extLst>
                  <a:ext uri="{FF2B5EF4-FFF2-40B4-BE49-F238E27FC236}">
                    <a16:creationId xmlns:a16="http://schemas.microsoft.com/office/drawing/2014/main" id="{2840DCAE-8925-925B-B135-C0F9F529874E}"/>
                  </a:ext>
                </a:extLst>
              </p:cNvPr>
              <p:cNvSpPr>
                <a:spLocks noChangeShapeType="1"/>
              </p:cNvSpPr>
              <p:nvPr/>
            </p:nvSpPr>
            <p:spPr bwMode="auto">
              <a:xfrm flipH="1">
                <a:off x="3296518" y="3639132"/>
                <a:ext cx="103346" cy="101441"/>
              </a:xfrm>
              <a:prstGeom prst="line">
                <a:avLst/>
              </a:prstGeom>
              <a:noFill/>
              <a:ln w="12700">
                <a:solidFill>
                  <a:schemeClr val="bg1"/>
                </a:solidFill>
                <a:roun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 name="Line 150">
                <a:extLst>
                  <a:ext uri="{FF2B5EF4-FFF2-40B4-BE49-F238E27FC236}">
                    <a16:creationId xmlns:a16="http://schemas.microsoft.com/office/drawing/2014/main" id="{93B377FD-8E05-B468-9FB3-399B65570711}"/>
                  </a:ext>
                </a:extLst>
              </p:cNvPr>
              <p:cNvSpPr>
                <a:spLocks noChangeShapeType="1"/>
              </p:cNvSpPr>
              <p:nvPr/>
            </p:nvSpPr>
            <p:spPr bwMode="auto">
              <a:xfrm>
                <a:off x="2081128" y="3799628"/>
                <a:ext cx="4879181" cy="476"/>
              </a:xfrm>
              <a:prstGeom prst="line">
                <a:avLst/>
              </a:prstGeom>
              <a:noFill/>
              <a:ln w="31750">
                <a:solidFill>
                  <a:schemeClr val="bg1"/>
                </a:solidFill>
                <a:round/>
                <a:headEnd type="triangle" w="med" len="med"/>
                <a:tailEnd type="triangle" w="med" len="me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2" name="Line 151">
                <a:extLst>
                  <a:ext uri="{FF2B5EF4-FFF2-40B4-BE49-F238E27FC236}">
                    <a16:creationId xmlns:a16="http://schemas.microsoft.com/office/drawing/2014/main" id="{14CF302A-F087-3AFD-3556-93EA981ED54D}"/>
                  </a:ext>
                </a:extLst>
              </p:cNvPr>
              <p:cNvSpPr>
                <a:spLocks noChangeShapeType="1"/>
              </p:cNvSpPr>
              <p:nvPr/>
            </p:nvSpPr>
            <p:spPr bwMode="auto">
              <a:xfrm flipH="1">
                <a:off x="2060172" y="3316234"/>
                <a:ext cx="3334" cy="1005840"/>
              </a:xfrm>
              <a:prstGeom prst="line">
                <a:avLst/>
              </a:prstGeom>
              <a:noFill/>
              <a:ln w="31750">
                <a:solidFill>
                  <a:schemeClr val="bg1"/>
                </a:solidFill>
                <a:round/>
                <a:headEnd type="triangle" w="med" len="med"/>
                <a:tailEnd type="triangle" w="med" len="me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3" name="Rectangle 152">
                <a:extLst>
                  <a:ext uri="{FF2B5EF4-FFF2-40B4-BE49-F238E27FC236}">
                    <a16:creationId xmlns:a16="http://schemas.microsoft.com/office/drawing/2014/main" id="{FCF9092E-CE71-7878-61BF-C0FC910B7F55}"/>
                  </a:ext>
                </a:extLst>
              </p:cNvPr>
              <p:cNvSpPr>
                <a:spLocks noChangeArrowheads="1"/>
              </p:cNvSpPr>
              <p:nvPr/>
            </p:nvSpPr>
            <p:spPr bwMode="auto">
              <a:xfrm rot="16200000">
                <a:off x="1755352" y="3732952"/>
                <a:ext cx="399612" cy="170498"/>
              </a:xfrm>
              <a:prstGeom prst="rect">
                <a:avLst/>
              </a:prstGeom>
              <a:noFill/>
              <a:ln w="12700">
                <a:noFill/>
                <a:miter lim="800000"/>
              </a:ln>
              <a:effectLst/>
            </p:spPr>
            <p:txBody>
              <a:bodyPr vert="eaVert" wrap="square" lIns="50900" tIns="25004" rIns="50900" bIns="25004" numCol="1" anchor="t" anchorCtr="0" compatLnSpc="1">
                <a:spAutoFit/>
              </a:bodyPr>
              <a:lstStyle/>
              <a:p>
                <a:pPr algn="ctr" defTabSz="514350" fontAlgn="base">
                  <a:spcBef>
                    <a:spcPct val="0"/>
                  </a:spcBef>
                  <a:spcAft>
                    <a:spcPct val="0"/>
                  </a:spcAft>
                </a:pPr>
                <a:r>
                  <a:rPr lang="zh-CN" altLang="en-US" sz="788"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利益相关方的认知</a:t>
                </a:r>
              </a:p>
            </p:txBody>
          </p:sp>
          <p:sp>
            <p:nvSpPr>
              <p:cNvPr id="14" name="Rectangle 154">
                <a:extLst>
                  <a:ext uri="{FF2B5EF4-FFF2-40B4-BE49-F238E27FC236}">
                    <a16:creationId xmlns:a16="http://schemas.microsoft.com/office/drawing/2014/main" id="{89E761DC-BC1E-A472-4D1A-2783779E0046}"/>
                  </a:ext>
                </a:extLst>
              </p:cNvPr>
              <p:cNvSpPr>
                <a:spLocks noChangeArrowheads="1"/>
              </p:cNvSpPr>
              <p:nvPr/>
            </p:nvSpPr>
            <p:spPr bwMode="auto">
              <a:xfrm>
                <a:off x="5685300" y="3841258"/>
                <a:ext cx="1386796" cy="128488"/>
              </a:xfrm>
              <a:prstGeom prst="rect">
                <a:avLst/>
              </a:prstGeom>
              <a:noFill/>
              <a:ln w="12700">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900"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业务变革过程</a:t>
                </a:r>
              </a:p>
            </p:txBody>
          </p:sp>
          <p:sp>
            <p:nvSpPr>
              <p:cNvPr id="15" name="Freeform 155">
                <a:extLst>
                  <a:ext uri="{FF2B5EF4-FFF2-40B4-BE49-F238E27FC236}">
                    <a16:creationId xmlns:a16="http://schemas.microsoft.com/office/drawing/2014/main" id="{2CAB9BF0-E864-B23A-AD04-9293D86B6BC9}"/>
                  </a:ext>
                </a:extLst>
              </p:cNvPr>
              <p:cNvSpPr/>
              <p:nvPr/>
            </p:nvSpPr>
            <p:spPr bwMode="auto">
              <a:xfrm>
                <a:off x="2071126" y="3391005"/>
                <a:ext cx="646748" cy="381953"/>
              </a:xfrm>
              <a:custGeom>
                <a:avLst/>
                <a:gdLst/>
                <a:ahLst/>
                <a:cxnLst>
                  <a:cxn ang="0">
                    <a:pos x="0" y="537"/>
                  </a:cxn>
                  <a:cxn ang="0">
                    <a:pos x="131" y="389"/>
                  </a:cxn>
                  <a:cxn ang="0">
                    <a:pos x="281" y="213"/>
                  </a:cxn>
                  <a:cxn ang="0">
                    <a:pos x="440" y="74"/>
                  </a:cxn>
                  <a:cxn ang="0">
                    <a:pos x="543" y="9"/>
                  </a:cxn>
                  <a:cxn ang="0">
                    <a:pos x="599" y="0"/>
                  </a:cxn>
                </a:cxnLst>
                <a:rect l="0" t="0" r="r" b="b"/>
                <a:pathLst>
                  <a:path w="600" h="538">
                    <a:moveTo>
                      <a:pt x="0" y="537"/>
                    </a:moveTo>
                    <a:lnTo>
                      <a:pt x="131" y="389"/>
                    </a:lnTo>
                    <a:lnTo>
                      <a:pt x="281" y="213"/>
                    </a:lnTo>
                    <a:lnTo>
                      <a:pt x="440" y="74"/>
                    </a:lnTo>
                    <a:lnTo>
                      <a:pt x="543" y="9"/>
                    </a:lnTo>
                    <a:lnTo>
                      <a:pt x="599" y="0"/>
                    </a:lnTo>
                  </a:path>
                </a:pathLst>
              </a:custGeom>
              <a:noFill/>
              <a:ln w="76200" cap="rnd" cmpd="sng">
                <a:solidFill>
                  <a:srgbClr val="25C1FB"/>
                </a:solidFill>
                <a:prstDash val="solid"/>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6" name="Freeform 156">
                <a:extLst>
                  <a:ext uri="{FF2B5EF4-FFF2-40B4-BE49-F238E27FC236}">
                    <a16:creationId xmlns:a16="http://schemas.microsoft.com/office/drawing/2014/main" id="{53F7070C-5C5E-E412-DB6B-175C3C57B0D7}"/>
                  </a:ext>
                </a:extLst>
              </p:cNvPr>
              <p:cNvSpPr/>
              <p:nvPr/>
            </p:nvSpPr>
            <p:spPr bwMode="auto">
              <a:xfrm>
                <a:off x="2744067" y="3391006"/>
                <a:ext cx="499586" cy="448151"/>
              </a:xfrm>
              <a:custGeom>
                <a:avLst/>
                <a:gdLst/>
                <a:ahLst/>
                <a:cxnLst>
                  <a:cxn ang="0">
                    <a:pos x="0" y="0"/>
                  </a:cxn>
                  <a:cxn ang="0">
                    <a:pos x="50" y="0"/>
                  </a:cxn>
                  <a:cxn ang="0">
                    <a:pos x="160" y="46"/>
                  </a:cxn>
                  <a:cxn ang="0">
                    <a:pos x="208" y="102"/>
                  </a:cxn>
                  <a:cxn ang="0">
                    <a:pos x="250" y="167"/>
                  </a:cxn>
                  <a:cxn ang="0">
                    <a:pos x="370" y="408"/>
                  </a:cxn>
                  <a:cxn ang="0">
                    <a:pos x="470" y="648"/>
                  </a:cxn>
                </a:cxnLst>
                <a:rect l="0" t="0" r="r" b="b"/>
                <a:pathLst>
                  <a:path w="471" h="649">
                    <a:moveTo>
                      <a:pt x="0" y="0"/>
                    </a:moveTo>
                    <a:lnTo>
                      <a:pt x="50" y="0"/>
                    </a:lnTo>
                    <a:lnTo>
                      <a:pt x="160" y="46"/>
                    </a:lnTo>
                    <a:lnTo>
                      <a:pt x="208" y="102"/>
                    </a:lnTo>
                    <a:lnTo>
                      <a:pt x="250" y="167"/>
                    </a:lnTo>
                    <a:lnTo>
                      <a:pt x="370" y="408"/>
                    </a:lnTo>
                    <a:lnTo>
                      <a:pt x="470" y="648"/>
                    </a:lnTo>
                  </a:path>
                </a:pathLst>
              </a:custGeom>
              <a:noFill/>
              <a:ln w="76200" cap="rnd" cmpd="sng">
                <a:solidFill>
                  <a:srgbClr val="25C1FB"/>
                </a:solidFill>
                <a:prstDash val="solid"/>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7" name="Freeform 157">
                <a:extLst>
                  <a:ext uri="{FF2B5EF4-FFF2-40B4-BE49-F238E27FC236}">
                    <a16:creationId xmlns:a16="http://schemas.microsoft.com/office/drawing/2014/main" id="{24E7718C-801A-08F9-16B2-BFE4A912FCAF}"/>
                  </a:ext>
                </a:extLst>
              </p:cNvPr>
              <p:cNvSpPr/>
              <p:nvPr/>
            </p:nvSpPr>
            <p:spPr bwMode="auto">
              <a:xfrm>
                <a:off x="3242701" y="3882972"/>
                <a:ext cx="484823" cy="309086"/>
              </a:xfrm>
              <a:custGeom>
                <a:avLst/>
                <a:gdLst/>
                <a:ahLst/>
                <a:cxnLst>
                  <a:cxn ang="0">
                    <a:pos x="0" y="0"/>
                  </a:cxn>
                  <a:cxn ang="0">
                    <a:pos x="65" y="176"/>
                  </a:cxn>
                  <a:cxn ang="0">
                    <a:pos x="125" y="313"/>
                  </a:cxn>
                  <a:cxn ang="0">
                    <a:pos x="196" y="445"/>
                  </a:cxn>
                  <a:cxn ang="0">
                    <a:pos x="261" y="515"/>
                  </a:cxn>
                  <a:cxn ang="0">
                    <a:pos x="337" y="574"/>
                  </a:cxn>
                  <a:cxn ang="0">
                    <a:pos x="449" y="592"/>
                  </a:cxn>
                </a:cxnLst>
                <a:rect l="0" t="0" r="r" b="b"/>
                <a:pathLst>
                  <a:path w="450" h="593">
                    <a:moveTo>
                      <a:pt x="0" y="0"/>
                    </a:moveTo>
                    <a:lnTo>
                      <a:pt x="65" y="176"/>
                    </a:lnTo>
                    <a:lnTo>
                      <a:pt x="125" y="313"/>
                    </a:lnTo>
                    <a:lnTo>
                      <a:pt x="196" y="445"/>
                    </a:lnTo>
                    <a:lnTo>
                      <a:pt x="261" y="515"/>
                    </a:lnTo>
                    <a:lnTo>
                      <a:pt x="337" y="574"/>
                    </a:lnTo>
                    <a:lnTo>
                      <a:pt x="449" y="592"/>
                    </a:lnTo>
                  </a:path>
                </a:pathLst>
              </a:custGeom>
              <a:noFill/>
              <a:ln w="76200" cap="rnd" cmpd="sng">
                <a:solidFill>
                  <a:srgbClr val="25C1FB"/>
                </a:solidFill>
                <a:prstDash val="solid"/>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8" name="Freeform 158">
                <a:extLst>
                  <a:ext uri="{FF2B5EF4-FFF2-40B4-BE49-F238E27FC236}">
                    <a16:creationId xmlns:a16="http://schemas.microsoft.com/office/drawing/2014/main" id="{16ABB329-A85F-A682-54CD-C3B4D8F44C3C}"/>
                  </a:ext>
                </a:extLst>
              </p:cNvPr>
              <p:cNvSpPr/>
              <p:nvPr/>
            </p:nvSpPr>
            <p:spPr bwMode="auto">
              <a:xfrm>
                <a:off x="3718951" y="3601508"/>
                <a:ext cx="3104198" cy="591026"/>
              </a:xfrm>
              <a:custGeom>
                <a:avLst/>
                <a:gdLst/>
                <a:ahLst/>
                <a:cxnLst>
                  <a:cxn ang="0">
                    <a:pos x="0" y="1088"/>
                  </a:cxn>
                  <a:cxn ang="0">
                    <a:pos x="164" y="1062"/>
                  </a:cxn>
                  <a:cxn ang="0">
                    <a:pos x="423" y="941"/>
                  </a:cxn>
                  <a:cxn ang="0">
                    <a:pos x="667" y="799"/>
                  </a:cxn>
                  <a:cxn ang="0">
                    <a:pos x="840" y="678"/>
                  </a:cxn>
                  <a:cxn ang="0">
                    <a:pos x="1042" y="526"/>
                  </a:cxn>
                  <a:cxn ang="0">
                    <a:pos x="1244" y="375"/>
                  </a:cxn>
                  <a:cxn ang="0">
                    <a:pos x="1421" y="254"/>
                  </a:cxn>
                  <a:cxn ang="0">
                    <a:pos x="1634" y="149"/>
                  </a:cxn>
                  <a:cxn ang="0">
                    <a:pos x="1886" y="87"/>
                  </a:cxn>
                  <a:cxn ang="0">
                    <a:pos x="2352" y="34"/>
                  </a:cxn>
                  <a:cxn ang="0">
                    <a:pos x="2880" y="0"/>
                  </a:cxn>
                </a:cxnLst>
                <a:rect l="0" t="0" r="r" b="b"/>
                <a:pathLst>
                  <a:path w="2881" h="1089">
                    <a:moveTo>
                      <a:pt x="0" y="1088"/>
                    </a:moveTo>
                    <a:lnTo>
                      <a:pt x="164" y="1062"/>
                    </a:lnTo>
                    <a:lnTo>
                      <a:pt x="423" y="941"/>
                    </a:lnTo>
                    <a:lnTo>
                      <a:pt x="667" y="799"/>
                    </a:lnTo>
                    <a:lnTo>
                      <a:pt x="840" y="678"/>
                    </a:lnTo>
                    <a:lnTo>
                      <a:pt x="1042" y="526"/>
                    </a:lnTo>
                    <a:lnTo>
                      <a:pt x="1244" y="375"/>
                    </a:lnTo>
                    <a:lnTo>
                      <a:pt x="1421" y="254"/>
                    </a:lnTo>
                    <a:lnTo>
                      <a:pt x="1634" y="149"/>
                    </a:lnTo>
                    <a:lnTo>
                      <a:pt x="1886" y="87"/>
                    </a:lnTo>
                    <a:lnTo>
                      <a:pt x="2352" y="34"/>
                    </a:lnTo>
                    <a:lnTo>
                      <a:pt x="2880" y="0"/>
                    </a:lnTo>
                  </a:path>
                </a:pathLst>
              </a:custGeom>
              <a:noFill/>
              <a:ln w="76200" cap="rnd" cmpd="sng">
                <a:solidFill>
                  <a:srgbClr val="25C1FB"/>
                </a:solidFill>
                <a:prstDash val="solid"/>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9" name="Line 160">
                <a:extLst>
                  <a:ext uri="{FF2B5EF4-FFF2-40B4-BE49-F238E27FC236}">
                    <a16:creationId xmlns:a16="http://schemas.microsoft.com/office/drawing/2014/main" id="{ECD68141-202C-4520-E83B-1CFC001CCFC8}"/>
                  </a:ext>
                </a:extLst>
              </p:cNvPr>
              <p:cNvSpPr>
                <a:spLocks noChangeShapeType="1"/>
              </p:cNvSpPr>
              <p:nvPr/>
            </p:nvSpPr>
            <p:spPr bwMode="auto">
              <a:xfrm flipH="1">
                <a:off x="3638381" y="4218318"/>
                <a:ext cx="87072" cy="113965"/>
              </a:xfrm>
              <a:prstGeom prst="line">
                <a:avLst/>
              </a:prstGeom>
              <a:noFill/>
              <a:ln w="12700">
                <a:solidFill>
                  <a:schemeClr val="bg1"/>
                </a:solidFill>
                <a:roun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0" name="Freeform 161">
                <a:extLst>
                  <a:ext uri="{FF2B5EF4-FFF2-40B4-BE49-F238E27FC236}">
                    <a16:creationId xmlns:a16="http://schemas.microsoft.com/office/drawing/2014/main" id="{5AF00616-1A5B-EA2E-5BCC-F83059E0D292}"/>
                  </a:ext>
                </a:extLst>
              </p:cNvPr>
              <p:cNvSpPr/>
              <p:nvPr/>
            </p:nvSpPr>
            <p:spPr bwMode="auto">
              <a:xfrm>
                <a:off x="2089700" y="3235591"/>
                <a:ext cx="4301490" cy="723104"/>
              </a:xfrm>
              <a:custGeom>
                <a:avLst/>
                <a:gdLst/>
                <a:ahLst/>
                <a:cxnLst>
                  <a:cxn ang="0">
                    <a:pos x="0" y="1206"/>
                  </a:cxn>
                  <a:cxn ang="0">
                    <a:pos x="201" y="1067"/>
                  </a:cxn>
                  <a:cxn ang="0">
                    <a:pos x="371" y="971"/>
                  </a:cxn>
                  <a:cxn ang="0">
                    <a:pos x="451" y="939"/>
                  </a:cxn>
                  <a:cxn ang="0">
                    <a:pos x="520" y="926"/>
                  </a:cxn>
                  <a:cxn ang="0">
                    <a:pos x="550" y="926"/>
                  </a:cxn>
                  <a:cxn ang="0">
                    <a:pos x="582" y="931"/>
                  </a:cxn>
                  <a:cxn ang="0">
                    <a:pos x="650" y="949"/>
                  </a:cxn>
                  <a:cxn ang="0">
                    <a:pos x="790" y="1014"/>
                  </a:cxn>
                  <a:cxn ang="0">
                    <a:pos x="1090" y="1212"/>
                  </a:cxn>
                  <a:cxn ang="0">
                    <a:pos x="1240" y="1316"/>
                  </a:cxn>
                  <a:cxn ang="0">
                    <a:pos x="1387" y="1404"/>
                  </a:cxn>
                  <a:cxn ang="0">
                    <a:pos x="1528" y="1462"/>
                  </a:cxn>
                  <a:cxn ang="0">
                    <a:pos x="1594" y="1475"/>
                  </a:cxn>
                  <a:cxn ang="0">
                    <a:pos x="1625" y="1477"/>
                  </a:cxn>
                  <a:cxn ang="0">
                    <a:pos x="1658" y="1476"/>
                  </a:cxn>
                  <a:cxn ang="0">
                    <a:pos x="1753" y="1455"/>
                  </a:cxn>
                  <a:cxn ang="0">
                    <a:pos x="1848" y="1414"/>
                  </a:cxn>
                  <a:cxn ang="0">
                    <a:pos x="2031" y="1287"/>
                  </a:cxn>
                  <a:cxn ang="0">
                    <a:pos x="2206" y="1114"/>
                  </a:cxn>
                  <a:cxn ang="0">
                    <a:pos x="2378" y="914"/>
                  </a:cxn>
                  <a:cxn ang="0">
                    <a:pos x="2711" y="513"/>
                  </a:cxn>
                  <a:cxn ang="0">
                    <a:pos x="2876" y="350"/>
                  </a:cxn>
                  <a:cxn ang="0">
                    <a:pos x="2960" y="286"/>
                  </a:cxn>
                  <a:cxn ang="0">
                    <a:pos x="3044" y="237"/>
                  </a:cxn>
                  <a:cxn ang="0">
                    <a:pos x="3169" y="191"/>
                  </a:cxn>
                  <a:cxn ang="0">
                    <a:pos x="3338" y="148"/>
                  </a:cxn>
                  <a:cxn ang="0">
                    <a:pos x="3731" y="72"/>
                  </a:cxn>
                  <a:cxn ang="0">
                    <a:pos x="4224" y="0"/>
                  </a:cxn>
                </a:cxnLst>
                <a:rect l="0" t="0" r="r" b="b"/>
                <a:pathLst>
                  <a:path w="4225" h="1478">
                    <a:moveTo>
                      <a:pt x="0" y="1206"/>
                    </a:moveTo>
                    <a:lnTo>
                      <a:pt x="201" y="1067"/>
                    </a:lnTo>
                    <a:lnTo>
                      <a:pt x="371" y="971"/>
                    </a:lnTo>
                    <a:lnTo>
                      <a:pt x="451" y="939"/>
                    </a:lnTo>
                    <a:lnTo>
                      <a:pt x="520" y="926"/>
                    </a:lnTo>
                    <a:lnTo>
                      <a:pt x="550" y="926"/>
                    </a:lnTo>
                    <a:lnTo>
                      <a:pt x="582" y="931"/>
                    </a:lnTo>
                    <a:lnTo>
                      <a:pt x="650" y="949"/>
                    </a:lnTo>
                    <a:lnTo>
                      <a:pt x="790" y="1014"/>
                    </a:lnTo>
                    <a:lnTo>
                      <a:pt x="1090" y="1212"/>
                    </a:lnTo>
                    <a:lnTo>
                      <a:pt x="1240" y="1316"/>
                    </a:lnTo>
                    <a:lnTo>
                      <a:pt x="1387" y="1404"/>
                    </a:lnTo>
                    <a:lnTo>
                      <a:pt x="1528" y="1462"/>
                    </a:lnTo>
                    <a:lnTo>
                      <a:pt x="1594" y="1475"/>
                    </a:lnTo>
                    <a:lnTo>
                      <a:pt x="1625" y="1477"/>
                    </a:lnTo>
                    <a:lnTo>
                      <a:pt x="1658" y="1476"/>
                    </a:lnTo>
                    <a:lnTo>
                      <a:pt x="1753" y="1455"/>
                    </a:lnTo>
                    <a:lnTo>
                      <a:pt x="1848" y="1414"/>
                    </a:lnTo>
                    <a:lnTo>
                      <a:pt x="2031" y="1287"/>
                    </a:lnTo>
                    <a:lnTo>
                      <a:pt x="2206" y="1114"/>
                    </a:lnTo>
                    <a:lnTo>
                      <a:pt x="2378" y="914"/>
                    </a:lnTo>
                    <a:lnTo>
                      <a:pt x="2711" y="513"/>
                    </a:lnTo>
                    <a:lnTo>
                      <a:pt x="2876" y="350"/>
                    </a:lnTo>
                    <a:lnTo>
                      <a:pt x="2960" y="286"/>
                    </a:lnTo>
                    <a:lnTo>
                      <a:pt x="3044" y="237"/>
                    </a:lnTo>
                    <a:lnTo>
                      <a:pt x="3169" y="191"/>
                    </a:lnTo>
                    <a:lnTo>
                      <a:pt x="3338" y="148"/>
                    </a:lnTo>
                    <a:lnTo>
                      <a:pt x="3731" y="72"/>
                    </a:lnTo>
                    <a:lnTo>
                      <a:pt x="4224" y="0"/>
                    </a:lnTo>
                  </a:path>
                </a:pathLst>
              </a:custGeom>
              <a:noFill/>
              <a:ln w="76200" cap="rnd" cmpd="sng">
                <a:solidFill>
                  <a:srgbClr val="FF6600"/>
                </a:solidFill>
                <a:prstDash val="dash"/>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1" name="Text Box 162">
                <a:extLst>
                  <a:ext uri="{FF2B5EF4-FFF2-40B4-BE49-F238E27FC236}">
                    <a16:creationId xmlns:a16="http://schemas.microsoft.com/office/drawing/2014/main" id="{4326AA91-92EE-91F8-A1C5-D4E07ABFEDDB}"/>
                  </a:ext>
                </a:extLst>
              </p:cNvPr>
              <p:cNvSpPr txBox="1">
                <a:spLocks noChangeArrowheads="1"/>
              </p:cNvSpPr>
              <p:nvPr/>
            </p:nvSpPr>
            <p:spPr bwMode="auto">
              <a:xfrm>
                <a:off x="6924477" y="3114234"/>
                <a:ext cx="1258253" cy="320138"/>
              </a:xfrm>
              <a:prstGeom prst="rect">
                <a:avLst/>
              </a:prstGeom>
              <a:noFill/>
              <a:ln w="9525" algn="ctr">
                <a:noFill/>
                <a:miter lim="800000"/>
              </a:ln>
              <a:effectLst/>
            </p:spPr>
            <p:txBody>
              <a:bodyPr vert="horz" wrap="square" lIns="51435" tIns="25718" rIns="27146" bIns="25718" numCol="1" anchor="t" anchorCtr="0" compatLnSpc="1">
                <a:spAutoFit/>
              </a:bodyPr>
              <a:lstStyle/>
              <a:p>
                <a:pPr defTabSz="514350" fontAlgn="base">
                  <a:spcBef>
                    <a:spcPct val="0"/>
                  </a:spcBef>
                  <a:spcAft>
                    <a:spcPct val="0"/>
                  </a:spcAft>
                </a:pPr>
                <a:r>
                  <a:rPr lang="zh-CN" altLang="en-US" sz="825"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变革管理</a:t>
                </a:r>
                <a:r>
                  <a:rPr lang="en-US" altLang="zh-CN" sz="825"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a:t>
                </a:r>
              </a:p>
              <a:p>
                <a:pPr>
                  <a:lnSpc>
                    <a:spcPct val="90000"/>
                  </a:lnSpc>
                  <a:spcBef>
                    <a:spcPct val="50000"/>
                  </a:spcBef>
                </a:pPr>
                <a:r>
                  <a:rPr lang="zh-CN" altLang="en-US" sz="825" b="1" dirty="0">
                    <a:latin typeface="微软雅黑 Light" panose="020B0502040204020203" pitchFamily="34" charset="-122"/>
                    <a:ea typeface="微软雅黑" panose="020B0503020204020204" pitchFamily="34" charset="-122"/>
                    <a:cs typeface="Arial Unicode MS" panose="020B0604020202020204" charset="-122"/>
                    <a:sym typeface="微软雅黑 Light" panose="020B0502040204020203" pitchFamily="34" charset="-122"/>
                  </a:rPr>
                  <a:t>集团高层与顾问在整个过程中，应努力使曲线平滑</a:t>
                </a:r>
              </a:p>
            </p:txBody>
          </p:sp>
          <p:sp>
            <p:nvSpPr>
              <p:cNvPr id="22" name="Line 164">
                <a:extLst>
                  <a:ext uri="{FF2B5EF4-FFF2-40B4-BE49-F238E27FC236}">
                    <a16:creationId xmlns:a16="http://schemas.microsoft.com/office/drawing/2014/main" id="{A830752D-6253-9716-623C-871B3B0A6557}"/>
                  </a:ext>
                </a:extLst>
              </p:cNvPr>
              <p:cNvSpPr>
                <a:spLocks noChangeShapeType="1"/>
              </p:cNvSpPr>
              <p:nvPr/>
            </p:nvSpPr>
            <p:spPr bwMode="auto">
              <a:xfrm>
                <a:off x="2725970" y="3288136"/>
                <a:ext cx="476" cy="61436"/>
              </a:xfrm>
              <a:prstGeom prst="line">
                <a:avLst/>
              </a:prstGeom>
              <a:noFill/>
              <a:ln w="12700">
                <a:solidFill>
                  <a:schemeClr val="bg1"/>
                </a:solidFill>
                <a:roun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3" name="Line 165">
                <a:extLst>
                  <a:ext uri="{FF2B5EF4-FFF2-40B4-BE49-F238E27FC236}">
                    <a16:creationId xmlns:a16="http://schemas.microsoft.com/office/drawing/2014/main" id="{F9586027-6B55-D4C6-45B6-858F9BDD5F40}"/>
                  </a:ext>
                </a:extLst>
              </p:cNvPr>
              <p:cNvSpPr>
                <a:spLocks noChangeShapeType="1"/>
              </p:cNvSpPr>
              <p:nvPr/>
            </p:nvSpPr>
            <p:spPr bwMode="auto">
              <a:xfrm>
                <a:off x="6089248" y="3531499"/>
                <a:ext cx="476" cy="61436"/>
              </a:xfrm>
              <a:prstGeom prst="line">
                <a:avLst/>
              </a:prstGeom>
              <a:noFill/>
              <a:ln w="12700">
                <a:solidFill>
                  <a:schemeClr val="bg1"/>
                </a:solidFill>
                <a:roun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4" name="AutoShape 4">
                <a:extLst>
                  <a:ext uri="{FF2B5EF4-FFF2-40B4-BE49-F238E27FC236}">
                    <a16:creationId xmlns:a16="http://schemas.microsoft.com/office/drawing/2014/main" id="{BD690415-7BC8-9637-56F0-CFF02714372F}"/>
                  </a:ext>
                </a:extLst>
              </p:cNvPr>
              <p:cNvSpPr>
                <a:spLocks noChangeArrowheads="1"/>
              </p:cNvSpPr>
              <p:nvPr/>
            </p:nvSpPr>
            <p:spPr bwMode="auto">
              <a:xfrm rot="5400000">
                <a:off x="3766661" y="1538129"/>
                <a:ext cx="1487805" cy="1284446"/>
              </a:xfrm>
              <a:prstGeom prst="homePlate">
                <a:avLst>
                  <a:gd name="adj" fmla="val 8876"/>
                </a:avLst>
              </a:prstGeom>
              <a:solidFill>
                <a:srgbClr val="22AAFE"/>
              </a:solidFill>
              <a:ln w="6350" algn="ctr">
                <a:noFill/>
                <a:miter lim="800000"/>
              </a:ln>
              <a:effectLst>
                <a:outerShdw dist="35921" dir="2700000" algn="ctr" rotWithShape="0">
                  <a:schemeClr val="bg2"/>
                </a:outerShdw>
              </a:effectLst>
            </p:spPr>
            <p:txBody>
              <a:bodyPr vert="horz" wrap="none" lIns="35243" tIns="35243" rIns="35243" bIns="35243" numCol="1" anchor="ctr" anchorCtr="0" compatLnSpc="1"/>
              <a:lstStyle/>
              <a:p>
                <a:endParaRPr lang="zh-CN" altLang="en-US" sz="788">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5" name="AutoShape 5">
                <a:extLst>
                  <a:ext uri="{FF2B5EF4-FFF2-40B4-BE49-F238E27FC236}">
                    <a16:creationId xmlns:a16="http://schemas.microsoft.com/office/drawing/2014/main" id="{30464E7A-6030-9192-F51B-2597C8EE53AE}"/>
                  </a:ext>
                </a:extLst>
              </p:cNvPr>
              <p:cNvSpPr>
                <a:spLocks noChangeArrowheads="1"/>
              </p:cNvSpPr>
              <p:nvPr/>
            </p:nvSpPr>
            <p:spPr bwMode="auto">
              <a:xfrm rot="5400000">
                <a:off x="5125879" y="1565751"/>
                <a:ext cx="1494473" cy="1222058"/>
              </a:xfrm>
              <a:prstGeom prst="homePlate">
                <a:avLst>
                  <a:gd name="adj" fmla="val 8876"/>
                </a:avLst>
              </a:prstGeom>
              <a:solidFill>
                <a:srgbClr val="22AAFE"/>
              </a:solidFill>
              <a:ln w="6350" algn="ctr">
                <a:noFill/>
                <a:miter lim="800000"/>
              </a:ln>
              <a:effectLst>
                <a:outerShdw dist="35921" dir="2700000" algn="ctr" rotWithShape="0">
                  <a:schemeClr val="bg2"/>
                </a:outerShdw>
              </a:effectLst>
            </p:spPr>
            <p:txBody>
              <a:bodyPr vert="horz" wrap="none" lIns="35243" tIns="35243" rIns="35243" bIns="35243" numCol="1" anchor="ctr" anchorCtr="0" compatLnSpc="1"/>
              <a:lstStyle/>
              <a:p>
                <a:endParaRPr lang="zh-CN" altLang="en-US" sz="788"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6" name="AutoShape 7">
                <a:extLst>
                  <a:ext uri="{FF2B5EF4-FFF2-40B4-BE49-F238E27FC236}">
                    <a16:creationId xmlns:a16="http://schemas.microsoft.com/office/drawing/2014/main" id="{B90CE5A3-D4DE-D9AB-771F-DD86532AB530}"/>
                  </a:ext>
                </a:extLst>
              </p:cNvPr>
              <p:cNvSpPr>
                <a:spLocks noChangeArrowheads="1"/>
              </p:cNvSpPr>
              <p:nvPr/>
            </p:nvSpPr>
            <p:spPr bwMode="auto">
              <a:xfrm rot="5400000">
                <a:off x="1236851" y="1609090"/>
                <a:ext cx="1488281" cy="1119664"/>
              </a:xfrm>
              <a:prstGeom prst="homePlate">
                <a:avLst>
                  <a:gd name="adj" fmla="val 8890"/>
                </a:avLst>
              </a:prstGeom>
              <a:solidFill>
                <a:srgbClr val="22AAFE"/>
              </a:solidFill>
              <a:ln w="6350">
                <a:noFill/>
                <a:miter lim="800000"/>
              </a:ln>
              <a:effectLst>
                <a:outerShdw dist="35921" dir="2700000" algn="ctr" rotWithShape="0">
                  <a:schemeClr val="bg2"/>
                </a:outerShdw>
              </a:effectLst>
            </p:spPr>
            <p:txBody>
              <a:bodyPr vert="horz" wrap="none" lIns="35243" tIns="35243" rIns="35243" bIns="35243" numCol="1" anchor="ctr" anchorCtr="0" compatLnSpc="1"/>
              <a:lstStyle/>
              <a:p>
                <a:endParaRPr lang="zh-CN" altLang="en-US" sz="90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7" name="Text Box 8">
                <a:extLst>
                  <a:ext uri="{FF2B5EF4-FFF2-40B4-BE49-F238E27FC236}">
                    <a16:creationId xmlns:a16="http://schemas.microsoft.com/office/drawing/2014/main" id="{C9EB7FB6-35CD-B895-58C6-EB29E2242C58}"/>
                  </a:ext>
                </a:extLst>
              </p:cNvPr>
              <p:cNvSpPr txBox="1">
                <a:spLocks noChangeArrowheads="1"/>
              </p:cNvSpPr>
              <p:nvPr/>
            </p:nvSpPr>
            <p:spPr bwMode="auto">
              <a:xfrm>
                <a:off x="5278519" y="1461141"/>
                <a:ext cx="1186702" cy="1222885"/>
              </a:xfrm>
              <a:prstGeom prst="rect">
                <a:avLst/>
              </a:prstGeom>
              <a:noFill/>
              <a:ln w="9525" algn="ctr">
                <a:noFill/>
                <a:miter lim="800000"/>
              </a:ln>
              <a:effectLst/>
            </p:spPr>
            <p:txBody>
              <a:bodyPr vert="horz" wrap="square" lIns="35243" tIns="35243" rIns="13335" bIns="35243" numCol="1" anchor="ctr" anchorCtr="0" compatLnSpc="1">
                <a:noAutofit/>
              </a:bodyPr>
              <a:lstStyle/>
              <a:p>
                <a:pPr marL="171450" indent="-171450" defTabSz="514350" fontAlgn="base">
                  <a:spcBef>
                    <a:spcPct val="0"/>
                  </a:spcBef>
                  <a:spcAft>
                    <a:spcPct val="0"/>
                  </a:spcAft>
                  <a:buClr>
                    <a:schemeClr val="tx1"/>
                  </a:buClr>
                  <a:buSzPts val="1000"/>
                  <a:buFont typeface="Arial" panose="020B0604020202020204" pitchFamily="34" charset="0"/>
                  <a:buChar char="•"/>
                </a:pPr>
                <a:r>
                  <a:rPr lang="zh-CN" altLang="en-US"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需重新界定组织和业务边界，并有大量的业务处理和人员可能并行工作</a:t>
                </a:r>
                <a:endParaRPr lang="en-US" altLang="zh-CN"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defTabSz="514350" fontAlgn="base">
                  <a:spcBef>
                    <a:spcPct val="0"/>
                  </a:spcBef>
                  <a:spcAft>
                    <a:spcPct val="0"/>
                  </a:spcAft>
                  <a:buClr>
                    <a:schemeClr val="tx1"/>
                  </a:buClr>
                  <a:buSzPts val="1000"/>
                  <a:buFont typeface="Arial" panose="020B0604020202020204" pitchFamily="34" charset="0"/>
                  <a:buChar char="•"/>
                </a:pPr>
                <a:endParaRPr lang="en-US" altLang="zh-CN"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171450" indent="-171450" defTabSz="514350" fontAlgn="base">
                  <a:spcBef>
                    <a:spcPct val="0"/>
                  </a:spcBef>
                  <a:spcAft>
                    <a:spcPct val="0"/>
                  </a:spcAft>
                  <a:buClr>
                    <a:schemeClr val="tx1"/>
                  </a:buClr>
                  <a:buSzPts val="1000"/>
                  <a:buFont typeface="Arial" panose="020B0604020202020204" pitchFamily="34" charset="0"/>
                  <a:buChar char="•"/>
                </a:pPr>
                <a:r>
                  <a:rPr lang="zh-CN" altLang="en-US"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可能影响业务开展的持续性，需要合理规划和妥善安排迁移和人员分流及安置</a:t>
                </a:r>
              </a:p>
            </p:txBody>
          </p:sp>
          <p:sp>
            <p:nvSpPr>
              <p:cNvPr id="28" name="Text Box 11">
                <a:extLst>
                  <a:ext uri="{FF2B5EF4-FFF2-40B4-BE49-F238E27FC236}">
                    <a16:creationId xmlns:a16="http://schemas.microsoft.com/office/drawing/2014/main" id="{E70C83D6-3689-54AA-D99A-94D562336CE6}"/>
                  </a:ext>
                </a:extLst>
              </p:cNvPr>
              <p:cNvSpPr txBox="1">
                <a:spLocks noChangeArrowheads="1"/>
              </p:cNvSpPr>
              <p:nvPr/>
            </p:nvSpPr>
            <p:spPr bwMode="auto">
              <a:xfrm>
                <a:off x="1433275" y="1432210"/>
                <a:ext cx="1119664" cy="1312305"/>
              </a:xfrm>
              <a:prstGeom prst="rect">
                <a:avLst/>
              </a:prstGeom>
              <a:noFill/>
              <a:ln w="9525" algn="ctr">
                <a:noFill/>
                <a:miter lim="800000"/>
              </a:ln>
              <a:effectLst/>
            </p:spPr>
            <p:txBody>
              <a:bodyPr vert="horz" wrap="square" lIns="35243" tIns="35243" rIns="13335" bIns="35243" numCol="1" anchor="ctr" anchorCtr="0" compatLnSpc="1">
                <a:noAutofit/>
              </a:bodyPr>
              <a:lstStyle/>
              <a:p>
                <a:pPr marL="171450" indent="-171450" defTabSz="514350" fontAlgn="base">
                  <a:spcBef>
                    <a:spcPct val="0"/>
                  </a:spcBef>
                  <a:spcAft>
                    <a:spcPct val="0"/>
                  </a:spcAft>
                  <a:buClr>
                    <a:schemeClr val="tx1"/>
                  </a:buClr>
                  <a:buSzPts val="1000"/>
                  <a:buFont typeface="Arial" panose="020B0604020202020204" pitchFamily="34" charset="0"/>
                  <a:buChar char="•"/>
                </a:pPr>
                <a:r>
                  <a:rPr lang="zh-CN" altLang="en-US" sz="12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本项目涉及组织及流程的重大变革</a:t>
                </a:r>
                <a:endParaRPr lang="en-US" altLang="zh-CN" sz="12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endParaRPr>
              </a:p>
              <a:p>
                <a:pPr defTabSz="514350" fontAlgn="base">
                  <a:spcBef>
                    <a:spcPct val="0"/>
                  </a:spcBef>
                  <a:spcAft>
                    <a:spcPct val="0"/>
                  </a:spcAft>
                  <a:buClr>
                    <a:schemeClr val="tx1"/>
                  </a:buClr>
                  <a:buSzPts val="1000"/>
                  <a:buFont typeface="宋体" pitchFamily="2" charset="-122"/>
                  <a:buChar char="•"/>
                </a:pPr>
                <a:endParaRPr lang="en-US" altLang="zh-CN" sz="1200"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endParaRPr>
              </a:p>
              <a:p>
                <a:pPr marL="171450" indent="-171450" defTabSz="514350" fontAlgn="base">
                  <a:spcBef>
                    <a:spcPct val="0"/>
                  </a:spcBef>
                  <a:spcAft>
                    <a:spcPct val="0"/>
                  </a:spcAft>
                  <a:buClr>
                    <a:schemeClr val="tx1"/>
                  </a:buClr>
                  <a:buSzPts val="1000"/>
                  <a:buFont typeface="Arial" panose="020B0604020202020204" pitchFamily="34" charset="0"/>
                  <a:buChar char="•"/>
                </a:pPr>
                <a:r>
                  <a:rPr lang="zh-CN" altLang="en-US" sz="12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集团领导层强力支持，并由核心领导亲自挂帅</a:t>
                </a:r>
              </a:p>
            </p:txBody>
          </p:sp>
          <p:sp>
            <p:nvSpPr>
              <p:cNvPr id="29" name="AutoShape 20">
                <a:extLst>
                  <a:ext uri="{FF2B5EF4-FFF2-40B4-BE49-F238E27FC236}">
                    <a16:creationId xmlns:a16="http://schemas.microsoft.com/office/drawing/2014/main" id="{CDB52E30-F1DE-3985-CF85-3F7CF88F3A1D}"/>
                  </a:ext>
                </a:extLst>
              </p:cNvPr>
              <p:cNvSpPr>
                <a:spLocks noChangeArrowheads="1"/>
              </p:cNvSpPr>
              <p:nvPr/>
            </p:nvSpPr>
            <p:spPr bwMode="auto">
              <a:xfrm rot="5400000">
                <a:off x="6495574" y="1506220"/>
                <a:ext cx="1504950" cy="1330166"/>
              </a:xfrm>
              <a:prstGeom prst="homePlate">
                <a:avLst>
                  <a:gd name="adj" fmla="val 8890"/>
                </a:avLst>
              </a:prstGeom>
              <a:solidFill>
                <a:srgbClr val="22AAFE"/>
              </a:solidFill>
              <a:ln w="6350" algn="ctr">
                <a:noFill/>
                <a:miter lim="800000"/>
              </a:ln>
              <a:effectLst>
                <a:outerShdw dist="35921" dir="2700000" algn="ctr" rotWithShape="0">
                  <a:schemeClr val="bg2"/>
                </a:outerShdw>
              </a:effectLst>
            </p:spPr>
            <p:txBody>
              <a:bodyPr vert="horz" wrap="none" lIns="40500" tIns="0" rIns="0" bIns="0" numCol="1" anchor="ctr" anchorCtr="0" compatLnSpc="1"/>
              <a:lstStyle/>
              <a:p>
                <a:endParaRPr lang="zh-CN" altLang="en-US" sz="788"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0" name="Text Box 21">
                <a:extLst>
                  <a:ext uri="{FF2B5EF4-FFF2-40B4-BE49-F238E27FC236}">
                    <a16:creationId xmlns:a16="http://schemas.microsoft.com/office/drawing/2014/main" id="{46823F54-B400-D77B-5BB4-A755DEB49C93}"/>
                  </a:ext>
                </a:extLst>
              </p:cNvPr>
              <p:cNvSpPr txBox="1">
                <a:spLocks noChangeArrowheads="1"/>
              </p:cNvSpPr>
              <p:nvPr/>
            </p:nvSpPr>
            <p:spPr bwMode="auto">
              <a:xfrm>
                <a:off x="3877151" y="1433837"/>
                <a:ext cx="1258253" cy="1297058"/>
              </a:xfrm>
              <a:prstGeom prst="rect">
                <a:avLst/>
              </a:prstGeom>
              <a:noFill/>
              <a:ln w="9525" algn="ctr">
                <a:noFill/>
                <a:miter lim="800000"/>
              </a:ln>
              <a:effectLst/>
            </p:spPr>
            <p:txBody>
              <a:bodyPr vert="horz" wrap="square" lIns="35243" tIns="35243" rIns="13335" bIns="35243" numCol="1" anchor="ctr" anchorCtr="0" compatLnSpc="1">
                <a:noAutofit/>
              </a:bodyPr>
              <a:lstStyle>
                <a:defPPr>
                  <a:defRPr lang="en-US"/>
                </a:defPPr>
                <a:lvl1pPr defTabSz="685800" fontAlgn="base">
                  <a:spcBef>
                    <a:spcPct val="0"/>
                  </a:spcBef>
                  <a:spcAft>
                    <a:spcPct val="0"/>
                  </a:spcAft>
                  <a:buClr>
                    <a:schemeClr val="tx1"/>
                  </a:buClr>
                  <a:buSzPts val="1000"/>
                  <a:buFont typeface="宋体" pitchFamily="2" charset="-122"/>
                  <a:buChar char="•"/>
                  <a:defRPr sz="900">
                    <a:latin typeface="微软雅黑" panose="020B0503020204020204" pitchFamily="34" charset="-122"/>
                    <a:ea typeface="微软雅黑" panose="020B0503020204020204" pitchFamily="34" charset="-122"/>
                  </a:defRPr>
                </a:lvl1pPr>
              </a:lstStyle>
              <a:p>
                <a:pPr marL="171450" indent="-171450"/>
                <a:r>
                  <a:rPr lang="zh-CN" altLang="en-US" sz="1200" b="1" dirty="0">
                    <a:solidFill>
                      <a:schemeClr val="bg1"/>
                    </a:solidFill>
                    <a:latin typeface="微软雅黑 Light" panose="020B0502040204020203" pitchFamily="34" charset="-122"/>
                    <a:sym typeface="微软雅黑 Light" panose="020B0502040204020203" pitchFamily="34" charset="-122"/>
                  </a:rPr>
                  <a:t>项目建设涉及到的业务流程及信息系统众多</a:t>
                </a:r>
                <a:endParaRPr lang="en-US" altLang="zh-CN" sz="1200" b="1" dirty="0">
                  <a:solidFill>
                    <a:schemeClr val="bg1"/>
                  </a:solidFill>
                  <a:latin typeface="微软雅黑 Light" panose="020B0502040204020203" pitchFamily="34" charset="-122"/>
                  <a:sym typeface="微软雅黑 Light" panose="020B0502040204020203" pitchFamily="34" charset="-122"/>
                </a:endParaRPr>
              </a:p>
              <a:p>
                <a:endParaRPr lang="en-US" altLang="zh-CN" sz="1200" dirty="0">
                  <a:solidFill>
                    <a:schemeClr val="bg1"/>
                  </a:solidFill>
                  <a:latin typeface="微软雅黑 Light" panose="020B0502040204020203" pitchFamily="34" charset="-122"/>
                  <a:sym typeface="微软雅黑 Light" panose="020B0502040204020203" pitchFamily="34" charset="-122"/>
                </a:endParaRPr>
              </a:p>
              <a:p>
                <a:pPr marL="171450" indent="-171450"/>
                <a:r>
                  <a:rPr lang="zh-CN" altLang="en-US" sz="1200" b="1" dirty="0">
                    <a:solidFill>
                      <a:schemeClr val="bg1"/>
                    </a:solidFill>
                    <a:latin typeface="微软雅黑 Light" panose="020B0502040204020203" pitchFamily="34" charset="-122"/>
                    <a:sym typeface="微软雅黑 Light" panose="020B0502040204020203" pitchFamily="34" charset="-122"/>
                  </a:rPr>
                  <a:t>涉及较大的系统改造，需要</a:t>
                </a:r>
                <a:r>
                  <a:rPr lang="en-US" altLang="zh-CN" sz="1200" b="1" dirty="0">
                    <a:solidFill>
                      <a:schemeClr val="bg1"/>
                    </a:solidFill>
                    <a:latin typeface="微软雅黑 Light" panose="020B0502040204020203" pitchFamily="34" charset="-122"/>
                    <a:sym typeface="微软雅黑 Light" panose="020B0502040204020203" pitchFamily="34" charset="-122"/>
                  </a:rPr>
                  <a:t>IT</a:t>
                </a:r>
                <a:r>
                  <a:rPr lang="zh-CN" altLang="en-US" sz="1200" b="1" dirty="0">
                    <a:solidFill>
                      <a:schemeClr val="bg1"/>
                    </a:solidFill>
                    <a:latin typeface="微软雅黑 Light" panose="020B0502040204020203" pitchFamily="34" charset="-122"/>
                    <a:sym typeface="微软雅黑 Light" panose="020B0502040204020203" pitchFamily="34" charset="-122"/>
                  </a:rPr>
                  <a:t>及业务部门积极配合推进</a:t>
                </a:r>
              </a:p>
            </p:txBody>
          </p:sp>
          <p:sp>
            <p:nvSpPr>
              <p:cNvPr id="31" name="Text Box 166">
                <a:extLst>
                  <a:ext uri="{FF2B5EF4-FFF2-40B4-BE49-F238E27FC236}">
                    <a16:creationId xmlns:a16="http://schemas.microsoft.com/office/drawing/2014/main" id="{BAC8C3F2-770E-2D9A-F380-AA3CABD18800}"/>
                  </a:ext>
                </a:extLst>
              </p:cNvPr>
              <p:cNvSpPr txBox="1">
                <a:spLocks noChangeArrowheads="1"/>
              </p:cNvSpPr>
              <p:nvPr/>
            </p:nvSpPr>
            <p:spPr bwMode="auto">
              <a:xfrm>
                <a:off x="6591776" y="1418590"/>
                <a:ext cx="1323975" cy="1265437"/>
              </a:xfrm>
              <a:prstGeom prst="rect">
                <a:avLst/>
              </a:prstGeom>
              <a:noFill/>
              <a:ln w="9525" algn="ctr">
                <a:noFill/>
                <a:miter lim="800000"/>
              </a:ln>
              <a:effectLst/>
            </p:spPr>
            <p:txBody>
              <a:bodyPr vert="horz" wrap="square" lIns="35243" tIns="35243" rIns="35243" bIns="35243" numCol="1" anchor="ctr" anchorCtr="0" compatLnSpc="1">
                <a:noAutofit/>
              </a:bodyPr>
              <a:lstStyle>
                <a:defPPr>
                  <a:defRPr lang="en-US"/>
                </a:defPPr>
                <a:lvl1pPr defTabSz="685800" fontAlgn="base">
                  <a:spcBef>
                    <a:spcPct val="0"/>
                  </a:spcBef>
                  <a:spcAft>
                    <a:spcPct val="0"/>
                  </a:spcAft>
                  <a:buClr>
                    <a:schemeClr val="tx1"/>
                  </a:buClr>
                  <a:buSzPts val="1000"/>
                  <a:buFont typeface="宋体" pitchFamily="2" charset="-122"/>
                  <a:buChar char="•"/>
                  <a:defRPr sz="900">
                    <a:latin typeface="微软雅黑" panose="020B0503020204020204" pitchFamily="34" charset="-122"/>
                    <a:ea typeface="微软雅黑" panose="020B0503020204020204" pitchFamily="34" charset="-122"/>
                    <a:cs typeface="宋体" pitchFamily="2" charset="-122"/>
                  </a:defRPr>
                </a:lvl1pPr>
              </a:lstStyle>
              <a:p>
                <a:pPr marL="171450" indent="-171450"/>
                <a:r>
                  <a:rPr lang="zh-CN" altLang="en-US" sz="1200" b="1" dirty="0">
                    <a:solidFill>
                      <a:schemeClr val="bg1"/>
                    </a:solidFill>
                    <a:latin typeface="微软雅黑 Light" panose="020B0502040204020203" pitchFamily="34" charset="-122"/>
                    <a:sym typeface="微软雅黑 Light" panose="020B0502040204020203" pitchFamily="34" charset="-122"/>
                  </a:rPr>
                  <a:t>项目涉及面广，实施过程复杂，在不同阶段面临问题和困难不同</a:t>
                </a:r>
                <a:endParaRPr lang="en-US" altLang="zh-CN" sz="1200" b="1" dirty="0">
                  <a:solidFill>
                    <a:schemeClr val="bg1"/>
                  </a:solidFill>
                  <a:latin typeface="微软雅黑 Light" panose="020B0502040204020203" pitchFamily="34" charset="-122"/>
                  <a:sym typeface="微软雅黑 Light" panose="020B0502040204020203" pitchFamily="34" charset="-122"/>
                </a:endParaRPr>
              </a:p>
              <a:p>
                <a:pPr marL="171450" indent="-171450"/>
                <a:endParaRPr lang="en-US" altLang="zh-CN" sz="1200" b="1" dirty="0">
                  <a:solidFill>
                    <a:schemeClr val="bg1"/>
                  </a:solidFill>
                  <a:latin typeface="微软雅黑 Light" panose="020B0502040204020203" pitchFamily="34" charset="-122"/>
                  <a:sym typeface="微软雅黑 Light" panose="020B0502040204020203" pitchFamily="34" charset="-122"/>
                </a:endParaRPr>
              </a:p>
              <a:p>
                <a:pPr marL="171450" indent="-171450"/>
                <a:r>
                  <a:rPr lang="zh-CN" altLang="en-US" sz="1200" b="1" dirty="0">
                    <a:solidFill>
                      <a:schemeClr val="bg1"/>
                    </a:solidFill>
                    <a:latin typeface="微软雅黑 Light" panose="020B0502040204020203" pitchFamily="34" charset="-122"/>
                    <a:sym typeface="微软雅黑 Light" panose="020B0502040204020203" pitchFamily="34" charset="-122"/>
                  </a:rPr>
                  <a:t>提前识别不同周期困难，制定针对性措施，进行引导、培训和激励，努力使变革曲线更平滑</a:t>
                </a:r>
              </a:p>
            </p:txBody>
          </p:sp>
          <p:sp>
            <p:nvSpPr>
              <p:cNvPr id="32" name="Oval 167">
                <a:extLst>
                  <a:ext uri="{FF2B5EF4-FFF2-40B4-BE49-F238E27FC236}">
                    <a16:creationId xmlns:a16="http://schemas.microsoft.com/office/drawing/2014/main" id="{5B819C30-BED1-0784-73EC-8D78F50B0E5B}"/>
                  </a:ext>
                </a:extLst>
              </p:cNvPr>
              <p:cNvSpPr>
                <a:spLocks noChangeArrowheads="1"/>
              </p:cNvSpPr>
              <p:nvPr/>
            </p:nvSpPr>
            <p:spPr bwMode="auto">
              <a:xfrm>
                <a:off x="1898077" y="2813763"/>
                <a:ext cx="206888" cy="23064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1</a:t>
                </a:r>
              </a:p>
            </p:txBody>
          </p:sp>
          <p:sp>
            <p:nvSpPr>
              <p:cNvPr id="33" name="Oval 168">
                <a:extLst>
                  <a:ext uri="{FF2B5EF4-FFF2-40B4-BE49-F238E27FC236}">
                    <a16:creationId xmlns:a16="http://schemas.microsoft.com/office/drawing/2014/main" id="{0EE119FF-F714-D33E-12DF-709F25205C45}"/>
                  </a:ext>
                </a:extLst>
              </p:cNvPr>
              <p:cNvSpPr>
                <a:spLocks noChangeArrowheads="1"/>
              </p:cNvSpPr>
              <p:nvPr/>
            </p:nvSpPr>
            <p:spPr bwMode="auto">
              <a:xfrm>
                <a:off x="3119845" y="2833289"/>
                <a:ext cx="206888" cy="23064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2</a:t>
                </a:r>
              </a:p>
            </p:txBody>
          </p:sp>
          <p:sp>
            <p:nvSpPr>
              <p:cNvPr id="34" name="Oval 170">
                <a:extLst>
                  <a:ext uri="{FF2B5EF4-FFF2-40B4-BE49-F238E27FC236}">
                    <a16:creationId xmlns:a16="http://schemas.microsoft.com/office/drawing/2014/main" id="{D8A59424-8AE6-0540-E096-EB526181F5B7}"/>
                  </a:ext>
                </a:extLst>
              </p:cNvPr>
              <p:cNvSpPr>
                <a:spLocks noChangeArrowheads="1"/>
              </p:cNvSpPr>
              <p:nvPr/>
            </p:nvSpPr>
            <p:spPr bwMode="auto">
              <a:xfrm>
                <a:off x="4393981" y="2813763"/>
                <a:ext cx="206888" cy="23064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3</a:t>
                </a:r>
              </a:p>
            </p:txBody>
          </p:sp>
          <p:cxnSp>
            <p:nvCxnSpPr>
              <p:cNvPr id="35" name="Straight Connector 52">
                <a:extLst>
                  <a:ext uri="{FF2B5EF4-FFF2-40B4-BE49-F238E27FC236}">
                    <a16:creationId xmlns:a16="http://schemas.microsoft.com/office/drawing/2014/main" id="{7AC43E0E-8031-F4C0-9BC8-D18DBEE84047}"/>
                  </a:ext>
                </a:extLst>
              </p:cNvPr>
              <p:cNvCxnSpPr/>
              <p:nvPr/>
            </p:nvCxnSpPr>
            <p:spPr>
              <a:xfrm>
                <a:off x="1390814" y="1121328"/>
                <a:ext cx="12354" cy="2980098"/>
              </a:xfrm>
              <a:prstGeom prst="line">
                <a:avLst/>
              </a:prstGeom>
              <a:ln w="28575">
                <a:solidFill>
                  <a:srgbClr val="00AAA7"/>
                </a:solidFill>
              </a:ln>
            </p:spPr>
            <p:style>
              <a:lnRef idx="1">
                <a:schemeClr val="accent1"/>
              </a:lnRef>
              <a:fillRef idx="0">
                <a:schemeClr val="accent1"/>
              </a:fillRef>
              <a:effectRef idx="0">
                <a:schemeClr val="accent1"/>
              </a:effectRef>
              <a:fontRef idx="minor">
                <a:schemeClr val="tx1"/>
              </a:fontRef>
            </p:style>
          </p:cxnSp>
          <p:sp>
            <p:nvSpPr>
              <p:cNvPr id="36" name="Text Box 5">
                <a:extLst>
                  <a:ext uri="{FF2B5EF4-FFF2-40B4-BE49-F238E27FC236}">
                    <a16:creationId xmlns:a16="http://schemas.microsoft.com/office/drawing/2014/main" id="{60D12DC5-D9B7-FE78-8865-5162450A6771}"/>
                  </a:ext>
                </a:extLst>
              </p:cNvPr>
              <p:cNvSpPr txBox="1">
                <a:spLocks noChangeArrowheads="1"/>
              </p:cNvSpPr>
              <p:nvPr/>
            </p:nvSpPr>
            <p:spPr bwMode="auto">
              <a:xfrm>
                <a:off x="858679" y="1136763"/>
                <a:ext cx="475298" cy="251088"/>
              </a:xfrm>
              <a:prstGeom prst="rect">
                <a:avLst/>
              </a:prstGeom>
              <a:solidFill>
                <a:srgbClr val="1770EA"/>
              </a:solidFill>
              <a:ln>
                <a:solidFill>
                  <a:srgbClr val="25C1FB"/>
                </a:solidFill>
              </a:ln>
            </p:spPr>
            <p:txBody>
              <a:bodyPr wrap="square" lIns="0" rIns="0">
                <a:spAutoFit/>
              </a:bodyPr>
              <a:lstStyle>
                <a:lvl1pPr marL="192405" indent="-192405" eaLnBrk="0" hangingPunct="0">
                  <a:defRPr>
                    <a:solidFill>
                      <a:schemeClr val="tx1"/>
                    </a:solidFill>
                    <a:latin typeface="Calibri" pitchFamily="34" charset="0"/>
                    <a:ea typeface="微软雅黑" panose="020B0503020204020204" pitchFamily="34" charset="-122"/>
                  </a:defRPr>
                </a:lvl1pPr>
                <a:lvl2pPr marL="742950" indent="-285750" eaLnBrk="0" hangingPunct="0">
                  <a:defRPr>
                    <a:solidFill>
                      <a:schemeClr val="tx1"/>
                    </a:solidFill>
                    <a:latin typeface="Calibri" pitchFamily="34" charset="0"/>
                    <a:ea typeface="微软雅黑" panose="020B0503020204020204" pitchFamily="34" charset="-122"/>
                  </a:defRPr>
                </a:lvl2pPr>
                <a:lvl3pPr marL="1143000" indent="-228600" eaLnBrk="0" hangingPunct="0">
                  <a:defRPr>
                    <a:solidFill>
                      <a:schemeClr val="tx1"/>
                    </a:solidFill>
                    <a:latin typeface="Calibri" pitchFamily="34" charset="0"/>
                    <a:ea typeface="微软雅黑" panose="020B0503020204020204" pitchFamily="34" charset="-122"/>
                  </a:defRPr>
                </a:lvl3pPr>
                <a:lvl4pPr marL="1600200" indent="-228600" eaLnBrk="0" hangingPunct="0">
                  <a:defRPr>
                    <a:solidFill>
                      <a:schemeClr val="tx1"/>
                    </a:solidFill>
                    <a:latin typeface="Calibri" pitchFamily="34" charset="0"/>
                    <a:ea typeface="微软雅黑" panose="020B0503020204020204" pitchFamily="34" charset="-122"/>
                  </a:defRPr>
                </a:lvl4pPr>
                <a:lvl5pPr marL="2057400" indent="-228600" eaLnBrk="0" hangingPunct="0">
                  <a:defRPr>
                    <a:solidFill>
                      <a:schemeClr val="tx1"/>
                    </a:solidFill>
                    <a:latin typeface="Calibri"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alibri"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alibri"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alibri"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alibri" pitchFamily="34" charset="0"/>
                    <a:ea typeface="微软雅黑" panose="020B0503020204020204" pitchFamily="34" charset="-122"/>
                  </a:defRPr>
                </a:lvl9pPr>
              </a:lstStyle>
              <a:p>
                <a:pPr algn="ctr" eaLnBrk="1" hangingPunct="1"/>
                <a:r>
                  <a:rPr lang="zh-CN" altLang="en-US" sz="900" b="1" dirty="0">
                    <a:solidFill>
                      <a:schemeClr val="bg1"/>
                    </a:solidFill>
                    <a:latin typeface="微软雅黑 Light" panose="020B0502040204020203" pitchFamily="34" charset="-122"/>
                    <a:sym typeface="微软雅黑 Light" panose="020B0502040204020203" pitchFamily="34" charset="-122"/>
                  </a:rPr>
                  <a:t>变革风险</a:t>
                </a:r>
              </a:p>
              <a:p>
                <a:pPr algn="ctr" eaLnBrk="1" hangingPunct="1"/>
                <a:r>
                  <a:rPr lang="zh-CN" altLang="en-US" sz="900" b="1" dirty="0">
                    <a:solidFill>
                      <a:schemeClr val="bg1"/>
                    </a:solidFill>
                    <a:latin typeface="微软雅黑 Light" panose="020B0502040204020203" pitchFamily="34" charset="-122"/>
                    <a:sym typeface="微软雅黑 Light" panose="020B0502040204020203" pitchFamily="34" charset="-122"/>
                  </a:rPr>
                  <a:t>与挑战</a:t>
                </a:r>
              </a:p>
            </p:txBody>
          </p:sp>
          <p:sp>
            <p:nvSpPr>
              <p:cNvPr id="37" name="Right Arrow 7">
                <a:extLst>
                  <a:ext uri="{FF2B5EF4-FFF2-40B4-BE49-F238E27FC236}">
                    <a16:creationId xmlns:a16="http://schemas.microsoft.com/office/drawing/2014/main" id="{AC3157D2-8995-0405-9CC5-8E649E943722}"/>
                  </a:ext>
                </a:extLst>
              </p:cNvPr>
              <p:cNvSpPr/>
              <p:nvPr/>
            </p:nvSpPr>
            <p:spPr>
              <a:xfrm>
                <a:off x="858679" y="1527651"/>
                <a:ext cx="465296"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组织</a:t>
                </a:r>
              </a:p>
            </p:txBody>
          </p:sp>
          <p:sp>
            <p:nvSpPr>
              <p:cNvPr id="38" name="Right Arrow 329">
                <a:extLst>
                  <a:ext uri="{FF2B5EF4-FFF2-40B4-BE49-F238E27FC236}">
                    <a16:creationId xmlns:a16="http://schemas.microsoft.com/office/drawing/2014/main" id="{7324146C-E247-D1A1-EF28-A9ECE0554FAE}"/>
                  </a:ext>
                </a:extLst>
              </p:cNvPr>
              <p:cNvSpPr/>
              <p:nvPr/>
            </p:nvSpPr>
            <p:spPr>
              <a:xfrm>
                <a:off x="859155" y="2045811"/>
                <a:ext cx="464820"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流程</a:t>
                </a:r>
              </a:p>
            </p:txBody>
          </p:sp>
          <p:sp>
            <p:nvSpPr>
              <p:cNvPr id="39" name="Right Arrow 330">
                <a:extLst>
                  <a:ext uri="{FF2B5EF4-FFF2-40B4-BE49-F238E27FC236}">
                    <a16:creationId xmlns:a16="http://schemas.microsoft.com/office/drawing/2014/main" id="{F80D8B2A-80D1-0F71-ED6F-F833CCEF6907}"/>
                  </a:ext>
                </a:extLst>
              </p:cNvPr>
              <p:cNvSpPr/>
              <p:nvPr/>
            </p:nvSpPr>
            <p:spPr>
              <a:xfrm>
                <a:off x="859155" y="2586355"/>
                <a:ext cx="464820"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岗位</a:t>
                </a:r>
              </a:p>
            </p:txBody>
          </p:sp>
          <p:sp>
            <p:nvSpPr>
              <p:cNvPr id="40" name="Right Arrow 331">
                <a:extLst>
                  <a:ext uri="{FF2B5EF4-FFF2-40B4-BE49-F238E27FC236}">
                    <a16:creationId xmlns:a16="http://schemas.microsoft.com/office/drawing/2014/main" id="{900801AF-8ED4-C7D6-D91B-8DDD261EF746}"/>
                  </a:ext>
                </a:extLst>
              </p:cNvPr>
              <p:cNvSpPr/>
              <p:nvPr/>
            </p:nvSpPr>
            <p:spPr>
              <a:xfrm>
                <a:off x="859155" y="3126899"/>
                <a:ext cx="464820"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技术</a:t>
                </a:r>
              </a:p>
            </p:txBody>
          </p:sp>
          <p:sp>
            <p:nvSpPr>
              <p:cNvPr id="41" name="Right Arrow 332">
                <a:extLst>
                  <a:ext uri="{FF2B5EF4-FFF2-40B4-BE49-F238E27FC236}">
                    <a16:creationId xmlns:a16="http://schemas.microsoft.com/office/drawing/2014/main" id="{3238E8F6-B541-56AE-48CF-541BFB5E66C2}"/>
                  </a:ext>
                </a:extLst>
              </p:cNvPr>
              <p:cNvSpPr/>
              <p:nvPr/>
            </p:nvSpPr>
            <p:spPr>
              <a:xfrm>
                <a:off x="859155" y="3634105"/>
                <a:ext cx="464820"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900" dirty="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rPr>
                  <a:t>……</a:t>
                </a:r>
              </a:p>
            </p:txBody>
          </p:sp>
          <p:sp>
            <p:nvSpPr>
              <p:cNvPr id="42" name="等腰三角形 41">
                <a:extLst>
                  <a:ext uri="{FF2B5EF4-FFF2-40B4-BE49-F238E27FC236}">
                    <a16:creationId xmlns:a16="http://schemas.microsoft.com/office/drawing/2014/main" id="{C7BFBA8A-97AB-130F-823D-C1F1117518CC}"/>
                  </a:ext>
                </a:extLst>
              </p:cNvPr>
              <p:cNvSpPr/>
              <p:nvPr/>
            </p:nvSpPr>
            <p:spPr>
              <a:xfrm rot="10800000">
                <a:off x="4795276" y="3649132"/>
                <a:ext cx="191453" cy="14192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3" name="Oval 172">
                <a:extLst>
                  <a:ext uri="{FF2B5EF4-FFF2-40B4-BE49-F238E27FC236}">
                    <a16:creationId xmlns:a16="http://schemas.microsoft.com/office/drawing/2014/main" id="{754121AC-7F6E-583C-8679-24523D2CA6A2}"/>
                  </a:ext>
                </a:extLst>
              </p:cNvPr>
              <p:cNvSpPr>
                <a:spLocks noChangeArrowheads="1"/>
              </p:cNvSpPr>
              <p:nvPr/>
            </p:nvSpPr>
            <p:spPr bwMode="auto">
              <a:xfrm>
                <a:off x="7144227" y="2813526"/>
                <a:ext cx="208121" cy="23050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5</a:t>
                </a:r>
              </a:p>
            </p:txBody>
          </p:sp>
          <p:sp>
            <p:nvSpPr>
              <p:cNvPr id="44" name="Oval 169">
                <a:extLst>
                  <a:ext uri="{FF2B5EF4-FFF2-40B4-BE49-F238E27FC236}">
                    <a16:creationId xmlns:a16="http://schemas.microsoft.com/office/drawing/2014/main" id="{4BD562E6-546A-911D-233B-F976C8CEDEA6}"/>
                  </a:ext>
                </a:extLst>
              </p:cNvPr>
              <p:cNvSpPr>
                <a:spLocks noChangeArrowheads="1"/>
              </p:cNvSpPr>
              <p:nvPr/>
            </p:nvSpPr>
            <p:spPr bwMode="auto">
              <a:xfrm>
                <a:off x="5763401" y="2813763"/>
                <a:ext cx="206888" cy="23064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4</a:t>
                </a:r>
              </a:p>
            </p:txBody>
          </p:sp>
          <p:sp>
            <p:nvSpPr>
              <p:cNvPr id="45" name="文本框 44">
                <a:extLst>
                  <a:ext uri="{FF2B5EF4-FFF2-40B4-BE49-F238E27FC236}">
                    <a16:creationId xmlns:a16="http://schemas.microsoft.com/office/drawing/2014/main" id="{A6755AEE-E8F6-795F-C2C5-BFEDCE69B41F}"/>
                  </a:ext>
                </a:extLst>
              </p:cNvPr>
              <p:cNvSpPr txBox="1"/>
              <p:nvPr/>
            </p:nvSpPr>
            <p:spPr>
              <a:xfrm>
                <a:off x="2587912" y="1550325"/>
                <a:ext cx="1222059" cy="941580"/>
              </a:xfrm>
              <a:prstGeom prst="rect">
                <a:avLst/>
              </a:prstGeom>
              <a:noFill/>
            </p:spPr>
            <p:txBody>
              <a:bodyPr wrap="square" rtlCol="0" anchor="ctr" anchorCtr="0">
                <a:spAutoFit/>
              </a:bodyPr>
              <a:lstStyle/>
              <a:p>
                <a:r>
                  <a:rPr lang="zh-CN" altLang="en-US"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项目会涉及不同业务单元大量业务流程的统一及标准化</a:t>
                </a:r>
                <a:endParaRPr lang="en-US" altLang="zh-CN"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endParaRPr lang="en-US" altLang="zh-CN"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a:p>
                <a:r>
                  <a:rPr lang="zh-CN" altLang="en-US"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对现有业务流程冲击较大，需子公司高度参与和支持</a:t>
                </a:r>
                <a:endParaRPr lang="en-US" altLang="zh-CN" sz="1200" b="1"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6" name="Rectangle 154">
                <a:extLst>
                  <a:ext uri="{FF2B5EF4-FFF2-40B4-BE49-F238E27FC236}">
                    <a16:creationId xmlns:a16="http://schemas.microsoft.com/office/drawing/2014/main" id="{7D4A906B-D1FE-203E-9EDC-3BD5915317C3}"/>
                  </a:ext>
                </a:extLst>
              </p:cNvPr>
              <p:cNvSpPr>
                <a:spLocks noChangeArrowheads="1"/>
              </p:cNvSpPr>
              <p:nvPr/>
            </p:nvSpPr>
            <p:spPr bwMode="auto">
              <a:xfrm>
                <a:off x="3059734" y="4322271"/>
                <a:ext cx="1386796" cy="128488"/>
              </a:xfrm>
              <a:prstGeom prst="rect">
                <a:avLst/>
              </a:prstGeom>
              <a:noFill/>
              <a:ln w="12700">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900" b="1" dirty="0">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微笑曲线</a:t>
                </a:r>
              </a:p>
            </p:txBody>
          </p:sp>
        </p:grpSp>
        <p:sp>
          <p:nvSpPr>
            <p:cNvPr id="49" name="矩形 48">
              <a:extLst>
                <a:ext uri="{FF2B5EF4-FFF2-40B4-BE49-F238E27FC236}">
                  <a16:creationId xmlns:a16="http://schemas.microsoft.com/office/drawing/2014/main" id="{E0D72B12-2446-307A-9D48-88A5F710AB1E}"/>
                </a:ext>
              </a:extLst>
            </p:cNvPr>
            <p:cNvSpPr/>
            <p:nvPr/>
          </p:nvSpPr>
          <p:spPr>
            <a:xfrm>
              <a:off x="1631977" y="1899895"/>
              <a:ext cx="1264923"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变革定位</a:t>
              </a:r>
              <a:endParaRPr lang="en-US" altLang="zh-CN"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一把手工程</a:t>
              </a:r>
              <a:endParaRPr lang="zh-CN" altLang="en-US" sz="12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endParaRPr>
            </a:p>
          </p:txBody>
        </p:sp>
        <p:sp>
          <p:nvSpPr>
            <p:cNvPr id="50" name="矩形 49">
              <a:extLst>
                <a:ext uri="{FF2B5EF4-FFF2-40B4-BE49-F238E27FC236}">
                  <a16:creationId xmlns:a16="http://schemas.microsoft.com/office/drawing/2014/main" id="{6D1102EB-7188-FD69-1DFE-C42CD14DE0D7}"/>
                </a:ext>
              </a:extLst>
            </p:cNvPr>
            <p:cNvSpPr/>
            <p:nvPr/>
          </p:nvSpPr>
          <p:spPr>
            <a:xfrm>
              <a:off x="2956613" y="1899895"/>
              <a:ext cx="1386401"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流程规划</a:t>
              </a:r>
              <a:endParaRPr lang="en-US" altLang="zh-CN"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子公司的认同</a:t>
              </a:r>
            </a:p>
          </p:txBody>
        </p:sp>
        <p:sp>
          <p:nvSpPr>
            <p:cNvPr id="51" name="矩形 50">
              <a:extLst>
                <a:ext uri="{FF2B5EF4-FFF2-40B4-BE49-F238E27FC236}">
                  <a16:creationId xmlns:a16="http://schemas.microsoft.com/office/drawing/2014/main" id="{A7F3CE84-972C-FAE3-6613-1A2D1ABDEDCF}"/>
                </a:ext>
              </a:extLst>
            </p:cNvPr>
            <p:cNvSpPr/>
            <p:nvPr/>
          </p:nvSpPr>
          <p:spPr>
            <a:xfrm>
              <a:off x="4393376" y="1899895"/>
              <a:ext cx="1453773"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系统集成及</a:t>
              </a:r>
              <a:endParaRPr lang="en-US" altLang="zh-CN"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改造难度大</a:t>
              </a:r>
            </a:p>
          </p:txBody>
        </p:sp>
        <p:sp>
          <p:nvSpPr>
            <p:cNvPr id="52" name="矩形 51">
              <a:extLst>
                <a:ext uri="{FF2B5EF4-FFF2-40B4-BE49-F238E27FC236}">
                  <a16:creationId xmlns:a16="http://schemas.microsoft.com/office/drawing/2014/main" id="{E4F8A3AF-7029-6E88-0A43-B944A263E686}"/>
                </a:ext>
              </a:extLst>
            </p:cNvPr>
            <p:cNvSpPr/>
            <p:nvPr/>
          </p:nvSpPr>
          <p:spPr>
            <a:xfrm>
              <a:off x="5897511" y="1899895"/>
              <a:ext cx="1376372"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数据迁移</a:t>
              </a:r>
              <a:endParaRPr lang="en-US" altLang="zh-CN"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对业务冲击</a:t>
              </a:r>
            </a:p>
          </p:txBody>
        </p:sp>
        <p:sp>
          <p:nvSpPr>
            <p:cNvPr id="53" name="矩形 52">
              <a:extLst>
                <a:ext uri="{FF2B5EF4-FFF2-40B4-BE49-F238E27FC236}">
                  <a16:creationId xmlns:a16="http://schemas.microsoft.com/office/drawing/2014/main" id="{BD19A54F-9B0F-1803-FE1E-03CDE98811E0}"/>
                </a:ext>
              </a:extLst>
            </p:cNvPr>
            <p:cNvSpPr/>
            <p:nvPr/>
          </p:nvSpPr>
          <p:spPr>
            <a:xfrm>
              <a:off x="7384099" y="1899895"/>
              <a:ext cx="1486491"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宣贯培训与</a:t>
              </a:r>
              <a:endParaRPr lang="en-US" altLang="zh-CN"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pitchFamily="34" charset="-122"/>
                  <a:cs typeface="宋体" pitchFamily="2" charset="-122"/>
                  <a:sym typeface="微软雅黑 Light" panose="020B0502040204020203" pitchFamily="34" charset="-122"/>
                </a:rPr>
                <a:t>激励机制</a:t>
              </a:r>
            </a:p>
          </p:txBody>
        </p:sp>
      </p:grpSp>
    </p:spTree>
    <p:extLst>
      <p:ext uri="{BB962C8B-B14F-4D97-AF65-F5344CB8AC3E}">
        <p14:creationId xmlns:p14="http://schemas.microsoft.com/office/powerpoint/2010/main" val="4157116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项目实施预期风险及策略建议</a:t>
            </a:r>
          </a:p>
        </p:txBody>
      </p:sp>
    </p:spTree>
    <p:extLst>
      <p:ext uri="{BB962C8B-B14F-4D97-AF65-F5344CB8AC3E}">
        <p14:creationId xmlns:p14="http://schemas.microsoft.com/office/powerpoint/2010/main" val="2441861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B57DA8-FCF6-A657-DE18-5EDA83EAA67A}"/>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项目预期展望</a:t>
            </a:r>
          </a:p>
        </p:txBody>
      </p:sp>
      <p:sp>
        <p:nvSpPr>
          <p:cNvPr id="3" name="文本占位符 2">
            <a:extLst>
              <a:ext uri="{FF2B5EF4-FFF2-40B4-BE49-F238E27FC236}">
                <a16:creationId xmlns:a16="http://schemas.microsoft.com/office/drawing/2014/main" id="{73C44381-F30F-C8B8-F47C-F2F33A83B190}"/>
              </a:ext>
            </a:extLst>
          </p:cNvPr>
          <p:cNvSpPr>
            <a:spLocks noGrp="1"/>
          </p:cNvSpPr>
          <p:nvPr>
            <p:ph type="body" sz="quarter" idx="1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Tree>
    <p:extLst>
      <p:ext uri="{BB962C8B-B14F-4D97-AF65-F5344CB8AC3E}">
        <p14:creationId xmlns:p14="http://schemas.microsoft.com/office/powerpoint/2010/main" val="4293990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本次项目实施预期带来的提升</a:t>
            </a:r>
          </a:p>
        </p:txBody>
      </p:sp>
      <p:grpSp>
        <p:nvGrpSpPr>
          <p:cNvPr id="2" name="组合 1">
            <a:extLst>
              <a:ext uri="{FF2B5EF4-FFF2-40B4-BE49-F238E27FC236}">
                <a16:creationId xmlns:a16="http://schemas.microsoft.com/office/drawing/2014/main" id="{8DF763EB-3B6B-9687-8311-4C3810CC0387}"/>
              </a:ext>
            </a:extLst>
          </p:cNvPr>
          <p:cNvGrpSpPr/>
          <p:nvPr/>
        </p:nvGrpSpPr>
        <p:grpSpPr>
          <a:xfrm>
            <a:off x="153168" y="1085241"/>
            <a:ext cx="11791880" cy="4920938"/>
            <a:chOff x="153168" y="1805389"/>
            <a:chExt cx="9245710" cy="4260163"/>
          </a:xfrm>
        </p:grpSpPr>
        <p:sp>
          <p:nvSpPr>
            <p:cNvPr id="5" name="Content Placeholder 3">
              <a:extLst>
                <a:ext uri="{FF2B5EF4-FFF2-40B4-BE49-F238E27FC236}">
                  <a16:creationId xmlns:a16="http://schemas.microsoft.com/office/drawing/2014/main" id="{ECD40708-3149-52B6-57D8-455049819D79}"/>
                </a:ext>
              </a:extLst>
            </p:cNvPr>
            <p:cNvSpPr txBox="1">
              <a:spLocks/>
            </p:cNvSpPr>
            <p:nvPr/>
          </p:nvSpPr>
          <p:spPr>
            <a:xfrm>
              <a:off x="856405" y="2186389"/>
              <a:ext cx="5808526" cy="1143000"/>
            </a:xfrm>
            <a:prstGeom prst="rect">
              <a:avLst/>
            </a:prstGeom>
            <a:ln>
              <a:solidFill>
                <a:srgbClr val="4F81BD"/>
              </a:solidFill>
            </a:ln>
          </p:spPr>
          <p:txBody>
            <a:bodyPr anchor="ctr" anchorCtr="0"/>
            <a:lstStyle>
              <a:lvl1pPr marL="130175" indent="-130175" eaLnBrk="0" hangingPunct="0">
                <a:spcBef>
                  <a:spcPts val="225"/>
                </a:spcBef>
                <a:spcAft>
                  <a:spcPts val="225"/>
                </a:spcAft>
                <a:buFont typeface="Arial" charset="0"/>
                <a:buChar char="•"/>
                <a:defRPr sz="1600">
                  <a:latin typeface="微软雅黑" pitchFamily="34" charset="-122"/>
                  <a:ea typeface="微软雅黑" pitchFamily="34" charset="-122"/>
                </a:defRPr>
              </a:lvl1pPr>
              <a:lvl2pPr marL="271780" indent="-141605" eaLnBrk="0" hangingPunct="0">
                <a:spcBef>
                  <a:spcPts val="225"/>
                </a:spcBef>
                <a:spcAft>
                  <a:spcPts val="225"/>
                </a:spcAft>
                <a:buFont typeface="Arial" charset="0"/>
                <a:buChar char="–"/>
                <a:defRPr sz="1400">
                  <a:latin typeface="微软雅黑" pitchFamily="34" charset="-122"/>
                  <a:ea typeface="微软雅黑" pitchFamily="34" charset="-122"/>
                </a:defRPr>
              </a:lvl2pPr>
              <a:lvl3pPr marL="403225" indent="-130175" eaLnBrk="0" hangingPunct="0">
                <a:spcBef>
                  <a:spcPts val="225"/>
                </a:spcBef>
                <a:spcAft>
                  <a:spcPts val="225"/>
                </a:spcAft>
                <a:buFont typeface="Arial" charset="0"/>
                <a:buChar char="•"/>
                <a:defRPr sz="1200">
                  <a:latin typeface="微软雅黑" pitchFamily="34" charset="-122"/>
                  <a:ea typeface="微软雅黑" pitchFamily="34" charset="-122"/>
                </a:defRPr>
              </a:lvl3pPr>
              <a:lvl4pPr marL="533400" indent="-130175" eaLnBrk="0" hangingPunct="0">
                <a:spcBef>
                  <a:spcPts val="225"/>
                </a:spcBef>
                <a:spcAft>
                  <a:spcPts val="225"/>
                </a:spcAft>
                <a:buFont typeface="Arial" charset="0"/>
                <a:buChar char="–"/>
                <a:defRPr sz="1100">
                  <a:latin typeface="微软雅黑" pitchFamily="34" charset="-122"/>
                  <a:ea typeface="微软雅黑" pitchFamily="34" charset="-122"/>
                </a:defRPr>
              </a:lvl4pPr>
              <a:lvl5pPr marL="676275" indent="-141605" eaLnBrk="0" hangingPunct="0">
                <a:spcBef>
                  <a:spcPts val="225"/>
                </a:spcBef>
                <a:spcAft>
                  <a:spcPts val="225"/>
                </a:spcAft>
                <a:buFont typeface="Arial" charset="0"/>
                <a:buChar char="•"/>
                <a:defRPr sz="1000">
                  <a:latin typeface="微软雅黑" pitchFamily="34" charset="-122"/>
                  <a:ea typeface="微软雅黑" pitchFamily="34" charset="-122"/>
                </a:defRPr>
              </a:lvl5pPr>
              <a:lvl6pPr marL="1885950" indent="-171450" defTabSz="685800">
                <a:spcBef>
                  <a:spcPct val="20000"/>
                </a:spcBef>
                <a:buFont typeface="Arial" pitchFamily="34" charset="0"/>
                <a:buChar char="•"/>
                <a:defRPr sz="1500">
                  <a:latin typeface="+mn-lt"/>
                  <a:ea typeface="+mn-ea"/>
                </a:defRPr>
              </a:lvl6pPr>
              <a:lvl7pPr marL="2228850" indent="-171450" defTabSz="685800">
                <a:spcBef>
                  <a:spcPct val="20000"/>
                </a:spcBef>
                <a:buFont typeface="Arial" pitchFamily="34" charset="0"/>
                <a:buChar char="•"/>
                <a:defRPr sz="1500">
                  <a:latin typeface="+mn-lt"/>
                  <a:ea typeface="+mn-ea"/>
                </a:defRPr>
              </a:lvl7pPr>
              <a:lvl8pPr marL="2571750" indent="-171450" defTabSz="685800">
                <a:spcBef>
                  <a:spcPct val="20000"/>
                </a:spcBef>
                <a:buFont typeface="Arial" pitchFamily="34" charset="0"/>
                <a:buChar char="•"/>
                <a:defRPr sz="1500">
                  <a:latin typeface="+mn-lt"/>
                  <a:ea typeface="+mn-ea"/>
                </a:defRPr>
              </a:lvl8pPr>
              <a:lvl9pPr marL="2914650" indent="-171450" defTabSz="685800">
                <a:spcBef>
                  <a:spcPct val="20000"/>
                </a:spcBef>
                <a:buFont typeface="Arial" pitchFamily="34" charset="0"/>
                <a:buChar char="•"/>
                <a:defRPr sz="1500">
                  <a:latin typeface="+mn-lt"/>
                  <a:ea typeface="+mn-ea"/>
                </a:defRPr>
              </a:lvl9pPr>
            </a:lstStyle>
            <a:p>
              <a:r>
                <a:rPr lang="zh-CN" altLang="en-US" b="1" dirty="0">
                  <a:latin typeface="微软雅黑 Light" panose="020B0502040204020203" pitchFamily="34" charset="-122"/>
                  <a:sym typeface="微软雅黑 Light" panose="020B0502040204020203" pitchFamily="34" charset="-122"/>
                </a:rPr>
                <a:t>新增业财统一的数据标准</a:t>
              </a:r>
              <a:r>
                <a:rPr lang="zh-CN" altLang="en-US" dirty="0">
                  <a:latin typeface="微软雅黑 Light" panose="020B0502040204020203" pitchFamily="34" charset="-122"/>
                  <a:sym typeface="微软雅黑 Light" panose="020B0502040204020203" pitchFamily="34" charset="-122"/>
                </a:rPr>
                <a:t>，例如，项目类型、项目成本分类等；</a:t>
              </a:r>
              <a:endParaRPr lang="en-US" altLang="zh-CN" dirty="0">
                <a:latin typeface="微软雅黑 Light" panose="020B0502040204020203" pitchFamily="34" charset="-122"/>
                <a:sym typeface="微软雅黑 Light" panose="020B0502040204020203" pitchFamily="34" charset="-122"/>
              </a:endParaRPr>
            </a:p>
            <a:p>
              <a:r>
                <a:rPr lang="zh-CN" altLang="en-US" dirty="0">
                  <a:latin typeface="微软雅黑 Light" panose="020B0502040204020203" pitchFamily="34" charset="-122"/>
                  <a:sym typeface="微软雅黑 Light" panose="020B0502040204020203" pitchFamily="34" charset="-122"/>
                </a:rPr>
                <a:t>从业务循环出发，业务处理同时</a:t>
              </a:r>
              <a:r>
                <a:rPr lang="zh-CN" altLang="en-US" b="1" dirty="0">
                  <a:latin typeface="微软雅黑 Light" panose="020B0502040204020203" pitchFamily="34" charset="-122"/>
                  <a:sym typeface="微软雅黑 Light" panose="020B0502040204020203" pitchFamily="34" charset="-122"/>
                </a:rPr>
                <a:t>自动完成会计核算</a:t>
              </a:r>
              <a:r>
                <a:rPr lang="zh-CN" altLang="en-US" dirty="0">
                  <a:latin typeface="微软雅黑 Light" panose="020B0502040204020203" pitchFamily="34" charset="-122"/>
                  <a:sym typeface="微软雅黑 Light" panose="020B0502040204020203" pitchFamily="34" charset="-122"/>
                </a:rPr>
                <a:t>，例如，根据业务前端的库存事务处理自动生成账务，根据不同的业务类型实现自动核算。</a:t>
              </a:r>
            </a:p>
          </p:txBody>
        </p:sp>
        <p:sp>
          <p:nvSpPr>
            <p:cNvPr id="6" name="Rectangle 3">
              <a:extLst>
                <a:ext uri="{FF2B5EF4-FFF2-40B4-BE49-F238E27FC236}">
                  <a16:creationId xmlns:a16="http://schemas.microsoft.com/office/drawing/2014/main" id="{D5740776-6857-64A1-526A-A65C4C1E3C99}"/>
                </a:ext>
              </a:extLst>
            </p:cNvPr>
            <p:cNvSpPr/>
            <p:nvPr/>
          </p:nvSpPr>
          <p:spPr>
            <a:xfrm>
              <a:off x="856403" y="1805389"/>
              <a:ext cx="5808528" cy="349657"/>
            </a:xfrm>
            <a:prstGeom prst="rect">
              <a:avLst/>
            </a:prstGeom>
            <a:solidFill>
              <a:srgbClr val="CCECFF">
                <a:lumMod val="50000"/>
              </a:srgbClr>
            </a:solidFill>
            <a:ln w="9525" cap="flat" cmpd="sng" algn="ctr">
              <a:solidFill>
                <a:srgbClr val="72BAE2">
                  <a:lumMod val="75000"/>
                </a:srgbClr>
              </a:solidFill>
              <a:prstDash val="solid"/>
            </a:ln>
            <a:effectLst/>
          </p:spPr>
          <p:txBody>
            <a:bodyPr rtlCol="0" anchor="ctr"/>
            <a:lstStyle/>
            <a:p>
              <a:pPr algn="ctr" fontAlgn="auto">
                <a:spcBef>
                  <a:spcPts val="0"/>
                </a:spcBef>
                <a:spcAft>
                  <a:spcPts val="0"/>
                </a:spcAft>
              </a:pPr>
              <a:r>
                <a:rPr lang="zh-CN" altLang="en-US" sz="16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变化内容</a:t>
              </a:r>
              <a:endParaRPr lang="en-US" altLang="zh-CN" sz="16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7" name="Rectangle 3">
              <a:extLst>
                <a:ext uri="{FF2B5EF4-FFF2-40B4-BE49-F238E27FC236}">
                  <a16:creationId xmlns:a16="http://schemas.microsoft.com/office/drawing/2014/main" id="{BD17CF1D-1536-4A28-A706-6D9AF56B5A54}"/>
                </a:ext>
              </a:extLst>
            </p:cNvPr>
            <p:cNvSpPr/>
            <p:nvPr/>
          </p:nvSpPr>
          <p:spPr>
            <a:xfrm>
              <a:off x="7603832" y="1805389"/>
              <a:ext cx="1171539" cy="349657"/>
            </a:xfrm>
            <a:prstGeom prst="rect">
              <a:avLst/>
            </a:prstGeom>
            <a:solidFill>
              <a:srgbClr val="C00000"/>
            </a:solidFill>
            <a:ln w="9525" cap="flat" cmpd="sng" algn="ctr">
              <a:noFill/>
              <a:prstDash val="solid"/>
            </a:ln>
            <a:effectLst/>
          </p:spPr>
          <p:txBody>
            <a:bodyPr rtlCol="0" anchor="ctr"/>
            <a:lstStyle/>
            <a:p>
              <a:pPr algn="ctr" fontAlgn="auto">
                <a:spcBef>
                  <a:spcPts val="0"/>
                </a:spcBef>
                <a:spcAft>
                  <a:spcPts val="0"/>
                </a:spcAft>
              </a:pPr>
              <a:r>
                <a:rPr lang="zh-CN" altLang="en-US" sz="16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提升点</a:t>
              </a:r>
              <a:endParaRPr lang="en-US" altLang="zh-CN" sz="16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8" name="Rectangle 3">
              <a:extLst>
                <a:ext uri="{FF2B5EF4-FFF2-40B4-BE49-F238E27FC236}">
                  <a16:creationId xmlns:a16="http://schemas.microsoft.com/office/drawing/2014/main" id="{E4127302-A110-23C7-71A6-CDD4CDBB093C}"/>
                </a:ext>
              </a:extLst>
            </p:cNvPr>
            <p:cNvSpPr/>
            <p:nvPr/>
          </p:nvSpPr>
          <p:spPr>
            <a:xfrm>
              <a:off x="153170" y="2445836"/>
              <a:ext cx="703235" cy="670216"/>
            </a:xfrm>
            <a:prstGeom prst="rect">
              <a:avLst/>
            </a:prstGeom>
            <a:solidFill>
              <a:srgbClr val="1770EA"/>
            </a:solidFill>
            <a:ln w="9525" cap="flat" cmpd="sng" algn="ctr">
              <a:noFill/>
              <a:prstDash val="solid"/>
            </a:ln>
            <a:effectLst/>
          </p:spPr>
          <p:txBody>
            <a:bodyPr rtlCol="0" anchor="ctr"/>
            <a:lstStyle/>
            <a:p>
              <a:pPr algn="ctr" fontAlgn="auto">
                <a:spcBef>
                  <a:spcPts val="0"/>
                </a:spcBef>
                <a:spcAft>
                  <a:spcPts val="0"/>
                </a:spcAft>
              </a:pPr>
              <a:r>
                <a:rPr lang="zh-CN" altLang="en-US" sz="16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数据</a:t>
              </a:r>
              <a:endParaRPr lang="en-US" altLang="zh-CN" sz="16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9" name="Rectangle 3">
              <a:extLst>
                <a:ext uri="{FF2B5EF4-FFF2-40B4-BE49-F238E27FC236}">
                  <a16:creationId xmlns:a16="http://schemas.microsoft.com/office/drawing/2014/main" id="{3D9CC4DF-BCAD-2C71-91BA-300C674931C9}"/>
                </a:ext>
              </a:extLst>
            </p:cNvPr>
            <p:cNvSpPr/>
            <p:nvPr/>
          </p:nvSpPr>
          <p:spPr>
            <a:xfrm>
              <a:off x="153168" y="3559062"/>
              <a:ext cx="703235" cy="670216"/>
            </a:xfrm>
            <a:prstGeom prst="rect">
              <a:avLst/>
            </a:prstGeom>
            <a:solidFill>
              <a:srgbClr val="1770EA"/>
            </a:solidFill>
            <a:ln w="9525" cap="flat" cmpd="sng" algn="ctr">
              <a:noFill/>
              <a:prstDash val="solid"/>
            </a:ln>
            <a:effectLst/>
          </p:spPr>
          <p:txBody>
            <a:bodyPr rtlCol="0" anchor="ctr"/>
            <a:lstStyle/>
            <a:p>
              <a:pPr algn="ctr" fontAlgn="auto">
                <a:spcBef>
                  <a:spcPts val="0"/>
                </a:spcBef>
                <a:spcAft>
                  <a:spcPts val="0"/>
                </a:spcAft>
              </a:pPr>
              <a:r>
                <a:rPr lang="zh-CN" altLang="en-US" sz="16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流程</a:t>
              </a:r>
              <a:endParaRPr lang="en-US" altLang="zh-CN" sz="16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0" name="Rectangle 3">
              <a:extLst>
                <a:ext uri="{FF2B5EF4-FFF2-40B4-BE49-F238E27FC236}">
                  <a16:creationId xmlns:a16="http://schemas.microsoft.com/office/drawing/2014/main" id="{D0DDBAA4-D111-D475-EC3A-67EC38562241}"/>
                </a:ext>
              </a:extLst>
            </p:cNvPr>
            <p:cNvSpPr/>
            <p:nvPr/>
          </p:nvSpPr>
          <p:spPr>
            <a:xfrm>
              <a:off x="153168" y="4915829"/>
              <a:ext cx="703235" cy="670216"/>
            </a:xfrm>
            <a:prstGeom prst="rect">
              <a:avLst/>
            </a:prstGeom>
            <a:solidFill>
              <a:srgbClr val="1770EA"/>
            </a:solidFill>
            <a:ln w="9525" cap="flat" cmpd="sng" algn="ctr">
              <a:noFill/>
              <a:prstDash val="solid"/>
            </a:ln>
            <a:effectLst/>
          </p:spPr>
          <p:txBody>
            <a:bodyPr rtlCol="0" anchor="ctr"/>
            <a:lstStyle/>
            <a:p>
              <a:pPr algn="ctr" fontAlgn="auto">
                <a:spcBef>
                  <a:spcPts val="0"/>
                </a:spcBef>
                <a:spcAft>
                  <a:spcPts val="0"/>
                </a:spcAft>
              </a:pPr>
              <a:r>
                <a:rPr lang="zh-CN" altLang="en-US" sz="16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管控</a:t>
              </a:r>
              <a:endParaRPr lang="en-US" altLang="zh-CN" sz="16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1" name="Content Placeholder 3">
              <a:extLst>
                <a:ext uri="{FF2B5EF4-FFF2-40B4-BE49-F238E27FC236}">
                  <a16:creationId xmlns:a16="http://schemas.microsoft.com/office/drawing/2014/main" id="{759393E3-9256-3DDA-6662-BC3EE3804026}"/>
                </a:ext>
              </a:extLst>
            </p:cNvPr>
            <p:cNvSpPr txBox="1">
              <a:spLocks/>
            </p:cNvSpPr>
            <p:nvPr/>
          </p:nvSpPr>
          <p:spPr>
            <a:xfrm>
              <a:off x="856403" y="3359565"/>
              <a:ext cx="5808528" cy="1021962"/>
            </a:xfrm>
            <a:prstGeom prst="rect">
              <a:avLst/>
            </a:prstGeom>
            <a:ln>
              <a:solidFill>
                <a:srgbClr val="4F81BD"/>
              </a:solidFill>
            </a:ln>
          </p:spPr>
          <p:txBody>
            <a:bodyPr anchor="ctr" anchorCtr="0"/>
            <a:lstStyle>
              <a:defPPr>
                <a:defRPr lang="en-US"/>
              </a:defPPr>
              <a:lvl1pPr marL="130175" indent="-130175" eaLnBrk="0" hangingPunct="0">
                <a:spcBef>
                  <a:spcPts val="225"/>
                </a:spcBef>
                <a:spcAft>
                  <a:spcPts val="225"/>
                </a:spcAft>
                <a:buFont typeface="Arial" charset="0"/>
                <a:buChar char="•"/>
                <a:defRPr sz="1600">
                  <a:latin typeface="微软雅黑" pitchFamily="34" charset="-122"/>
                  <a:ea typeface="微软雅黑" pitchFamily="34" charset="-122"/>
                </a:defRPr>
              </a:lvl1pPr>
              <a:lvl2pPr marL="271780" indent="-141605" eaLnBrk="0" hangingPunct="0">
                <a:spcBef>
                  <a:spcPts val="225"/>
                </a:spcBef>
                <a:spcAft>
                  <a:spcPts val="225"/>
                </a:spcAft>
                <a:buFont typeface="Arial" charset="0"/>
                <a:buChar char="–"/>
                <a:defRPr sz="1400">
                  <a:latin typeface="微软雅黑" pitchFamily="34" charset="-122"/>
                  <a:ea typeface="微软雅黑" pitchFamily="34" charset="-122"/>
                </a:defRPr>
              </a:lvl2pPr>
              <a:lvl3pPr marL="403225" indent="-130175" eaLnBrk="0" hangingPunct="0">
                <a:spcBef>
                  <a:spcPts val="225"/>
                </a:spcBef>
                <a:spcAft>
                  <a:spcPts val="225"/>
                </a:spcAft>
                <a:buFont typeface="Arial" charset="0"/>
                <a:buChar char="•"/>
                <a:defRPr sz="1200">
                  <a:latin typeface="微软雅黑" pitchFamily="34" charset="-122"/>
                  <a:ea typeface="微软雅黑" pitchFamily="34" charset="-122"/>
                </a:defRPr>
              </a:lvl3pPr>
              <a:lvl4pPr marL="533400" indent="-130175" eaLnBrk="0" hangingPunct="0">
                <a:spcBef>
                  <a:spcPts val="225"/>
                </a:spcBef>
                <a:spcAft>
                  <a:spcPts val="225"/>
                </a:spcAft>
                <a:buFont typeface="Arial" charset="0"/>
                <a:buChar char="–"/>
                <a:defRPr sz="1100">
                  <a:latin typeface="微软雅黑" pitchFamily="34" charset="-122"/>
                  <a:ea typeface="微软雅黑" pitchFamily="34" charset="-122"/>
                </a:defRPr>
              </a:lvl4pPr>
              <a:lvl5pPr marL="676275" indent="-141605" eaLnBrk="0" hangingPunct="0">
                <a:spcBef>
                  <a:spcPts val="225"/>
                </a:spcBef>
                <a:spcAft>
                  <a:spcPts val="225"/>
                </a:spcAft>
                <a:buFont typeface="Arial" charset="0"/>
                <a:buChar char="•"/>
                <a:defRPr sz="1000">
                  <a:latin typeface="微软雅黑" pitchFamily="34" charset="-122"/>
                  <a:ea typeface="微软雅黑" pitchFamily="34" charset="-122"/>
                </a:defRPr>
              </a:lvl5pPr>
              <a:lvl6pPr marL="1885950" indent="-171450" defTabSz="685800">
                <a:spcBef>
                  <a:spcPct val="20000"/>
                </a:spcBef>
                <a:buFont typeface="Arial" pitchFamily="34" charset="0"/>
                <a:buChar char="•"/>
                <a:defRPr sz="1500">
                  <a:latin typeface="+mn-lt"/>
                  <a:ea typeface="+mn-ea"/>
                </a:defRPr>
              </a:lvl6pPr>
              <a:lvl7pPr marL="2228850" indent="-171450" defTabSz="685800">
                <a:spcBef>
                  <a:spcPct val="20000"/>
                </a:spcBef>
                <a:buFont typeface="Arial" pitchFamily="34" charset="0"/>
                <a:buChar char="•"/>
                <a:defRPr sz="1500">
                  <a:latin typeface="+mn-lt"/>
                  <a:ea typeface="+mn-ea"/>
                </a:defRPr>
              </a:lvl7pPr>
              <a:lvl8pPr marL="2571750" indent="-171450" defTabSz="685800">
                <a:spcBef>
                  <a:spcPct val="20000"/>
                </a:spcBef>
                <a:buFont typeface="Arial" pitchFamily="34" charset="0"/>
                <a:buChar char="•"/>
                <a:defRPr sz="1500">
                  <a:latin typeface="+mn-lt"/>
                  <a:ea typeface="+mn-ea"/>
                </a:defRPr>
              </a:lvl8pPr>
              <a:lvl9pPr marL="2914650" indent="-171450" defTabSz="685800">
                <a:spcBef>
                  <a:spcPct val="20000"/>
                </a:spcBef>
                <a:buFont typeface="Arial" pitchFamily="34" charset="0"/>
                <a:buChar char="•"/>
                <a:defRPr sz="1500">
                  <a:latin typeface="+mn-lt"/>
                  <a:ea typeface="+mn-ea"/>
                </a:defRPr>
              </a:lvl9pPr>
            </a:lstStyle>
            <a:p>
              <a:r>
                <a:rPr lang="zh-CN" altLang="en-US" dirty="0">
                  <a:latin typeface="微软雅黑 Light" panose="020B0502040204020203" pitchFamily="34" charset="-122"/>
                  <a:sym typeface="微软雅黑 Light" panose="020B0502040204020203" pitchFamily="34" charset="-122"/>
                </a:rPr>
                <a:t>新引入的各业务模块与财务模块集成，将</a:t>
              </a:r>
              <a:r>
                <a:rPr lang="zh-CN" altLang="en-US" b="1" dirty="0">
                  <a:latin typeface="微软雅黑 Light" panose="020B0502040204020203" pitchFamily="34" charset="-122"/>
                  <a:sym typeface="微软雅黑 Light" panose="020B0502040204020203" pitchFamily="34" charset="-122"/>
                </a:rPr>
                <a:t>业务到财务的各环节贯通</a:t>
              </a:r>
              <a:r>
                <a:rPr lang="zh-CN" altLang="en-US" dirty="0">
                  <a:latin typeface="微软雅黑 Light" panose="020B0502040204020203" pitchFamily="34" charset="-122"/>
                  <a:sym typeface="微软雅黑 Light" panose="020B0502040204020203" pitchFamily="34" charset="-122"/>
                </a:rPr>
                <a:t>，例如，销售到收款信息与应收模块集成，根据销售订单生成应收发票；可直接在项目成本模块增加资产，转至资产模块生成资产卡片。</a:t>
              </a:r>
            </a:p>
          </p:txBody>
        </p:sp>
        <p:sp>
          <p:nvSpPr>
            <p:cNvPr id="12" name="矩形 11">
              <a:extLst>
                <a:ext uri="{FF2B5EF4-FFF2-40B4-BE49-F238E27FC236}">
                  <a16:creationId xmlns:a16="http://schemas.microsoft.com/office/drawing/2014/main" id="{53F0B8B8-AA15-37D6-B37E-4E31D674B544}"/>
                </a:ext>
              </a:extLst>
            </p:cNvPr>
            <p:cNvSpPr/>
            <p:nvPr/>
          </p:nvSpPr>
          <p:spPr>
            <a:xfrm>
              <a:off x="6801494" y="2186389"/>
              <a:ext cx="2597384" cy="3879163"/>
            </a:xfrm>
            <a:prstGeom prst="rect">
              <a:avLst/>
            </a:prstGeom>
            <a:ln>
              <a:solidFill>
                <a:schemeClr val="accent1"/>
              </a:solidFill>
            </a:ln>
          </p:spPr>
          <p:txBody>
            <a:bodyPr wrap="square" anchor="ctr" anchorCtr="0">
              <a:spAutoFit/>
            </a:bodyPr>
            <a:lstStyle/>
            <a:p>
              <a:pPr marL="223838" indent="-223838">
                <a:lnSpc>
                  <a:spcPct val="150000"/>
                </a:lnSpc>
                <a:buFont typeface="Wingdings" panose="05000000000000000000" pitchFamily="2" charset="2"/>
                <a:buChar char="ü"/>
              </a:pP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23838" indent="-223838">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实现业财数据的共享、统一和匹配</a:t>
              </a: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23838" indent="-223838">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保障业财数据的完整性和一致性</a:t>
              </a: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23838" indent="-223838">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提升核算数据的准确性、及时性</a:t>
              </a: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23838" indent="-223838">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提升会计核算的自动化程度</a:t>
              </a: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23838" indent="-223838">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实现业财流程的全面贯通</a:t>
              </a: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23838" indent="-223838">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实现财务管控要求在业务流程的嵌入</a:t>
              </a: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23838" indent="-223838">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rPr>
                <a:t>满足不同口径、不同层次的分析需求</a:t>
              </a: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marL="223838" indent="-223838">
                <a:lnSpc>
                  <a:spcPct val="150000"/>
                </a:lnSpc>
                <a:buFont typeface="Wingdings" panose="05000000000000000000" pitchFamily="2" charset="2"/>
                <a:buChar char="ü"/>
              </a:pPr>
              <a:endParaRPr lang="en-US" altLang="zh-CN" sz="1600" dirty="0">
                <a:solidFill>
                  <a:srgbClr val="C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sp>
        <p:nvSpPr>
          <p:cNvPr id="13" name="文本框 12">
            <a:extLst>
              <a:ext uri="{FF2B5EF4-FFF2-40B4-BE49-F238E27FC236}">
                <a16:creationId xmlns:a16="http://schemas.microsoft.com/office/drawing/2014/main" id="{991A5145-0CCB-4172-8B7B-7A20CAADDE76}"/>
              </a:ext>
            </a:extLst>
          </p:cNvPr>
          <p:cNvSpPr txBox="1">
            <a:spLocks noChangeArrowheads="1"/>
          </p:cNvSpPr>
          <p:nvPr/>
        </p:nvSpPr>
        <p:spPr bwMode="auto">
          <a:xfrm>
            <a:off x="1050068" y="4112324"/>
            <a:ext cx="7408133" cy="1899761"/>
          </a:xfrm>
          <a:prstGeom prst="rect">
            <a:avLst/>
          </a:prstGeom>
          <a:ln>
            <a:solidFill>
              <a:srgbClr val="4F81BD"/>
            </a:solidFill>
          </a:ln>
          <a:extLst>
            <a:ext uri="{909E8E84-426E-40DD-AFC4-6F175D3DCCD1}">
              <a14:hiddenFill xmlns:a14="http://schemas.microsoft.com/office/drawing/2010/main">
                <a:solidFill>
                  <a:srgbClr val="FFFFFF"/>
                </a:solidFill>
              </a14:hiddenFill>
            </a:ext>
          </a:extLst>
        </p:spPr>
        <p:txBody>
          <a:bodyPr anchor="ctr" anchorCtr="0"/>
          <a:lstStyle>
            <a:defPPr>
              <a:defRPr lang="en-US"/>
            </a:defPPr>
            <a:lvl1pPr marL="130175" indent="-130175" eaLnBrk="0" hangingPunct="0">
              <a:spcBef>
                <a:spcPts val="225"/>
              </a:spcBef>
              <a:spcAft>
                <a:spcPts val="225"/>
              </a:spcAft>
              <a:buFont typeface="Arial" charset="0"/>
              <a:buChar char="•"/>
              <a:defRPr sz="1600">
                <a:latin typeface="微软雅黑" pitchFamily="34" charset="-122"/>
                <a:ea typeface="微软雅黑" pitchFamily="34" charset="-122"/>
              </a:defRPr>
            </a:lvl1pPr>
            <a:lvl2pPr marL="271780" indent="-141605" eaLnBrk="0" hangingPunct="0">
              <a:spcBef>
                <a:spcPts val="225"/>
              </a:spcBef>
              <a:spcAft>
                <a:spcPts val="225"/>
              </a:spcAft>
              <a:buFont typeface="Arial" charset="0"/>
              <a:buChar char="–"/>
              <a:defRPr sz="1400">
                <a:latin typeface="微软雅黑" pitchFamily="34" charset="-122"/>
                <a:ea typeface="微软雅黑" pitchFamily="34" charset="-122"/>
              </a:defRPr>
            </a:lvl2pPr>
            <a:lvl3pPr marL="403225" indent="-130175" eaLnBrk="0" hangingPunct="0">
              <a:spcBef>
                <a:spcPts val="225"/>
              </a:spcBef>
              <a:spcAft>
                <a:spcPts val="225"/>
              </a:spcAft>
              <a:buFont typeface="Arial" charset="0"/>
              <a:buChar char="•"/>
              <a:defRPr sz="1200">
                <a:latin typeface="微软雅黑" pitchFamily="34" charset="-122"/>
                <a:ea typeface="微软雅黑" pitchFamily="34" charset="-122"/>
              </a:defRPr>
            </a:lvl3pPr>
            <a:lvl4pPr marL="533400" indent="-130175" eaLnBrk="0" hangingPunct="0">
              <a:spcBef>
                <a:spcPts val="225"/>
              </a:spcBef>
              <a:spcAft>
                <a:spcPts val="225"/>
              </a:spcAft>
              <a:buFont typeface="Arial" charset="0"/>
              <a:buChar char="–"/>
              <a:defRPr sz="1100">
                <a:latin typeface="微软雅黑" pitchFamily="34" charset="-122"/>
                <a:ea typeface="微软雅黑" pitchFamily="34" charset="-122"/>
              </a:defRPr>
            </a:lvl4pPr>
            <a:lvl5pPr marL="676275" indent="-141605" eaLnBrk="0" hangingPunct="0">
              <a:spcBef>
                <a:spcPts val="225"/>
              </a:spcBef>
              <a:spcAft>
                <a:spcPts val="225"/>
              </a:spcAft>
              <a:buFont typeface="Arial" charset="0"/>
              <a:buChar char="•"/>
              <a:defRPr sz="1000">
                <a:latin typeface="微软雅黑" pitchFamily="34" charset="-122"/>
                <a:ea typeface="微软雅黑" pitchFamily="34" charset="-122"/>
              </a:defRPr>
            </a:lvl5pPr>
            <a:lvl6pPr marL="1885950" indent="-171450" defTabSz="685800">
              <a:spcBef>
                <a:spcPct val="20000"/>
              </a:spcBef>
              <a:buFont typeface="Arial" pitchFamily="34" charset="0"/>
              <a:buChar char="•"/>
              <a:defRPr sz="1500">
                <a:latin typeface="+mn-lt"/>
                <a:ea typeface="+mn-ea"/>
              </a:defRPr>
            </a:lvl6pPr>
            <a:lvl7pPr marL="2228850" indent="-171450" defTabSz="685800">
              <a:spcBef>
                <a:spcPct val="20000"/>
              </a:spcBef>
              <a:buFont typeface="Arial" pitchFamily="34" charset="0"/>
              <a:buChar char="•"/>
              <a:defRPr sz="1500">
                <a:latin typeface="+mn-lt"/>
                <a:ea typeface="+mn-ea"/>
              </a:defRPr>
            </a:lvl7pPr>
            <a:lvl8pPr marL="2571750" indent="-171450" defTabSz="685800">
              <a:spcBef>
                <a:spcPct val="20000"/>
              </a:spcBef>
              <a:buFont typeface="Arial" pitchFamily="34" charset="0"/>
              <a:buChar char="•"/>
              <a:defRPr sz="1500">
                <a:latin typeface="+mn-lt"/>
                <a:ea typeface="+mn-ea"/>
              </a:defRPr>
            </a:lvl8pPr>
            <a:lvl9pPr marL="2914650" indent="-171450" defTabSz="685800">
              <a:spcBef>
                <a:spcPct val="20000"/>
              </a:spcBef>
              <a:buFont typeface="Arial" pitchFamily="34" charset="0"/>
              <a:buChar char="•"/>
              <a:defRPr sz="1500">
                <a:latin typeface="+mn-lt"/>
                <a:ea typeface="+mn-ea"/>
              </a:defRPr>
            </a:lvl9pPr>
          </a:lstStyle>
          <a:p>
            <a:r>
              <a:rPr lang="zh-CN" altLang="en-US" b="1" dirty="0">
                <a:latin typeface="微软雅黑 Light" panose="020B0502040204020203" pitchFamily="34" charset="-122"/>
                <a:sym typeface="微软雅黑 Light" panose="020B0502040204020203" pitchFamily="34" charset="-122"/>
              </a:rPr>
              <a:t>业务环节嵌入财务管控点</a:t>
            </a:r>
            <a:r>
              <a:rPr lang="zh-CN" altLang="en-US" dirty="0">
                <a:latin typeface="微软雅黑 Light" panose="020B0502040204020203" pitchFamily="34" charset="-122"/>
                <a:sym typeface="微软雅黑 Light" panose="020B0502040204020203" pitchFamily="34" charset="-122"/>
              </a:rPr>
              <a:t>，例如在项目支出发起时即检查预算额度；合同请款时校验项目进度，超出额度不予批准支付；</a:t>
            </a:r>
            <a:endParaRPr lang="en-US" altLang="zh-CN" dirty="0">
              <a:latin typeface="微软雅黑 Light" panose="020B0502040204020203" pitchFamily="34" charset="-122"/>
              <a:sym typeface="微软雅黑 Light" panose="020B0502040204020203" pitchFamily="34" charset="-122"/>
            </a:endParaRPr>
          </a:p>
          <a:p>
            <a:r>
              <a:rPr lang="zh-CN" altLang="en-US" dirty="0">
                <a:latin typeface="微软雅黑 Light" panose="020B0502040204020203" pitchFamily="34" charset="-122"/>
                <a:sym typeface="微软雅黑 Light" panose="020B0502040204020203" pitchFamily="34" charset="-122"/>
              </a:rPr>
              <a:t>提供</a:t>
            </a:r>
            <a:r>
              <a:rPr lang="zh-CN" altLang="en-US" b="1" dirty="0">
                <a:latin typeface="微软雅黑 Light" panose="020B0502040204020203" pitchFamily="34" charset="-122"/>
                <a:sym typeface="微软雅黑 Light" panose="020B0502040204020203" pitchFamily="34" charset="-122"/>
              </a:rPr>
              <a:t>可追溯的信息用以校验和控制</a:t>
            </a:r>
            <a:r>
              <a:rPr lang="zh-CN" altLang="en-US" dirty="0">
                <a:latin typeface="微软雅黑 Light" panose="020B0502040204020203" pitchFamily="34" charset="-122"/>
                <a:sym typeface="微软雅黑 Light" panose="020B0502040204020203" pitchFamily="34" charset="-122"/>
              </a:rPr>
              <a:t>，例如，项目合同、项目施工进度、项目签证等信息财务人员可以直接从系统中查询，构成付款依据</a:t>
            </a:r>
            <a:endParaRPr lang="en-US" altLang="zh-CN" dirty="0">
              <a:latin typeface="微软雅黑 Light" panose="020B0502040204020203" pitchFamily="34" charset="-122"/>
              <a:sym typeface="微软雅黑 Light" panose="020B0502040204020203" pitchFamily="34" charset="-122"/>
            </a:endParaRPr>
          </a:p>
          <a:p>
            <a:r>
              <a:rPr lang="zh-CN" altLang="en-US" dirty="0">
                <a:latin typeface="微软雅黑 Light" panose="020B0502040204020203" pitchFamily="34" charset="-122"/>
                <a:sym typeface="微软雅黑 Light" panose="020B0502040204020203" pitchFamily="34" charset="-122"/>
              </a:rPr>
              <a:t>数据、流程一体化的基础上，</a:t>
            </a:r>
            <a:r>
              <a:rPr lang="zh-CN" altLang="en-US" b="1" dirty="0">
                <a:latin typeface="微软雅黑 Light" panose="020B0502040204020203" pitchFamily="34" charset="-122"/>
                <a:sym typeface="微软雅黑 Light" panose="020B0502040204020203" pitchFamily="34" charset="-122"/>
              </a:rPr>
              <a:t>逐步搭建多层次业财分析体系</a:t>
            </a:r>
            <a:r>
              <a:rPr lang="zh-CN" altLang="en-US" dirty="0">
                <a:latin typeface="微软雅黑 Light" panose="020B0502040204020203" pitchFamily="34" charset="-122"/>
                <a:sym typeface="微软雅黑 Light" panose="020B0502040204020203" pitchFamily="34" charset="-122"/>
              </a:rPr>
              <a:t>，出具包含业务财务数据的综合性报表</a:t>
            </a:r>
          </a:p>
        </p:txBody>
      </p:sp>
    </p:spTree>
    <p:extLst>
      <p:ext uri="{BB962C8B-B14F-4D97-AF65-F5344CB8AC3E}">
        <p14:creationId xmlns:p14="http://schemas.microsoft.com/office/powerpoint/2010/main" val="32714986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5375003-4175-A646-8F49-101B4250B420}"/>
              </a:ext>
            </a:extLst>
          </p:cNvPr>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4" name="标题 3">
            <a:extLst>
              <a:ext uri="{FF2B5EF4-FFF2-40B4-BE49-F238E27FC236}">
                <a16:creationId xmlns:a16="http://schemas.microsoft.com/office/drawing/2014/main" id="{1F6E93EB-5F0A-6E42-A857-2726F61E5B9C}"/>
              </a:ext>
            </a:extLst>
          </p:cNvPr>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pitchFamily="34" charset="-122"/>
                <a:sym typeface="微软雅黑 Light" panose="020B0502040204020203" pitchFamily="34" charset="-122"/>
              </a:rPr>
              <a:t>项目预期成效</a:t>
            </a:r>
          </a:p>
        </p:txBody>
      </p:sp>
      <p:grpSp>
        <p:nvGrpSpPr>
          <p:cNvPr id="36" name="组合 35">
            <a:extLst>
              <a:ext uri="{FF2B5EF4-FFF2-40B4-BE49-F238E27FC236}">
                <a16:creationId xmlns:a16="http://schemas.microsoft.com/office/drawing/2014/main" id="{DB0B6FE1-0AF6-0283-D78D-07DCAA8137D4}"/>
              </a:ext>
            </a:extLst>
          </p:cNvPr>
          <p:cNvGrpSpPr/>
          <p:nvPr/>
        </p:nvGrpSpPr>
        <p:grpSpPr>
          <a:xfrm>
            <a:off x="696997" y="925287"/>
            <a:ext cx="11118158" cy="5330099"/>
            <a:chOff x="696997" y="1130188"/>
            <a:chExt cx="8657399" cy="5061838"/>
          </a:xfrm>
        </p:grpSpPr>
        <p:grpSp>
          <p:nvGrpSpPr>
            <p:cNvPr id="14" name="Group 29">
              <a:extLst>
                <a:ext uri="{FF2B5EF4-FFF2-40B4-BE49-F238E27FC236}">
                  <a16:creationId xmlns:a16="http://schemas.microsoft.com/office/drawing/2014/main" id="{69060CB3-D57D-7475-C376-8F85EEFC40F1}"/>
                </a:ext>
              </a:extLst>
            </p:cNvPr>
            <p:cNvGrpSpPr/>
            <p:nvPr/>
          </p:nvGrpSpPr>
          <p:grpSpPr>
            <a:xfrm>
              <a:off x="4129058" y="2378167"/>
              <a:ext cx="1863915" cy="1815279"/>
              <a:chOff x="3657043" y="1354926"/>
              <a:chExt cx="2068512" cy="2014537"/>
            </a:xfrm>
          </p:grpSpPr>
          <p:sp>
            <p:nvSpPr>
              <p:cNvPr id="15" name="Freeform 50">
                <a:extLst>
                  <a:ext uri="{FF2B5EF4-FFF2-40B4-BE49-F238E27FC236}">
                    <a16:creationId xmlns:a16="http://schemas.microsoft.com/office/drawing/2014/main" id="{40685D50-273F-FCCF-AC6C-70D00746BFDF}"/>
                  </a:ext>
                </a:extLst>
              </p:cNvPr>
              <p:cNvSpPr>
                <a:spLocks/>
              </p:cNvSpPr>
              <p:nvPr/>
            </p:nvSpPr>
            <p:spPr bwMode="auto">
              <a:xfrm>
                <a:off x="4355543" y="2745576"/>
                <a:ext cx="1370012" cy="338137"/>
              </a:xfrm>
              <a:custGeom>
                <a:avLst/>
                <a:gdLst/>
                <a:ahLst/>
                <a:cxnLst>
                  <a:cxn ang="0">
                    <a:pos x="597" y="8"/>
                  </a:cxn>
                  <a:cxn ang="0">
                    <a:pos x="674" y="122"/>
                  </a:cxn>
                  <a:cxn ang="0">
                    <a:pos x="643" y="116"/>
                  </a:cxn>
                  <a:cxn ang="0">
                    <a:pos x="604" y="137"/>
                  </a:cxn>
                  <a:cxn ang="0">
                    <a:pos x="564" y="156"/>
                  </a:cxn>
                  <a:cxn ang="0">
                    <a:pos x="518" y="174"/>
                  </a:cxn>
                  <a:cxn ang="0">
                    <a:pos x="477" y="187"/>
                  </a:cxn>
                  <a:cxn ang="0">
                    <a:pos x="439" y="196"/>
                  </a:cxn>
                  <a:cxn ang="0">
                    <a:pos x="398" y="202"/>
                  </a:cxn>
                  <a:cxn ang="0">
                    <a:pos x="353" y="205"/>
                  </a:cxn>
                  <a:cxn ang="0">
                    <a:pos x="296" y="201"/>
                  </a:cxn>
                  <a:cxn ang="0">
                    <a:pos x="247" y="195"/>
                  </a:cxn>
                  <a:cxn ang="0">
                    <a:pos x="207" y="187"/>
                  </a:cxn>
                  <a:cxn ang="0">
                    <a:pos x="166" y="172"/>
                  </a:cxn>
                  <a:cxn ang="0">
                    <a:pos x="118" y="150"/>
                  </a:cxn>
                  <a:cxn ang="0">
                    <a:pos x="78" y="127"/>
                  </a:cxn>
                  <a:cxn ang="0">
                    <a:pos x="51" y="107"/>
                  </a:cxn>
                  <a:cxn ang="0">
                    <a:pos x="0" y="59"/>
                  </a:cxn>
                  <a:cxn ang="0">
                    <a:pos x="64" y="102"/>
                  </a:cxn>
                  <a:cxn ang="0">
                    <a:pos x="105" y="123"/>
                  </a:cxn>
                  <a:cxn ang="0">
                    <a:pos x="143" y="135"/>
                  </a:cxn>
                  <a:cxn ang="0">
                    <a:pos x="183" y="145"/>
                  </a:cxn>
                  <a:cxn ang="0">
                    <a:pos x="224" y="149"/>
                  </a:cxn>
                  <a:cxn ang="0">
                    <a:pos x="260" y="150"/>
                  </a:cxn>
                  <a:cxn ang="0">
                    <a:pos x="304" y="147"/>
                  </a:cxn>
                  <a:cxn ang="0">
                    <a:pos x="343" y="141"/>
                  </a:cxn>
                  <a:cxn ang="0">
                    <a:pos x="395" y="130"/>
                  </a:cxn>
                  <a:cxn ang="0">
                    <a:pos x="440" y="116"/>
                  </a:cxn>
                  <a:cxn ang="0">
                    <a:pos x="483" y="100"/>
                  </a:cxn>
                  <a:cxn ang="0">
                    <a:pos x="526" y="80"/>
                  </a:cxn>
                  <a:cxn ang="0">
                    <a:pos x="567" y="58"/>
                  </a:cxn>
                  <a:cxn ang="0">
                    <a:pos x="610" y="28"/>
                  </a:cxn>
                </a:cxnLst>
                <a:rect l="0" t="0" r="r" b="b"/>
                <a:pathLst>
                  <a:path w="731" h="206">
                    <a:moveTo>
                      <a:pt x="610" y="28"/>
                    </a:moveTo>
                    <a:lnTo>
                      <a:pt x="597" y="8"/>
                    </a:lnTo>
                    <a:lnTo>
                      <a:pt x="730" y="0"/>
                    </a:lnTo>
                    <a:lnTo>
                      <a:pt x="674" y="122"/>
                    </a:lnTo>
                    <a:lnTo>
                      <a:pt x="661" y="102"/>
                    </a:lnTo>
                    <a:lnTo>
                      <a:pt x="643" y="116"/>
                    </a:lnTo>
                    <a:lnTo>
                      <a:pt x="620" y="129"/>
                    </a:lnTo>
                    <a:lnTo>
                      <a:pt x="604" y="137"/>
                    </a:lnTo>
                    <a:lnTo>
                      <a:pt x="586" y="146"/>
                    </a:lnTo>
                    <a:lnTo>
                      <a:pt x="564" y="156"/>
                    </a:lnTo>
                    <a:lnTo>
                      <a:pt x="542" y="166"/>
                    </a:lnTo>
                    <a:lnTo>
                      <a:pt x="518" y="174"/>
                    </a:lnTo>
                    <a:lnTo>
                      <a:pt x="500" y="179"/>
                    </a:lnTo>
                    <a:lnTo>
                      <a:pt x="477" y="187"/>
                    </a:lnTo>
                    <a:lnTo>
                      <a:pt x="455" y="193"/>
                    </a:lnTo>
                    <a:lnTo>
                      <a:pt x="439" y="196"/>
                    </a:lnTo>
                    <a:lnTo>
                      <a:pt x="417" y="201"/>
                    </a:lnTo>
                    <a:lnTo>
                      <a:pt x="398" y="202"/>
                    </a:lnTo>
                    <a:lnTo>
                      <a:pt x="375" y="204"/>
                    </a:lnTo>
                    <a:lnTo>
                      <a:pt x="353" y="205"/>
                    </a:lnTo>
                    <a:lnTo>
                      <a:pt x="324" y="202"/>
                    </a:lnTo>
                    <a:lnTo>
                      <a:pt x="296" y="201"/>
                    </a:lnTo>
                    <a:lnTo>
                      <a:pt x="270" y="198"/>
                    </a:lnTo>
                    <a:lnTo>
                      <a:pt x="247" y="195"/>
                    </a:lnTo>
                    <a:lnTo>
                      <a:pt x="226" y="192"/>
                    </a:lnTo>
                    <a:lnTo>
                      <a:pt x="207" y="187"/>
                    </a:lnTo>
                    <a:lnTo>
                      <a:pt x="184" y="180"/>
                    </a:lnTo>
                    <a:lnTo>
                      <a:pt x="166" y="172"/>
                    </a:lnTo>
                    <a:lnTo>
                      <a:pt x="142" y="162"/>
                    </a:lnTo>
                    <a:lnTo>
                      <a:pt x="118" y="150"/>
                    </a:lnTo>
                    <a:lnTo>
                      <a:pt x="101" y="140"/>
                    </a:lnTo>
                    <a:lnTo>
                      <a:pt x="78" y="127"/>
                    </a:lnTo>
                    <a:lnTo>
                      <a:pt x="62" y="116"/>
                    </a:lnTo>
                    <a:lnTo>
                      <a:pt x="51" y="107"/>
                    </a:lnTo>
                    <a:lnTo>
                      <a:pt x="32" y="91"/>
                    </a:lnTo>
                    <a:lnTo>
                      <a:pt x="0" y="59"/>
                    </a:lnTo>
                    <a:lnTo>
                      <a:pt x="44" y="89"/>
                    </a:lnTo>
                    <a:lnTo>
                      <a:pt x="64" y="102"/>
                    </a:lnTo>
                    <a:lnTo>
                      <a:pt x="83" y="113"/>
                    </a:lnTo>
                    <a:lnTo>
                      <a:pt x="105" y="123"/>
                    </a:lnTo>
                    <a:lnTo>
                      <a:pt x="124" y="129"/>
                    </a:lnTo>
                    <a:lnTo>
                      <a:pt x="143" y="135"/>
                    </a:lnTo>
                    <a:lnTo>
                      <a:pt x="166" y="141"/>
                    </a:lnTo>
                    <a:lnTo>
                      <a:pt x="183" y="145"/>
                    </a:lnTo>
                    <a:lnTo>
                      <a:pt x="203" y="148"/>
                    </a:lnTo>
                    <a:lnTo>
                      <a:pt x="224" y="149"/>
                    </a:lnTo>
                    <a:lnTo>
                      <a:pt x="244" y="149"/>
                    </a:lnTo>
                    <a:lnTo>
                      <a:pt x="260" y="150"/>
                    </a:lnTo>
                    <a:lnTo>
                      <a:pt x="282" y="148"/>
                    </a:lnTo>
                    <a:lnTo>
                      <a:pt x="304" y="147"/>
                    </a:lnTo>
                    <a:lnTo>
                      <a:pt x="323" y="144"/>
                    </a:lnTo>
                    <a:lnTo>
                      <a:pt x="343" y="141"/>
                    </a:lnTo>
                    <a:lnTo>
                      <a:pt x="369" y="137"/>
                    </a:lnTo>
                    <a:lnTo>
                      <a:pt x="395" y="130"/>
                    </a:lnTo>
                    <a:lnTo>
                      <a:pt x="418" y="123"/>
                    </a:lnTo>
                    <a:lnTo>
                      <a:pt x="440" y="116"/>
                    </a:lnTo>
                    <a:lnTo>
                      <a:pt x="463" y="108"/>
                    </a:lnTo>
                    <a:lnTo>
                      <a:pt x="483" y="100"/>
                    </a:lnTo>
                    <a:lnTo>
                      <a:pt x="503" y="91"/>
                    </a:lnTo>
                    <a:lnTo>
                      <a:pt x="526" y="80"/>
                    </a:lnTo>
                    <a:lnTo>
                      <a:pt x="544" y="72"/>
                    </a:lnTo>
                    <a:lnTo>
                      <a:pt x="567" y="58"/>
                    </a:lnTo>
                    <a:lnTo>
                      <a:pt x="585" y="48"/>
                    </a:lnTo>
                    <a:lnTo>
                      <a:pt x="610" y="28"/>
                    </a:lnTo>
                  </a:path>
                </a:pathLst>
              </a:custGeom>
              <a:solidFill>
                <a:schemeClr val="accent1">
                  <a:lumMod val="75000"/>
                  <a:alpha val="38824"/>
                </a:schemeClr>
              </a:solidFill>
              <a:ln w="12700" cap="rnd" cmpd="sng">
                <a:noFill/>
                <a:prstDash val="solid"/>
                <a:round/>
                <a:headEnd/>
                <a:tailE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6" name="Freeform 51">
                <a:extLst>
                  <a:ext uri="{FF2B5EF4-FFF2-40B4-BE49-F238E27FC236}">
                    <a16:creationId xmlns:a16="http://schemas.microsoft.com/office/drawing/2014/main" id="{01FEF222-162B-9507-20CE-DE75AA7A7147}"/>
                  </a:ext>
                </a:extLst>
              </p:cNvPr>
              <p:cNvSpPr>
                <a:spLocks/>
              </p:cNvSpPr>
              <p:nvPr/>
            </p:nvSpPr>
            <p:spPr bwMode="auto">
              <a:xfrm>
                <a:off x="3709430" y="1635913"/>
                <a:ext cx="1368425" cy="350838"/>
              </a:xfrm>
              <a:custGeom>
                <a:avLst/>
                <a:gdLst/>
                <a:ahLst/>
                <a:cxnLst>
                  <a:cxn ang="0">
                    <a:pos x="132" y="201"/>
                  </a:cxn>
                  <a:cxn ang="0">
                    <a:pos x="53" y="88"/>
                  </a:cxn>
                  <a:cxn ang="0">
                    <a:pos x="85" y="94"/>
                  </a:cxn>
                  <a:cxn ang="0">
                    <a:pos x="123" y="72"/>
                  </a:cxn>
                  <a:cxn ang="0">
                    <a:pos x="162" y="52"/>
                  </a:cxn>
                  <a:cxn ang="0">
                    <a:pos x="208" y="33"/>
                  </a:cxn>
                  <a:cxn ang="0">
                    <a:pos x="248" y="20"/>
                  </a:cxn>
                  <a:cxn ang="0">
                    <a:pos x="288" y="10"/>
                  </a:cxn>
                  <a:cxn ang="0">
                    <a:pos x="328" y="3"/>
                  </a:cxn>
                  <a:cxn ang="0">
                    <a:pos x="373" y="0"/>
                  </a:cxn>
                  <a:cxn ang="0">
                    <a:pos x="430" y="2"/>
                  </a:cxn>
                  <a:cxn ang="0">
                    <a:pos x="479" y="7"/>
                  </a:cxn>
                  <a:cxn ang="0">
                    <a:pos x="518" y="15"/>
                  </a:cxn>
                  <a:cxn ang="0">
                    <a:pos x="560" y="28"/>
                  </a:cxn>
                  <a:cxn ang="0">
                    <a:pos x="607" y="50"/>
                  </a:cxn>
                  <a:cxn ang="0">
                    <a:pos x="648" y="73"/>
                  </a:cxn>
                  <a:cxn ang="0">
                    <a:pos x="675" y="91"/>
                  </a:cxn>
                  <a:cxn ang="0">
                    <a:pos x="729" y="140"/>
                  </a:cxn>
                  <a:cxn ang="0">
                    <a:pos x="662" y="98"/>
                  </a:cxn>
                  <a:cxn ang="0">
                    <a:pos x="622" y="78"/>
                  </a:cxn>
                  <a:cxn ang="0">
                    <a:pos x="583" y="65"/>
                  </a:cxn>
                  <a:cxn ang="0">
                    <a:pos x="543" y="57"/>
                  </a:cxn>
                  <a:cxn ang="0">
                    <a:pos x="502" y="53"/>
                  </a:cxn>
                  <a:cxn ang="0">
                    <a:pos x="466" y="52"/>
                  </a:cxn>
                  <a:cxn ang="0">
                    <a:pos x="422" y="56"/>
                  </a:cxn>
                  <a:cxn ang="0">
                    <a:pos x="384" y="62"/>
                  </a:cxn>
                  <a:cxn ang="0">
                    <a:pos x="332" y="75"/>
                  </a:cxn>
                  <a:cxn ang="0">
                    <a:pos x="288" y="89"/>
                  </a:cxn>
                  <a:cxn ang="0">
                    <a:pos x="245" y="107"/>
                  </a:cxn>
                  <a:cxn ang="0">
                    <a:pos x="202" y="126"/>
                  </a:cxn>
                  <a:cxn ang="0">
                    <a:pos x="161" y="150"/>
                  </a:cxn>
                  <a:cxn ang="0">
                    <a:pos x="119" y="181"/>
                  </a:cxn>
                </a:cxnLst>
                <a:rect l="0" t="0" r="r" b="b"/>
                <a:pathLst>
                  <a:path w="730" h="213">
                    <a:moveTo>
                      <a:pt x="119" y="181"/>
                    </a:moveTo>
                    <a:lnTo>
                      <a:pt x="132" y="201"/>
                    </a:lnTo>
                    <a:lnTo>
                      <a:pt x="0" y="212"/>
                    </a:lnTo>
                    <a:lnTo>
                      <a:pt x="53" y="88"/>
                    </a:lnTo>
                    <a:lnTo>
                      <a:pt x="67" y="108"/>
                    </a:lnTo>
                    <a:lnTo>
                      <a:pt x="85" y="94"/>
                    </a:lnTo>
                    <a:lnTo>
                      <a:pt x="108" y="80"/>
                    </a:lnTo>
                    <a:lnTo>
                      <a:pt x="123" y="72"/>
                    </a:lnTo>
                    <a:lnTo>
                      <a:pt x="141" y="62"/>
                    </a:lnTo>
                    <a:lnTo>
                      <a:pt x="162" y="52"/>
                    </a:lnTo>
                    <a:lnTo>
                      <a:pt x="184" y="43"/>
                    </a:lnTo>
                    <a:lnTo>
                      <a:pt x="208" y="33"/>
                    </a:lnTo>
                    <a:lnTo>
                      <a:pt x="226" y="27"/>
                    </a:lnTo>
                    <a:lnTo>
                      <a:pt x="248" y="20"/>
                    </a:lnTo>
                    <a:lnTo>
                      <a:pt x="271" y="13"/>
                    </a:lnTo>
                    <a:lnTo>
                      <a:pt x="288" y="10"/>
                    </a:lnTo>
                    <a:lnTo>
                      <a:pt x="308" y="5"/>
                    </a:lnTo>
                    <a:lnTo>
                      <a:pt x="328" y="3"/>
                    </a:lnTo>
                    <a:lnTo>
                      <a:pt x="350" y="1"/>
                    </a:lnTo>
                    <a:lnTo>
                      <a:pt x="373" y="0"/>
                    </a:lnTo>
                    <a:lnTo>
                      <a:pt x="402" y="1"/>
                    </a:lnTo>
                    <a:lnTo>
                      <a:pt x="430" y="2"/>
                    </a:lnTo>
                    <a:lnTo>
                      <a:pt x="456" y="4"/>
                    </a:lnTo>
                    <a:lnTo>
                      <a:pt x="479" y="7"/>
                    </a:lnTo>
                    <a:lnTo>
                      <a:pt x="500" y="10"/>
                    </a:lnTo>
                    <a:lnTo>
                      <a:pt x="518" y="15"/>
                    </a:lnTo>
                    <a:lnTo>
                      <a:pt x="542" y="21"/>
                    </a:lnTo>
                    <a:lnTo>
                      <a:pt x="560" y="28"/>
                    </a:lnTo>
                    <a:lnTo>
                      <a:pt x="584" y="38"/>
                    </a:lnTo>
                    <a:lnTo>
                      <a:pt x="607" y="50"/>
                    </a:lnTo>
                    <a:lnTo>
                      <a:pt x="626" y="60"/>
                    </a:lnTo>
                    <a:lnTo>
                      <a:pt x="648" y="73"/>
                    </a:lnTo>
                    <a:lnTo>
                      <a:pt x="665" y="83"/>
                    </a:lnTo>
                    <a:lnTo>
                      <a:pt x="675" y="91"/>
                    </a:lnTo>
                    <a:lnTo>
                      <a:pt x="696" y="108"/>
                    </a:lnTo>
                    <a:lnTo>
                      <a:pt x="729" y="140"/>
                    </a:lnTo>
                    <a:lnTo>
                      <a:pt x="683" y="110"/>
                    </a:lnTo>
                    <a:lnTo>
                      <a:pt x="662" y="98"/>
                    </a:lnTo>
                    <a:lnTo>
                      <a:pt x="643" y="86"/>
                    </a:lnTo>
                    <a:lnTo>
                      <a:pt x="622" y="78"/>
                    </a:lnTo>
                    <a:lnTo>
                      <a:pt x="602" y="71"/>
                    </a:lnTo>
                    <a:lnTo>
                      <a:pt x="583" y="65"/>
                    </a:lnTo>
                    <a:lnTo>
                      <a:pt x="561" y="60"/>
                    </a:lnTo>
                    <a:lnTo>
                      <a:pt x="543" y="57"/>
                    </a:lnTo>
                    <a:lnTo>
                      <a:pt x="524" y="54"/>
                    </a:lnTo>
                    <a:lnTo>
                      <a:pt x="502" y="53"/>
                    </a:lnTo>
                    <a:lnTo>
                      <a:pt x="483" y="53"/>
                    </a:lnTo>
                    <a:lnTo>
                      <a:pt x="466" y="52"/>
                    </a:lnTo>
                    <a:lnTo>
                      <a:pt x="444" y="55"/>
                    </a:lnTo>
                    <a:lnTo>
                      <a:pt x="422" y="56"/>
                    </a:lnTo>
                    <a:lnTo>
                      <a:pt x="403" y="59"/>
                    </a:lnTo>
                    <a:lnTo>
                      <a:pt x="384" y="62"/>
                    </a:lnTo>
                    <a:lnTo>
                      <a:pt x="358" y="67"/>
                    </a:lnTo>
                    <a:lnTo>
                      <a:pt x="332" y="75"/>
                    </a:lnTo>
                    <a:lnTo>
                      <a:pt x="308" y="82"/>
                    </a:lnTo>
                    <a:lnTo>
                      <a:pt x="288" y="89"/>
                    </a:lnTo>
                    <a:lnTo>
                      <a:pt x="263" y="98"/>
                    </a:lnTo>
                    <a:lnTo>
                      <a:pt x="245" y="107"/>
                    </a:lnTo>
                    <a:lnTo>
                      <a:pt x="225" y="116"/>
                    </a:lnTo>
                    <a:lnTo>
                      <a:pt x="202" y="126"/>
                    </a:lnTo>
                    <a:lnTo>
                      <a:pt x="184" y="136"/>
                    </a:lnTo>
                    <a:lnTo>
                      <a:pt x="161" y="150"/>
                    </a:lnTo>
                    <a:lnTo>
                      <a:pt x="144" y="161"/>
                    </a:lnTo>
                    <a:lnTo>
                      <a:pt x="119" y="181"/>
                    </a:lnTo>
                  </a:path>
                </a:pathLst>
              </a:custGeom>
              <a:solidFill>
                <a:srgbClr val="C0C0C0">
                  <a:lumMod val="40000"/>
                  <a:lumOff val="60000"/>
                </a:srgbClr>
              </a:solidFill>
              <a:ln w="12700" cap="rnd" cmpd="sng">
                <a:noFill/>
                <a:prstDash val="solid"/>
                <a:round/>
                <a:headEnd/>
                <a:tailE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7" name="Freeform 52">
                <a:extLst>
                  <a:ext uri="{FF2B5EF4-FFF2-40B4-BE49-F238E27FC236}">
                    <a16:creationId xmlns:a16="http://schemas.microsoft.com/office/drawing/2014/main" id="{72E3D084-5E48-99A5-36CA-C6E2099C9DD5}"/>
                  </a:ext>
                </a:extLst>
              </p:cNvPr>
              <p:cNvSpPr>
                <a:spLocks/>
              </p:cNvSpPr>
              <p:nvPr/>
            </p:nvSpPr>
            <p:spPr bwMode="auto">
              <a:xfrm>
                <a:off x="5034993" y="1726401"/>
                <a:ext cx="646112" cy="1138237"/>
              </a:xfrm>
              <a:custGeom>
                <a:avLst/>
                <a:gdLst/>
                <a:ahLst/>
                <a:cxnLst>
                  <a:cxn ang="0">
                    <a:pos x="207" y="123"/>
                  </a:cxn>
                  <a:cxn ang="0">
                    <a:pos x="343" y="102"/>
                  </a:cxn>
                  <a:cxn ang="0">
                    <a:pos x="324" y="128"/>
                  </a:cxn>
                  <a:cxn ang="0">
                    <a:pos x="326" y="172"/>
                  </a:cxn>
                  <a:cxn ang="0">
                    <a:pos x="326" y="217"/>
                  </a:cxn>
                  <a:cxn ang="0">
                    <a:pos x="323" y="266"/>
                  </a:cxn>
                  <a:cxn ang="0">
                    <a:pos x="318" y="308"/>
                  </a:cxn>
                  <a:cxn ang="0">
                    <a:pos x="310" y="347"/>
                  </a:cxn>
                  <a:cxn ang="0">
                    <a:pos x="298" y="386"/>
                  </a:cxn>
                  <a:cxn ang="0">
                    <a:pos x="281" y="428"/>
                  </a:cxn>
                  <a:cxn ang="0">
                    <a:pos x="254" y="479"/>
                  </a:cxn>
                  <a:cxn ang="0">
                    <a:pos x="228" y="521"/>
                  </a:cxn>
                  <a:cxn ang="0">
                    <a:pos x="203" y="553"/>
                  </a:cxn>
                  <a:cxn ang="0">
                    <a:pos x="173" y="585"/>
                  </a:cxn>
                  <a:cxn ang="0">
                    <a:pos x="133" y="618"/>
                  </a:cxn>
                  <a:cxn ang="0">
                    <a:pos x="94" y="645"/>
                  </a:cxn>
                  <a:cxn ang="0">
                    <a:pos x="65" y="661"/>
                  </a:cxn>
                  <a:cxn ang="0">
                    <a:pos x="0" y="688"/>
                  </a:cxn>
                  <a:cxn ang="0">
                    <a:pos x="66" y="647"/>
                  </a:cxn>
                  <a:cxn ang="0">
                    <a:pos x="102" y="619"/>
                  </a:cxn>
                  <a:cxn ang="0">
                    <a:pos x="130" y="589"/>
                  </a:cxn>
                  <a:cxn ang="0">
                    <a:pos x="155" y="556"/>
                  </a:cxn>
                  <a:cxn ang="0">
                    <a:pos x="177" y="522"/>
                  </a:cxn>
                  <a:cxn ang="0">
                    <a:pos x="193" y="490"/>
                  </a:cxn>
                  <a:cxn ang="0">
                    <a:pos x="209" y="449"/>
                  </a:cxn>
                  <a:cxn ang="0">
                    <a:pos x="220" y="410"/>
                  </a:cxn>
                  <a:cxn ang="0">
                    <a:pos x="231" y="359"/>
                  </a:cxn>
                  <a:cxn ang="0">
                    <a:pos x="239" y="312"/>
                  </a:cxn>
                  <a:cxn ang="0">
                    <a:pos x="242" y="266"/>
                  </a:cxn>
                  <a:cxn ang="0">
                    <a:pos x="242" y="220"/>
                  </a:cxn>
                  <a:cxn ang="0">
                    <a:pos x="240" y="172"/>
                  </a:cxn>
                  <a:cxn ang="0">
                    <a:pos x="230" y="120"/>
                  </a:cxn>
                </a:cxnLst>
                <a:rect l="0" t="0" r="r" b="b"/>
                <a:pathLst>
                  <a:path w="344" h="689">
                    <a:moveTo>
                      <a:pt x="230" y="120"/>
                    </a:moveTo>
                    <a:lnTo>
                      <a:pt x="207" y="123"/>
                    </a:lnTo>
                    <a:lnTo>
                      <a:pt x="255" y="0"/>
                    </a:lnTo>
                    <a:lnTo>
                      <a:pt x="343" y="102"/>
                    </a:lnTo>
                    <a:lnTo>
                      <a:pt x="319" y="106"/>
                    </a:lnTo>
                    <a:lnTo>
                      <a:pt x="324" y="128"/>
                    </a:lnTo>
                    <a:lnTo>
                      <a:pt x="326" y="154"/>
                    </a:lnTo>
                    <a:lnTo>
                      <a:pt x="326" y="172"/>
                    </a:lnTo>
                    <a:lnTo>
                      <a:pt x="327" y="192"/>
                    </a:lnTo>
                    <a:lnTo>
                      <a:pt x="326" y="217"/>
                    </a:lnTo>
                    <a:lnTo>
                      <a:pt x="325" y="240"/>
                    </a:lnTo>
                    <a:lnTo>
                      <a:pt x="323" y="266"/>
                    </a:lnTo>
                    <a:lnTo>
                      <a:pt x="321" y="284"/>
                    </a:lnTo>
                    <a:lnTo>
                      <a:pt x="318" y="308"/>
                    </a:lnTo>
                    <a:lnTo>
                      <a:pt x="314" y="331"/>
                    </a:lnTo>
                    <a:lnTo>
                      <a:pt x="310" y="347"/>
                    </a:lnTo>
                    <a:lnTo>
                      <a:pt x="305" y="368"/>
                    </a:lnTo>
                    <a:lnTo>
                      <a:pt x="298" y="386"/>
                    </a:lnTo>
                    <a:lnTo>
                      <a:pt x="290" y="408"/>
                    </a:lnTo>
                    <a:lnTo>
                      <a:pt x="281" y="428"/>
                    </a:lnTo>
                    <a:lnTo>
                      <a:pt x="268" y="453"/>
                    </a:lnTo>
                    <a:lnTo>
                      <a:pt x="254" y="479"/>
                    </a:lnTo>
                    <a:lnTo>
                      <a:pt x="241" y="500"/>
                    </a:lnTo>
                    <a:lnTo>
                      <a:pt x="228" y="521"/>
                    </a:lnTo>
                    <a:lnTo>
                      <a:pt x="215" y="538"/>
                    </a:lnTo>
                    <a:lnTo>
                      <a:pt x="203" y="553"/>
                    </a:lnTo>
                    <a:lnTo>
                      <a:pt x="187" y="571"/>
                    </a:lnTo>
                    <a:lnTo>
                      <a:pt x="173" y="585"/>
                    </a:lnTo>
                    <a:lnTo>
                      <a:pt x="154" y="601"/>
                    </a:lnTo>
                    <a:lnTo>
                      <a:pt x="133" y="618"/>
                    </a:lnTo>
                    <a:lnTo>
                      <a:pt x="116" y="630"/>
                    </a:lnTo>
                    <a:lnTo>
                      <a:pt x="94" y="645"/>
                    </a:lnTo>
                    <a:lnTo>
                      <a:pt x="78" y="655"/>
                    </a:lnTo>
                    <a:lnTo>
                      <a:pt x="65" y="661"/>
                    </a:lnTo>
                    <a:lnTo>
                      <a:pt x="43" y="672"/>
                    </a:lnTo>
                    <a:lnTo>
                      <a:pt x="0" y="688"/>
                    </a:lnTo>
                    <a:lnTo>
                      <a:pt x="46" y="660"/>
                    </a:lnTo>
                    <a:lnTo>
                      <a:pt x="66" y="647"/>
                    </a:lnTo>
                    <a:lnTo>
                      <a:pt x="85" y="634"/>
                    </a:lnTo>
                    <a:lnTo>
                      <a:pt x="102" y="619"/>
                    </a:lnTo>
                    <a:lnTo>
                      <a:pt x="116" y="604"/>
                    </a:lnTo>
                    <a:lnTo>
                      <a:pt x="130" y="589"/>
                    </a:lnTo>
                    <a:lnTo>
                      <a:pt x="145" y="572"/>
                    </a:lnTo>
                    <a:lnTo>
                      <a:pt x="155" y="556"/>
                    </a:lnTo>
                    <a:lnTo>
                      <a:pt x="167" y="541"/>
                    </a:lnTo>
                    <a:lnTo>
                      <a:pt x="177" y="522"/>
                    </a:lnTo>
                    <a:lnTo>
                      <a:pt x="185" y="504"/>
                    </a:lnTo>
                    <a:lnTo>
                      <a:pt x="193" y="490"/>
                    </a:lnTo>
                    <a:lnTo>
                      <a:pt x="200" y="469"/>
                    </a:lnTo>
                    <a:lnTo>
                      <a:pt x="209" y="449"/>
                    </a:lnTo>
                    <a:lnTo>
                      <a:pt x="214" y="431"/>
                    </a:lnTo>
                    <a:lnTo>
                      <a:pt x="220" y="410"/>
                    </a:lnTo>
                    <a:lnTo>
                      <a:pt x="227" y="385"/>
                    </a:lnTo>
                    <a:lnTo>
                      <a:pt x="231" y="359"/>
                    </a:lnTo>
                    <a:lnTo>
                      <a:pt x="235" y="334"/>
                    </a:lnTo>
                    <a:lnTo>
                      <a:pt x="239" y="312"/>
                    </a:lnTo>
                    <a:lnTo>
                      <a:pt x="241" y="287"/>
                    </a:lnTo>
                    <a:lnTo>
                      <a:pt x="242" y="266"/>
                    </a:lnTo>
                    <a:lnTo>
                      <a:pt x="242" y="245"/>
                    </a:lnTo>
                    <a:lnTo>
                      <a:pt x="242" y="220"/>
                    </a:lnTo>
                    <a:lnTo>
                      <a:pt x="242" y="198"/>
                    </a:lnTo>
                    <a:lnTo>
                      <a:pt x="240" y="172"/>
                    </a:lnTo>
                    <a:lnTo>
                      <a:pt x="237" y="151"/>
                    </a:lnTo>
                    <a:lnTo>
                      <a:pt x="230" y="120"/>
                    </a:lnTo>
                  </a:path>
                </a:pathLst>
              </a:custGeom>
              <a:solidFill>
                <a:schemeClr val="tx2">
                  <a:lumMod val="40000"/>
                  <a:lumOff val="60000"/>
                  <a:alpha val="50196"/>
                </a:schemeClr>
              </a:solidFill>
              <a:ln w="12700" cap="rnd" cmpd="sng">
                <a:noFill/>
                <a:prstDash val="solid"/>
                <a:round/>
                <a:headEnd/>
                <a:tailE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8" name="Freeform 53">
                <a:extLst>
                  <a:ext uri="{FF2B5EF4-FFF2-40B4-BE49-F238E27FC236}">
                    <a16:creationId xmlns:a16="http://schemas.microsoft.com/office/drawing/2014/main" id="{0A27CF1B-5E69-3529-A85B-885BAD1C4AEC}"/>
                  </a:ext>
                </a:extLst>
              </p:cNvPr>
              <p:cNvSpPr>
                <a:spLocks/>
              </p:cNvSpPr>
              <p:nvPr/>
            </p:nvSpPr>
            <p:spPr bwMode="auto">
              <a:xfrm>
                <a:off x="4026930" y="2367751"/>
                <a:ext cx="844550" cy="1001712"/>
              </a:xfrm>
              <a:custGeom>
                <a:avLst/>
                <a:gdLst/>
                <a:ahLst/>
                <a:cxnLst>
                  <a:cxn ang="0">
                    <a:pos x="360" y="501"/>
                  </a:cxn>
                  <a:cxn ang="0">
                    <a:pos x="369" y="478"/>
                  </a:cxn>
                  <a:cxn ang="0">
                    <a:pos x="448" y="589"/>
                  </a:cxn>
                  <a:cxn ang="0">
                    <a:pos x="315" y="605"/>
                  </a:cxn>
                  <a:cxn ang="0">
                    <a:pos x="326" y="581"/>
                  </a:cxn>
                  <a:cxn ang="0">
                    <a:pos x="309" y="573"/>
                  </a:cxn>
                  <a:cxn ang="0">
                    <a:pos x="284" y="563"/>
                  </a:cxn>
                  <a:cxn ang="0">
                    <a:pos x="262" y="551"/>
                  </a:cxn>
                  <a:cxn ang="0">
                    <a:pos x="241" y="538"/>
                  </a:cxn>
                  <a:cxn ang="0">
                    <a:pos x="219" y="523"/>
                  </a:cxn>
                  <a:cxn ang="0">
                    <a:pos x="199" y="507"/>
                  </a:cxn>
                  <a:cxn ang="0">
                    <a:pos x="179" y="490"/>
                  </a:cxn>
                  <a:cxn ang="0">
                    <a:pos x="161" y="474"/>
                  </a:cxn>
                  <a:cxn ang="0">
                    <a:pos x="146" y="460"/>
                  </a:cxn>
                  <a:cxn ang="0">
                    <a:pos x="129" y="443"/>
                  </a:cxn>
                  <a:cxn ang="0">
                    <a:pos x="117" y="428"/>
                  </a:cxn>
                  <a:cxn ang="0">
                    <a:pos x="103" y="410"/>
                  </a:cxn>
                  <a:cxn ang="0">
                    <a:pos x="91" y="394"/>
                  </a:cxn>
                  <a:cxn ang="0">
                    <a:pos x="79" y="377"/>
                  </a:cxn>
                  <a:cxn ang="0">
                    <a:pos x="68" y="359"/>
                  </a:cxn>
                  <a:cxn ang="0">
                    <a:pos x="56" y="339"/>
                  </a:cxn>
                  <a:cxn ang="0">
                    <a:pos x="47" y="320"/>
                  </a:cxn>
                  <a:cxn ang="0">
                    <a:pos x="38" y="302"/>
                  </a:cxn>
                  <a:cxn ang="0">
                    <a:pos x="30" y="281"/>
                  </a:cxn>
                  <a:cxn ang="0">
                    <a:pos x="20" y="253"/>
                  </a:cxn>
                  <a:cxn ang="0">
                    <a:pos x="12" y="229"/>
                  </a:cxn>
                  <a:cxn ang="0">
                    <a:pos x="8" y="207"/>
                  </a:cxn>
                  <a:cxn ang="0">
                    <a:pos x="5" y="188"/>
                  </a:cxn>
                  <a:cxn ang="0">
                    <a:pos x="2" y="172"/>
                  </a:cxn>
                  <a:cxn ang="0">
                    <a:pos x="1" y="155"/>
                  </a:cxn>
                  <a:cxn ang="0">
                    <a:pos x="0" y="137"/>
                  </a:cxn>
                  <a:cxn ang="0">
                    <a:pos x="0" y="120"/>
                  </a:cxn>
                  <a:cxn ang="0">
                    <a:pos x="0" y="104"/>
                  </a:cxn>
                  <a:cxn ang="0">
                    <a:pos x="2" y="77"/>
                  </a:cxn>
                  <a:cxn ang="0">
                    <a:pos x="6" y="47"/>
                  </a:cxn>
                  <a:cxn ang="0">
                    <a:pos x="16" y="0"/>
                  </a:cxn>
                  <a:cxn ang="0">
                    <a:pos x="11" y="72"/>
                  </a:cxn>
                  <a:cxn ang="0">
                    <a:pos x="12" y="93"/>
                  </a:cxn>
                  <a:cxn ang="0">
                    <a:pos x="15" y="111"/>
                  </a:cxn>
                  <a:cxn ang="0">
                    <a:pos x="18" y="129"/>
                  </a:cxn>
                  <a:cxn ang="0">
                    <a:pos x="22" y="146"/>
                  </a:cxn>
                  <a:cxn ang="0">
                    <a:pos x="32" y="182"/>
                  </a:cxn>
                  <a:cxn ang="0">
                    <a:pos x="45" y="214"/>
                  </a:cxn>
                  <a:cxn ang="0">
                    <a:pos x="60" y="243"/>
                  </a:cxn>
                  <a:cxn ang="0">
                    <a:pos x="78" y="271"/>
                  </a:cxn>
                  <a:cxn ang="0">
                    <a:pos x="96" y="295"/>
                  </a:cxn>
                  <a:cxn ang="0">
                    <a:pos x="121" y="326"/>
                  </a:cxn>
                  <a:cxn ang="0">
                    <a:pos x="143" y="353"/>
                  </a:cxn>
                  <a:cxn ang="0">
                    <a:pos x="169" y="377"/>
                  </a:cxn>
                  <a:cxn ang="0">
                    <a:pos x="192" y="397"/>
                  </a:cxn>
                  <a:cxn ang="0">
                    <a:pos x="220" y="419"/>
                  </a:cxn>
                  <a:cxn ang="0">
                    <a:pos x="248" y="438"/>
                  </a:cxn>
                  <a:cxn ang="0">
                    <a:pos x="269" y="454"/>
                  </a:cxn>
                  <a:cxn ang="0">
                    <a:pos x="298" y="471"/>
                  </a:cxn>
                  <a:cxn ang="0">
                    <a:pos x="329" y="488"/>
                  </a:cxn>
                  <a:cxn ang="0">
                    <a:pos x="360" y="501"/>
                  </a:cxn>
                </a:cxnLst>
                <a:rect l="0" t="0" r="r" b="b"/>
                <a:pathLst>
                  <a:path w="449" h="606">
                    <a:moveTo>
                      <a:pt x="360" y="501"/>
                    </a:moveTo>
                    <a:lnTo>
                      <a:pt x="369" y="478"/>
                    </a:lnTo>
                    <a:lnTo>
                      <a:pt x="448" y="589"/>
                    </a:lnTo>
                    <a:lnTo>
                      <a:pt x="315" y="605"/>
                    </a:lnTo>
                    <a:lnTo>
                      <a:pt x="326" y="581"/>
                    </a:lnTo>
                    <a:lnTo>
                      <a:pt x="309" y="573"/>
                    </a:lnTo>
                    <a:lnTo>
                      <a:pt x="284" y="563"/>
                    </a:lnTo>
                    <a:lnTo>
                      <a:pt x="262" y="551"/>
                    </a:lnTo>
                    <a:lnTo>
                      <a:pt x="241" y="538"/>
                    </a:lnTo>
                    <a:lnTo>
                      <a:pt x="219" y="523"/>
                    </a:lnTo>
                    <a:lnTo>
                      <a:pt x="199" y="507"/>
                    </a:lnTo>
                    <a:lnTo>
                      <a:pt x="179" y="490"/>
                    </a:lnTo>
                    <a:lnTo>
                      <a:pt x="161" y="474"/>
                    </a:lnTo>
                    <a:lnTo>
                      <a:pt x="146" y="460"/>
                    </a:lnTo>
                    <a:lnTo>
                      <a:pt x="129" y="443"/>
                    </a:lnTo>
                    <a:lnTo>
                      <a:pt x="117" y="428"/>
                    </a:lnTo>
                    <a:lnTo>
                      <a:pt x="103" y="410"/>
                    </a:lnTo>
                    <a:lnTo>
                      <a:pt x="91" y="394"/>
                    </a:lnTo>
                    <a:lnTo>
                      <a:pt x="79" y="377"/>
                    </a:lnTo>
                    <a:lnTo>
                      <a:pt x="68" y="359"/>
                    </a:lnTo>
                    <a:lnTo>
                      <a:pt x="56" y="339"/>
                    </a:lnTo>
                    <a:lnTo>
                      <a:pt x="47" y="320"/>
                    </a:lnTo>
                    <a:lnTo>
                      <a:pt x="38" y="302"/>
                    </a:lnTo>
                    <a:lnTo>
                      <a:pt x="30" y="281"/>
                    </a:lnTo>
                    <a:lnTo>
                      <a:pt x="20" y="253"/>
                    </a:lnTo>
                    <a:lnTo>
                      <a:pt x="12" y="229"/>
                    </a:lnTo>
                    <a:lnTo>
                      <a:pt x="8" y="207"/>
                    </a:lnTo>
                    <a:lnTo>
                      <a:pt x="5" y="188"/>
                    </a:lnTo>
                    <a:lnTo>
                      <a:pt x="2" y="172"/>
                    </a:lnTo>
                    <a:lnTo>
                      <a:pt x="1" y="155"/>
                    </a:lnTo>
                    <a:lnTo>
                      <a:pt x="0" y="137"/>
                    </a:lnTo>
                    <a:lnTo>
                      <a:pt x="0" y="120"/>
                    </a:lnTo>
                    <a:lnTo>
                      <a:pt x="0" y="104"/>
                    </a:lnTo>
                    <a:lnTo>
                      <a:pt x="2" y="77"/>
                    </a:lnTo>
                    <a:lnTo>
                      <a:pt x="6" y="47"/>
                    </a:lnTo>
                    <a:lnTo>
                      <a:pt x="16" y="0"/>
                    </a:lnTo>
                    <a:lnTo>
                      <a:pt x="11" y="72"/>
                    </a:lnTo>
                    <a:lnTo>
                      <a:pt x="12" y="93"/>
                    </a:lnTo>
                    <a:lnTo>
                      <a:pt x="15" y="111"/>
                    </a:lnTo>
                    <a:lnTo>
                      <a:pt x="18" y="129"/>
                    </a:lnTo>
                    <a:lnTo>
                      <a:pt x="22" y="146"/>
                    </a:lnTo>
                    <a:lnTo>
                      <a:pt x="32" y="182"/>
                    </a:lnTo>
                    <a:lnTo>
                      <a:pt x="45" y="214"/>
                    </a:lnTo>
                    <a:lnTo>
                      <a:pt x="60" y="243"/>
                    </a:lnTo>
                    <a:lnTo>
                      <a:pt x="78" y="271"/>
                    </a:lnTo>
                    <a:lnTo>
                      <a:pt x="96" y="295"/>
                    </a:lnTo>
                    <a:lnTo>
                      <a:pt x="121" y="326"/>
                    </a:lnTo>
                    <a:lnTo>
                      <a:pt x="143" y="353"/>
                    </a:lnTo>
                    <a:lnTo>
                      <a:pt x="169" y="377"/>
                    </a:lnTo>
                    <a:lnTo>
                      <a:pt x="192" y="397"/>
                    </a:lnTo>
                    <a:lnTo>
                      <a:pt x="220" y="419"/>
                    </a:lnTo>
                    <a:lnTo>
                      <a:pt x="248" y="438"/>
                    </a:lnTo>
                    <a:lnTo>
                      <a:pt x="269" y="454"/>
                    </a:lnTo>
                    <a:lnTo>
                      <a:pt x="298" y="471"/>
                    </a:lnTo>
                    <a:lnTo>
                      <a:pt x="329" y="488"/>
                    </a:lnTo>
                    <a:lnTo>
                      <a:pt x="360" y="501"/>
                    </a:lnTo>
                  </a:path>
                </a:pathLst>
              </a:custGeom>
              <a:solidFill>
                <a:schemeClr val="accent5">
                  <a:lumMod val="75000"/>
                  <a:alpha val="25098"/>
                </a:schemeClr>
              </a:solidFill>
              <a:ln w="12700" cap="rnd" cmpd="sng">
                <a:noFill/>
                <a:prstDash val="solid"/>
                <a:round/>
                <a:headEnd/>
                <a:tailE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19" name="Freeform 54">
                <a:extLst>
                  <a:ext uri="{FF2B5EF4-FFF2-40B4-BE49-F238E27FC236}">
                    <a16:creationId xmlns:a16="http://schemas.microsoft.com/office/drawing/2014/main" id="{ECC9AF20-8BD9-C1D4-4C15-4331D111CD6E}"/>
                  </a:ext>
                </a:extLst>
              </p:cNvPr>
              <p:cNvSpPr>
                <a:spLocks/>
              </p:cNvSpPr>
              <p:nvPr/>
            </p:nvSpPr>
            <p:spPr bwMode="auto">
              <a:xfrm>
                <a:off x="4587318" y="1354926"/>
                <a:ext cx="781050" cy="1035050"/>
              </a:xfrm>
              <a:custGeom>
                <a:avLst/>
                <a:gdLst/>
                <a:ahLst/>
                <a:cxnLst>
                  <a:cxn ang="0">
                    <a:pos x="81" y="100"/>
                  </a:cxn>
                  <a:cxn ang="0">
                    <a:pos x="70" y="121"/>
                  </a:cxn>
                  <a:cxn ang="0">
                    <a:pos x="0" y="5"/>
                  </a:cxn>
                  <a:cxn ang="0">
                    <a:pos x="133" y="0"/>
                  </a:cxn>
                  <a:cxn ang="0">
                    <a:pos x="120" y="22"/>
                  </a:cxn>
                  <a:cxn ang="0">
                    <a:pos x="137" y="31"/>
                  </a:cxn>
                  <a:cxn ang="0">
                    <a:pos x="161" y="43"/>
                  </a:cxn>
                  <a:cxn ang="0">
                    <a:pos x="182" y="57"/>
                  </a:cxn>
                  <a:cxn ang="0">
                    <a:pos x="203" y="71"/>
                  </a:cxn>
                  <a:cxn ang="0">
                    <a:pos x="223" y="88"/>
                  </a:cxn>
                  <a:cxn ang="0">
                    <a:pos x="241" y="105"/>
                  </a:cxn>
                  <a:cxn ang="0">
                    <a:pos x="261" y="123"/>
                  </a:cxn>
                  <a:cxn ang="0">
                    <a:pos x="277" y="140"/>
                  </a:cxn>
                  <a:cxn ang="0">
                    <a:pos x="291" y="155"/>
                  </a:cxn>
                  <a:cxn ang="0">
                    <a:pos x="307" y="174"/>
                  </a:cxn>
                  <a:cxn ang="0">
                    <a:pos x="319" y="189"/>
                  </a:cxn>
                  <a:cxn ang="0">
                    <a:pos x="331" y="207"/>
                  </a:cxn>
                  <a:cxn ang="0">
                    <a:pos x="341" y="225"/>
                  </a:cxn>
                  <a:cxn ang="0">
                    <a:pos x="352" y="242"/>
                  </a:cxn>
                  <a:cxn ang="0">
                    <a:pos x="363" y="262"/>
                  </a:cxn>
                  <a:cxn ang="0">
                    <a:pos x="371" y="282"/>
                  </a:cxn>
                  <a:cxn ang="0">
                    <a:pos x="379" y="301"/>
                  </a:cxn>
                  <a:cxn ang="0">
                    <a:pos x="387" y="320"/>
                  </a:cxn>
                  <a:cxn ang="0">
                    <a:pos x="395" y="342"/>
                  </a:cxn>
                  <a:cxn ang="0">
                    <a:pos x="402" y="370"/>
                  </a:cxn>
                  <a:cxn ang="0">
                    <a:pos x="408" y="394"/>
                  </a:cxn>
                  <a:cxn ang="0">
                    <a:pos x="411" y="416"/>
                  </a:cxn>
                  <a:cxn ang="0">
                    <a:pos x="413" y="436"/>
                  </a:cxn>
                  <a:cxn ang="0">
                    <a:pos x="415" y="452"/>
                  </a:cxn>
                  <a:cxn ang="0">
                    <a:pos x="415" y="470"/>
                  </a:cxn>
                  <a:cxn ang="0">
                    <a:pos x="415" y="487"/>
                  </a:cxn>
                  <a:cxn ang="0">
                    <a:pos x="413" y="504"/>
                  </a:cxn>
                  <a:cxn ang="0">
                    <a:pos x="412" y="520"/>
                  </a:cxn>
                  <a:cxn ang="0">
                    <a:pos x="408" y="546"/>
                  </a:cxn>
                  <a:cxn ang="0">
                    <a:pos x="402" y="576"/>
                  </a:cxn>
                  <a:cxn ang="0">
                    <a:pos x="389" y="624"/>
                  </a:cxn>
                  <a:cxn ang="0">
                    <a:pos x="398" y="551"/>
                  </a:cxn>
                  <a:cxn ang="0">
                    <a:pos x="399" y="530"/>
                  </a:cxn>
                  <a:cxn ang="0">
                    <a:pos x="397" y="513"/>
                  </a:cxn>
                  <a:cxn ang="0">
                    <a:pos x="396" y="494"/>
                  </a:cxn>
                  <a:cxn ang="0">
                    <a:pos x="393" y="476"/>
                  </a:cxn>
                  <a:cxn ang="0">
                    <a:pos x="385" y="440"/>
                  </a:cxn>
                  <a:cxn ang="0">
                    <a:pos x="375" y="408"/>
                  </a:cxn>
                  <a:cxn ang="0">
                    <a:pos x="362" y="377"/>
                  </a:cxn>
                  <a:cxn ang="0">
                    <a:pos x="345" y="348"/>
                  </a:cxn>
                  <a:cxn ang="0">
                    <a:pos x="329" y="323"/>
                  </a:cxn>
                  <a:cxn ang="0">
                    <a:pos x="308" y="290"/>
                  </a:cxn>
                  <a:cxn ang="0">
                    <a:pos x="286" y="262"/>
                  </a:cxn>
                  <a:cxn ang="0">
                    <a:pos x="263" y="236"/>
                  </a:cxn>
                  <a:cxn ang="0">
                    <a:pos x="241" y="214"/>
                  </a:cxn>
                  <a:cxn ang="0">
                    <a:pos x="216" y="191"/>
                  </a:cxn>
                  <a:cxn ang="0">
                    <a:pos x="189" y="169"/>
                  </a:cxn>
                  <a:cxn ang="0">
                    <a:pos x="168" y="152"/>
                  </a:cxn>
                  <a:cxn ang="0">
                    <a:pos x="141" y="134"/>
                  </a:cxn>
                  <a:cxn ang="0">
                    <a:pos x="111" y="115"/>
                  </a:cxn>
                  <a:cxn ang="0">
                    <a:pos x="81" y="100"/>
                  </a:cxn>
                </a:cxnLst>
                <a:rect l="0" t="0" r="r" b="b"/>
                <a:pathLst>
                  <a:path w="416" h="625">
                    <a:moveTo>
                      <a:pt x="81" y="100"/>
                    </a:moveTo>
                    <a:lnTo>
                      <a:pt x="70" y="121"/>
                    </a:lnTo>
                    <a:lnTo>
                      <a:pt x="0" y="5"/>
                    </a:lnTo>
                    <a:lnTo>
                      <a:pt x="133" y="0"/>
                    </a:lnTo>
                    <a:lnTo>
                      <a:pt x="120" y="22"/>
                    </a:lnTo>
                    <a:lnTo>
                      <a:pt x="137" y="31"/>
                    </a:lnTo>
                    <a:lnTo>
                      <a:pt x="161" y="43"/>
                    </a:lnTo>
                    <a:lnTo>
                      <a:pt x="182" y="57"/>
                    </a:lnTo>
                    <a:lnTo>
                      <a:pt x="203" y="71"/>
                    </a:lnTo>
                    <a:lnTo>
                      <a:pt x="223" y="88"/>
                    </a:lnTo>
                    <a:lnTo>
                      <a:pt x="241" y="105"/>
                    </a:lnTo>
                    <a:lnTo>
                      <a:pt x="261" y="123"/>
                    </a:lnTo>
                    <a:lnTo>
                      <a:pt x="277" y="140"/>
                    </a:lnTo>
                    <a:lnTo>
                      <a:pt x="291" y="155"/>
                    </a:lnTo>
                    <a:lnTo>
                      <a:pt x="307" y="174"/>
                    </a:lnTo>
                    <a:lnTo>
                      <a:pt x="319" y="189"/>
                    </a:lnTo>
                    <a:lnTo>
                      <a:pt x="331" y="207"/>
                    </a:lnTo>
                    <a:lnTo>
                      <a:pt x="341" y="225"/>
                    </a:lnTo>
                    <a:lnTo>
                      <a:pt x="352" y="242"/>
                    </a:lnTo>
                    <a:lnTo>
                      <a:pt x="363" y="262"/>
                    </a:lnTo>
                    <a:lnTo>
                      <a:pt x="371" y="282"/>
                    </a:lnTo>
                    <a:lnTo>
                      <a:pt x="379" y="301"/>
                    </a:lnTo>
                    <a:lnTo>
                      <a:pt x="387" y="320"/>
                    </a:lnTo>
                    <a:lnTo>
                      <a:pt x="395" y="342"/>
                    </a:lnTo>
                    <a:lnTo>
                      <a:pt x="402" y="370"/>
                    </a:lnTo>
                    <a:lnTo>
                      <a:pt x="408" y="394"/>
                    </a:lnTo>
                    <a:lnTo>
                      <a:pt x="411" y="416"/>
                    </a:lnTo>
                    <a:lnTo>
                      <a:pt x="413" y="436"/>
                    </a:lnTo>
                    <a:lnTo>
                      <a:pt x="415" y="452"/>
                    </a:lnTo>
                    <a:lnTo>
                      <a:pt x="415" y="470"/>
                    </a:lnTo>
                    <a:lnTo>
                      <a:pt x="415" y="487"/>
                    </a:lnTo>
                    <a:lnTo>
                      <a:pt x="413" y="504"/>
                    </a:lnTo>
                    <a:lnTo>
                      <a:pt x="412" y="520"/>
                    </a:lnTo>
                    <a:lnTo>
                      <a:pt x="408" y="546"/>
                    </a:lnTo>
                    <a:lnTo>
                      <a:pt x="402" y="576"/>
                    </a:lnTo>
                    <a:lnTo>
                      <a:pt x="389" y="624"/>
                    </a:lnTo>
                    <a:lnTo>
                      <a:pt x="398" y="551"/>
                    </a:lnTo>
                    <a:lnTo>
                      <a:pt x="399" y="530"/>
                    </a:lnTo>
                    <a:lnTo>
                      <a:pt x="397" y="513"/>
                    </a:lnTo>
                    <a:lnTo>
                      <a:pt x="396" y="494"/>
                    </a:lnTo>
                    <a:lnTo>
                      <a:pt x="393" y="476"/>
                    </a:lnTo>
                    <a:lnTo>
                      <a:pt x="385" y="440"/>
                    </a:lnTo>
                    <a:lnTo>
                      <a:pt x="375" y="408"/>
                    </a:lnTo>
                    <a:lnTo>
                      <a:pt x="362" y="377"/>
                    </a:lnTo>
                    <a:lnTo>
                      <a:pt x="345" y="348"/>
                    </a:lnTo>
                    <a:lnTo>
                      <a:pt x="329" y="323"/>
                    </a:lnTo>
                    <a:lnTo>
                      <a:pt x="308" y="290"/>
                    </a:lnTo>
                    <a:lnTo>
                      <a:pt x="286" y="262"/>
                    </a:lnTo>
                    <a:lnTo>
                      <a:pt x="263" y="236"/>
                    </a:lnTo>
                    <a:lnTo>
                      <a:pt x="241" y="214"/>
                    </a:lnTo>
                    <a:lnTo>
                      <a:pt x="216" y="191"/>
                    </a:lnTo>
                    <a:lnTo>
                      <a:pt x="189" y="169"/>
                    </a:lnTo>
                    <a:lnTo>
                      <a:pt x="168" y="152"/>
                    </a:lnTo>
                    <a:lnTo>
                      <a:pt x="141" y="134"/>
                    </a:lnTo>
                    <a:lnTo>
                      <a:pt x="111" y="115"/>
                    </a:lnTo>
                    <a:lnTo>
                      <a:pt x="81" y="100"/>
                    </a:lnTo>
                  </a:path>
                </a:pathLst>
              </a:custGeom>
              <a:solidFill>
                <a:schemeClr val="accent1">
                  <a:lumMod val="20000"/>
                  <a:lumOff val="80000"/>
                  <a:alpha val="67843"/>
                </a:schemeClr>
              </a:solidFill>
              <a:ln w="12700" cap="rnd" cmpd="sng">
                <a:noFill/>
                <a:prstDash val="solid"/>
                <a:round/>
                <a:headEnd/>
                <a:tailE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0" name="Freeform 55">
                <a:extLst>
                  <a:ext uri="{FF2B5EF4-FFF2-40B4-BE49-F238E27FC236}">
                    <a16:creationId xmlns:a16="http://schemas.microsoft.com/office/drawing/2014/main" id="{1796C4C6-62F7-5313-6B85-CD6BDFB08EE6}"/>
                  </a:ext>
                </a:extLst>
              </p:cNvPr>
              <p:cNvSpPr>
                <a:spLocks/>
              </p:cNvSpPr>
              <p:nvPr/>
            </p:nvSpPr>
            <p:spPr bwMode="auto">
              <a:xfrm>
                <a:off x="3657043" y="1880388"/>
                <a:ext cx="719137" cy="1096963"/>
              </a:xfrm>
              <a:custGeom>
                <a:avLst/>
                <a:gdLst/>
                <a:ahLst/>
                <a:cxnLst>
                  <a:cxn ang="0">
                    <a:pos x="113" y="543"/>
                  </a:cxn>
                  <a:cxn ang="0">
                    <a:pos x="137" y="541"/>
                  </a:cxn>
                  <a:cxn ang="0">
                    <a:pos x="78" y="663"/>
                  </a:cxn>
                  <a:cxn ang="0">
                    <a:pos x="0" y="554"/>
                  </a:cxn>
                  <a:cxn ang="0">
                    <a:pos x="25" y="553"/>
                  </a:cxn>
                  <a:cxn ang="0">
                    <a:pos x="24" y="534"/>
                  </a:cxn>
                  <a:cxn ang="0">
                    <a:pos x="21" y="507"/>
                  </a:cxn>
                  <a:cxn ang="0">
                    <a:pos x="21" y="481"/>
                  </a:cxn>
                  <a:cxn ang="0">
                    <a:pos x="22" y="457"/>
                  </a:cxn>
                  <a:cxn ang="0">
                    <a:pos x="24" y="430"/>
                  </a:cxn>
                  <a:cxn ang="0">
                    <a:pos x="28" y="406"/>
                  </a:cxn>
                  <a:cxn ang="0">
                    <a:pos x="33" y="379"/>
                  </a:cxn>
                  <a:cxn ang="0">
                    <a:pos x="39" y="357"/>
                  </a:cxn>
                  <a:cxn ang="0">
                    <a:pos x="43" y="336"/>
                  </a:cxn>
                  <a:cxn ang="0">
                    <a:pos x="51" y="313"/>
                  </a:cxn>
                  <a:cxn ang="0">
                    <a:pos x="57" y="295"/>
                  </a:cxn>
                  <a:cxn ang="0">
                    <a:pos x="66" y="275"/>
                  </a:cxn>
                  <a:cxn ang="0">
                    <a:pos x="75" y="256"/>
                  </a:cxn>
                  <a:cxn ang="0">
                    <a:pos x="83" y="238"/>
                  </a:cxn>
                  <a:cxn ang="0">
                    <a:pos x="94" y="219"/>
                  </a:cxn>
                  <a:cxn ang="0">
                    <a:pos x="106" y="200"/>
                  </a:cxn>
                  <a:cxn ang="0">
                    <a:pos x="118" y="182"/>
                  </a:cxn>
                  <a:cxn ang="0">
                    <a:pos x="129" y="166"/>
                  </a:cxn>
                  <a:cxn ang="0">
                    <a:pos x="143" y="148"/>
                  </a:cxn>
                  <a:cxn ang="0">
                    <a:pos x="163" y="126"/>
                  </a:cxn>
                  <a:cxn ang="0">
                    <a:pos x="180" y="108"/>
                  </a:cxn>
                  <a:cxn ang="0">
                    <a:pos x="197" y="94"/>
                  </a:cxn>
                  <a:cxn ang="0">
                    <a:pos x="212" y="81"/>
                  </a:cxn>
                  <a:cxn ang="0">
                    <a:pos x="226" y="71"/>
                  </a:cxn>
                  <a:cxn ang="0">
                    <a:pos x="240" y="61"/>
                  </a:cxn>
                  <a:cxn ang="0">
                    <a:pos x="254" y="52"/>
                  </a:cxn>
                  <a:cxn ang="0">
                    <a:pos x="270" y="44"/>
                  </a:cxn>
                  <a:cxn ang="0">
                    <a:pos x="284" y="36"/>
                  </a:cxn>
                  <a:cxn ang="0">
                    <a:pos x="307" y="25"/>
                  </a:cxn>
                  <a:cxn ang="0">
                    <a:pos x="336" y="14"/>
                  </a:cxn>
                  <a:cxn ang="0">
                    <a:pos x="383" y="0"/>
                  </a:cxn>
                  <a:cxn ang="0">
                    <a:pos x="317" y="31"/>
                  </a:cxn>
                  <a:cxn ang="0">
                    <a:pos x="299" y="41"/>
                  </a:cxn>
                  <a:cxn ang="0">
                    <a:pos x="285" y="52"/>
                  </a:cxn>
                  <a:cxn ang="0">
                    <a:pos x="270" y="64"/>
                  </a:cxn>
                  <a:cxn ang="0">
                    <a:pos x="257" y="76"/>
                  </a:cxn>
                  <a:cxn ang="0">
                    <a:pos x="230" y="103"/>
                  </a:cxn>
                  <a:cxn ang="0">
                    <a:pos x="210" y="128"/>
                  </a:cxn>
                  <a:cxn ang="0">
                    <a:pos x="191" y="156"/>
                  </a:cxn>
                  <a:cxn ang="0">
                    <a:pos x="176" y="185"/>
                  </a:cxn>
                  <a:cxn ang="0">
                    <a:pos x="164" y="213"/>
                  </a:cxn>
                  <a:cxn ang="0">
                    <a:pos x="148" y="249"/>
                  </a:cxn>
                  <a:cxn ang="0">
                    <a:pos x="136" y="282"/>
                  </a:cxn>
                  <a:cxn ang="0">
                    <a:pos x="127" y="316"/>
                  </a:cxn>
                  <a:cxn ang="0">
                    <a:pos x="120" y="346"/>
                  </a:cxn>
                  <a:cxn ang="0">
                    <a:pos x="115" y="380"/>
                  </a:cxn>
                  <a:cxn ang="0">
                    <a:pos x="112" y="414"/>
                  </a:cxn>
                  <a:cxn ang="0">
                    <a:pos x="109" y="442"/>
                  </a:cxn>
                  <a:cxn ang="0">
                    <a:pos x="108" y="475"/>
                  </a:cxn>
                  <a:cxn ang="0">
                    <a:pos x="109" y="510"/>
                  </a:cxn>
                  <a:cxn ang="0">
                    <a:pos x="113" y="543"/>
                  </a:cxn>
                </a:cxnLst>
                <a:rect l="0" t="0" r="r" b="b"/>
                <a:pathLst>
                  <a:path w="384" h="664">
                    <a:moveTo>
                      <a:pt x="113" y="543"/>
                    </a:moveTo>
                    <a:lnTo>
                      <a:pt x="137" y="541"/>
                    </a:lnTo>
                    <a:lnTo>
                      <a:pt x="78" y="663"/>
                    </a:lnTo>
                    <a:lnTo>
                      <a:pt x="0" y="554"/>
                    </a:lnTo>
                    <a:lnTo>
                      <a:pt x="25" y="553"/>
                    </a:lnTo>
                    <a:lnTo>
                      <a:pt x="24" y="534"/>
                    </a:lnTo>
                    <a:lnTo>
                      <a:pt x="21" y="507"/>
                    </a:lnTo>
                    <a:lnTo>
                      <a:pt x="21" y="481"/>
                    </a:lnTo>
                    <a:lnTo>
                      <a:pt x="22" y="457"/>
                    </a:lnTo>
                    <a:lnTo>
                      <a:pt x="24" y="430"/>
                    </a:lnTo>
                    <a:lnTo>
                      <a:pt x="28" y="406"/>
                    </a:lnTo>
                    <a:lnTo>
                      <a:pt x="33" y="379"/>
                    </a:lnTo>
                    <a:lnTo>
                      <a:pt x="39" y="357"/>
                    </a:lnTo>
                    <a:lnTo>
                      <a:pt x="43" y="336"/>
                    </a:lnTo>
                    <a:lnTo>
                      <a:pt x="51" y="313"/>
                    </a:lnTo>
                    <a:lnTo>
                      <a:pt x="57" y="295"/>
                    </a:lnTo>
                    <a:lnTo>
                      <a:pt x="66" y="275"/>
                    </a:lnTo>
                    <a:lnTo>
                      <a:pt x="75" y="256"/>
                    </a:lnTo>
                    <a:lnTo>
                      <a:pt x="83" y="238"/>
                    </a:lnTo>
                    <a:lnTo>
                      <a:pt x="94" y="219"/>
                    </a:lnTo>
                    <a:lnTo>
                      <a:pt x="106" y="200"/>
                    </a:lnTo>
                    <a:lnTo>
                      <a:pt x="118" y="182"/>
                    </a:lnTo>
                    <a:lnTo>
                      <a:pt x="129" y="166"/>
                    </a:lnTo>
                    <a:lnTo>
                      <a:pt x="143" y="148"/>
                    </a:lnTo>
                    <a:lnTo>
                      <a:pt x="163" y="126"/>
                    </a:lnTo>
                    <a:lnTo>
                      <a:pt x="180" y="108"/>
                    </a:lnTo>
                    <a:lnTo>
                      <a:pt x="197" y="94"/>
                    </a:lnTo>
                    <a:lnTo>
                      <a:pt x="212" y="81"/>
                    </a:lnTo>
                    <a:lnTo>
                      <a:pt x="226" y="71"/>
                    </a:lnTo>
                    <a:lnTo>
                      <a:pt x="240" y="61"/>
                    </a:lnTo>
                    <a:lnTo>
                      <a:pt x="254" y="52"/>
                    </a:lnTo>
                    <a:lnTo>
                      <a:pt x="270" y="44"/>
                    </a:lnTo>
                    <a:lnTo>
                      <a:pt x="284" y="36"/>
                    </a:lnTo>
                    <a:lnTo>
                      <a:pt x="307" y="25"/>
                    </a:lnTo>
                    <a:lnTo>
                      <a:pt x="336" y="14"/>
                    </a:lnTo>
                    <a:lnTo>
                      <a:pt x="383" y="0"/>
                    </a:lnTo>
                    <a:lnTo>
                      <a:pt x="317" y="31"/>
                    </a:lnTo>
                    <a:lnTo>
                      <a:pt x="299" y="41"/>
                    </a:lnTo>
                    <a:lnTo>
                      <a:pt x="285" y="52"/>
                    </a:lnTo>
                    <a:lnTo>
                      <a:pt x="270" y="64"/>
                    </a:lnTo>
                    <a:lnTo>
                      <a:pt x="257" y="76"/>
                    </a:lnTo>
                    <a:lnTo>
                      <a:pt x="230" y="103"/>
                    </a:lnTo>
                    <a:lnTo>
                      <a:pt x="210" y="128"/>
                    </a:lnTo>
                    <a:lnTo>
                      <a:pt x="191" y="156"/>
                    </a:lnTo>
                    <a:lnTo>
                      <a:pt x="176" y="185"/>
                    </a:lnTo>
                    <a:lnTo>
                      <a:pt x="164" y="213"/>
                    </a:lnTo>
                    <a:lnTo>
                      <a:pt x="148" y="249"/>
                    </a:lnTo>
                    <a:lnTo>
                      <a:pt x="136" y="282"/>
                    </a:lnTo>
                    <a:lnTo>
                      <a:pt x="127" y="316"/>
                    </a:lnTo>
                    <a:lnTo>
                      <a:pt x="120" y="346"/>
                    </a:lnTo>
                    <a:lnTo>
                      <a:pt x="115" y="380"/>
                    </a:lnTo>
                    <a:lnTo>
                      <a:pt x="112" y="414"/>
                    </a:lnTo>
                    <a:lnTo>
                      <a:pt x="109" y="442"/>
                    </a:lnTo>
                    <a:lnTo>
                      <a:pt x="108" y="475"/>
                    </a:lnTo>
                    <a:lnTo>
                      <a:pt x="109" y="510"/>
                    </a:lnTo>
                    <a:lnTo>
                      <a:pt x="113" y="543"/>
                    </a:lnTo>
                  </a:path>
                </a:pathLst>
              </a:custGeom>
              <a:solidFill>
                <a:schemeClr val="tx2">
                  <a:lumMod val="60000"/>
                  <a:lumOff val="40000"/>
                  <a:alpha val="16863"/>
                </a:schemeClr>
              </a:solidFill>
              <a:ln w="12700" cap="rnd" cmpd="sng">
                <a:noFill/>
                <a:prstDash val="solid"/>
                <a:round/>
                <a:headEnd/>
                <a:tailE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1" name="Oval 56">
                <a:extLst>
                  <a:ext uri="{FF2B5EF4-FFF2-40B4-BE49-F238E27FC236}">
                    <a16:creationId xmlns:a16="http://schemas.microsoft.com/office/drawing/2014/main" id="{6B194C69-A580-02E8-D3D1-2664ECAE1489}"/>
                  </a:ext>
                </a:extLst>
              </p:cNvPr>
              <p:cNvSpPr>
                <a:spLocks noChangeArrowheads="1"/>
              </p:cNvSpPr>
              <p:nvPr/>
            </p:nvSpPr>
            <p:spPr bwMode="auto">
              <a:xfrm>
                <a:off x="4047568" y="1988338"/>
                <a:ext cx="1293812" cy="766763"/>
              </a:xfrm>
              <a:prstGeom prst="ellipse">
                <a:avLst/>
              </a:prstGeom>
              <a:solidFill>
                <a:srgbClr val="FFFFFF">
                  <a:lumMod val="75000"/>
                </a:srgbClr>
              </a:solidFill>
              <a:ln w="19050">
                <a:solidFill>
                  <a:srgbClr val="F8F8F8">
                    <a:lumMod val="90000"/>
                  </a:srgbClr>
                </a:solidFill>
                <a:miter lim="800000"/>
                <a:headEnd/>
                <a:tailEnd/>
              </a:ln>
              <a:effectLst/>
            </p:spPr>
            <p:txBody>
              <a:bodyPr anchor="ctr"/>
              <a:lstStyle/>
              <a:p>
                <a:pPr algn="ctr" fontAlgn="auto">
                  <a:spcBef>
                    <a:spcPts val="0"/>
                  </a:spcBef>
                  <a:spcAft>
                    <a:spcPts val="0"/>
                  </a:spcAft>
                  <a:buFont typeface="Wingdings" pitchFamily="2" charset="2"/>
                  <a:buNone/>
                  <a:defRPr/>
                </a:pPr>
                <a:r>
                  <a:rPr lang="zh-CN" altLang="en-US" sz="1400" b="1"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预期</a:t>
                </a:r>
                <a:endParaRPr lang="en-US" altLang="zh-CN" sz="1400" b="1"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a:p>
                <a:pPr algn="ctr" fontAlgn="auto">
                  <a:spcBef>
                    <a:spcPts val="0"/>
                  </a:spcBef>
                  <a:spcAft>
                    <a:spcPts val="0"/>
                  </a:spcAft>
                  <a:buFont typeface="Wingdings" pitchFamily="2" charset="2"/>
                  <a:buNone/>
                  <a:defRPr/>
                </a:pPr>
                <a:r>
                  <a:rPr lang="zh-CN" altLang="en-US" sz="1400" b="1"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rPr>
                  <a:t>成效</a:t>
                </a:r>
                <a:endParaRPr lang="en-US" altLang="zh-CN" sz="1400" b="1"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grpSp>
        <p:sp>
          <p:nvSpPr>
            <p:cNvPr id="22" name="Rectangle 62">
              <a:extLst>
                <a:ext uri="{FF2B5EF4-FFF2-40B4-BE49-F238E27FC236}">
                  <a16:creationId xmlns:a16="http://schemas.microsoft.com/office/drawing/2014/main" id="{F4CCEBA4-ECD3-99DA-3166-67C347C61CF4}"/>
                </a:ext>
              </a:extLst>
            </p:cNvPr>
            <p:cNvSpPr>
              <a:spLocks noChangeArrowheads="1"/>
            </p:cNvSpPr>
            <p:nvPr/>
          </p:nvSpPr>
          <p:spPr bwMode="gray">
            <a:xfrm>
              <a:off x="945899" y="1130188"/>
              <a:ext cx="2825496" cy="410400"/>
            </a:xfrm>
            <a:prstGeom prst="rect">
              <a:avLst/>
            </a:prstGeom>
            <a:solidFill>
              <a:schemeClr val="accent1">
                <a:lumMod val="75000"/>
              </a:schemeClr>
            </a:solidFill>
            <a:ln w="9525" algn="ctr">
              <a:solidFill>
                <a:schemeClr val="bg1"/>
              </a:solidFill>
              <a:miter lim="800000"/>
              <a:headEnd/>
              <a:tailEnd/>
            </a:ln>
            <a:effectLst/>
          </p:spPr>
          <p:txBody>
            <a:bodyPr anchor="ctr"/>
            <a:lstStyle/>
            <a:p>
              <a:pPr fontAlgn="auto">
                <a:spcBef>
                  <a:spcPts val="0"/>
                </a:spcBef>
                <a:spcAft>
                  <a:spcPts val="0"/>
                </a:spcAft>
                <a:defRPr/>
              </a:pPr>
              <a:r>
                <a:rPr lang="zh-CN" altLang="en-US" sz="14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业务规范，数据标准</a:t>
              </a:r>
            </a:p>
          </p:txBody>
        </p:sp>
        <p:sp>
          <p:nvSpPr>
            <p:cNvPr id="23" name="Rectangle 63">
              <a:extLst>
                <a:ext uri="{FF2B5EF4-FFF2-40B4-BE49-F238E27FC236}">
                  <a16:creationId xmlns:a16="http://schemas.microsoft.com/office/drawing/2014/main" id="{441E2562-A533-4BFD-EDAF-90145D6CF6D3}"/>
                </a:ext>
              </a:extLst>
            </p:cNvPr>
            <p:cNvSpPr>
              <a:spLocks noChangeArrowheads="1"/>
            </p:cNvSpPr>
            <p:nvPr/>
          </p:nvSpPr>
          <p:spPr bwMode="gray">
            <a:xfrm>
              <a:off x="696997" y="1569633"/>
              <a:ext cx="3090672" cy="1920240"/>
            </a:xfrm>
            <a:prstGeom prst="rect">
              <a:avLst/>
            </a:prstGeom>
            <a:solidFill>
              <a:srgbClr val="FFFFFF"/>
            </a:solidFill>
            <a:ln w="3175" algn="ctr">
              <a:solidFill>
                <a:srgbClr val="FFC000"/>
              </a:solidFill>
              <a:prstDash val="dash"/>
              <a:miter lim="800000"/>
              <a:headEnd/>
              <a:tailEnd/>
            </a:ln>
            <a:effectLst/>
          </p:spPr>
          <p:txBody>
            <a:bodyPr lIns="180000" tIns="72000" anchor="ctr" anchorCtr="0"/>
            <a:lstStyle/>
            <a:p>
              <a:pPr marL="182880" indent="-182880" defTabSz="1072866" fontAlgn="auto">
                <a:spcBef>
                  <a:spcPts val="300"/>
                </a:spcBef>
                <a:spcAft>
                  <a:spcPts val="300"/>
                </a:spcAft>
                <a:buFont typeface="Wingdings" pitchFamily="2" charset="2"/>
                <a:buChar char="§"/>
                <a:defRPr/>
              </a:pPr>
              <a:r>
                <a:rPr lang="zh-CN" alt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规范公司主体工程以及主要生产相关项目的管理流程；</a:t>
              </a:r>
            </a:p>
            <a:p>
              <a:pPr marL="182880" indent="-182880" defTabSz="1072866" fontAlgn="auto">
                <a:spcBef>
                  <a:spcPts val="300"/>
                </a:spcBef>
                <a:spcAft>
                  <a:spcPts val="300"/>
                </a:spcAft>
                <a:buFont typeface="Wingdings" pitchFamily="2" charset="2"/>
                <a:buChar char="§"/>
                <a:defRPr/>
              </a:pPr>
              <a:r>
                <a:rPr lang="zh-CN" alt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规范财务核算、应收、应付管理流程；</a:t>
              </a:r>
            </a:p>
            <a:p>
              <a:pPr marL="182880" indent="-182880" defTabSz="1072866" fontAlgn="auto">
                <a:spcBef>
                  <a:spcPts val="300"/>
                </a:spcBef>
                <a:spcAft>
                  <a:spcPts val="300"/>
                </a:spcAft>
                <a:buFont typeface="Wingdings" pitchFamily="2" charset="2"/>
                <a:buChar char="§"/>
                <a:defRPr/>
              </a:pPr>
              <a:r>
                <a:rPr lang="zh-CN" alt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规范公司生产性物资采购，仓储管理流程与标准；</a:t>
              </a:r>
            </a:p>
            <a:p>
              <a:pPr marL="182880" indent="-182880" defTabSz="1072866" fontAlgn="auto">
                <a:spcBef>
                  <a:spcPts val="300"/>
                </a:spcBef>
                <a:spcAft>
                  <a:spcPts val="300"/>
                </a:spcAft>
                <a:buFont typeface="Wingdings" pitchFamily="2" charset="2"/>
                <a:buChar char="§"/>
                <a:defRPr/>
              </a:pPr>
              <a:r>
                <a:rPr lang="zh-CN" alt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建立公司设备生产主数据标准体系，规范生产检修流程；</a:t>
              </a:r>
            </a:p>
          </p:txBody>
        </p:sp>
        <p:sp>
          <p:nvSpPr>
            <p:cNvPr id="24" name="Rectangle 64">
              <a:extLst>
                <a:ext uri="{FF2B5EF4-FFF2-40B4-BE49-F238E27FC236}">
                  <a16:creationId xmlns:a16="http://schemas.microsoft.com/office/drawing/2014/main" id="{231039FF-4E77-1090-8A58-B65C0D34ED71}"/>
                </a:ext>
              </a:extLst>
            </p:cNvPr>
            <p:cNvSpPr>
              <a:spLocks noChangeArrowheads="1"/>
            </p:cNvSpPr>
            <p:nvPr/>
          </p:nvSpPr>
          <p:spPr bwMode="gray">
            <a:xfrm>
              <a:off x="715794" y="1130188"/>
              <a:ext cx="228600" cy="410400"/>
            </a:xfrm>
            <a:prstGeom prst="rect">
              <a:avLst/>
            </a:prstGeom>
            <a:solidFill>
              <a:schemeClr val="accent1">
                <a:lumMod val="75000"/>
              </a:schemeClr>
            </a:solidFill>
            <a:ln w="9525" algn="ctr">
              <a:solidFill>
                <a:schemeClr val="bg1"/>
              </a:solidFill>
              <a:miter lim="800000"/>
              <a:headEnd/>
              <a:tailEnd/>
            </a:ln>
            <a:effectLst/>
          </p:spPr>
          <p:txBody>
            <a:bodyPr wrap="none" anchor="ctr"/>
            <a:lstStyle/>
            <a:p>
              <a:pPr algn="ctr">
                <a:buClr>
                  <a:srgbClr val="002266"/>
                </a:buClr>
                <a:buFont typeface="Wingdings" pitchFamily="2" charset="2"/>
                <a:buNone/>
              </a:pPr>
              <a:r>
                <a:rPr lang="en-US" altLang="zh-CN" sz="1400" b="1"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1</a:t>
              </a:r>
              <a:endParaRPr lang="en-US" sz="1400" b="1"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5" name="Rectangle 58">
              <a:extLst>
                <a:ext uri="{FF2B5EF4-FFF2-40B4-BE49-F238E27FC236}">
                  <a16:creationId xmlns:a16="http://schemas.microsoft.com/office/drawing/2014/main" id="{4EBD0D13-2554-9EF6-C9A4-B62B596878B1}"/>
                </a:ext>
              </a:extLst>
            </p:cNvPr>
            <p:cNvSpPr>
              <a:spLocks noChangeArrowheads="1"/>
            </p:cNvSpPr>
            <p:nvPr/>
          </p:nvSpPr>
          <p:spPr bwMode="gray">
            <a:xfrm>
              <a:off x="945899" y="3720685"/>
              <a:ext cx="2815186" cy="409029"/>
            </a:xfrm>
            <a:prstGeom prst="rect">
              <a:avLst/>
            </a:prstGeom>
            <a:solidFill>
              <a:schemeClr val="tx2">
                <a:lumMod val="40000"/>
                <a:lumOff val="60000"/>
              </a:schemeClr>
            </a:solidFill>
            <a:ln w="9525" algn="ctr">
              <a:solidFill>
                <a:schemeClr val="bg1"/>
              </a:solidFill>
              <a:miter lim="800000"/>
              <a:headEnd/>
              <a:tailEnd/>
            </a:ln>
            <a:effectLst/>
          </p:spPr>
          <p:txBody>
            <a:bodyPr anchor="ctr"/>
            <a:lstStyle/>
            <a:p>
              <a:pPr fontAlgn="auto">
                <a:spcBef>
                  <a:spcPts val="0"/>
                </a:spcBef>
                <a:spcAft>
                  <a:spcPts val="0"/>
                </a:spcAft>
                <a:buFont typeface="Wingdings" pitchFamily="2" charset="2"/>
                <a:buNone/>
                <a:defRPr/>
              </a:pPr>
              <a:r>
                <a:rPr lang="zh-CN" altLang="en-US" sz="14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提升跨业务协同成效</a:t>
              </a:r>
            </a:p>
          </p:txBody>
        </p:sp>
        <p:sp>
          <p:nvSpPr>
            <p:cNvPr id="26" name="Rectangle 59">
              <a:extLst>
                <a:ext uri="{FF2B5EF4-FFF2-40B4-BE49-F238E27FC236}">
                  <a16:creationId xmlns:a16="http://schemas.microsoft.com/office/drawing/2014/main" id="{6DA81751-6692-2DC0-19C3-023AEB57FF71}"/>
                </a:ext>
              </a:extLst>
            </p:cNvPr>
            <p:cNvSpPr>
              <a:spLocks noChangeArrowheads="1"/>
            </p:cNvSpPr>
            <p:nvPr/>
          </p:nvSpPr>
          <p:spPr bwMode="gray">
            <a:xfrm>
              <a:off x="708621" y="4180346"/>
              <a:ext cx="3054171" cy="2011680"/>
            </a:xfrm>
            <a:prstGeom prst="rect">
              <a:avLst/>
            </a:prstGeom>
            <a:solidFill>
              <a:srgbClr val="FFFFFF"/>
            </a:solidFill>
            <a:ln w="9525" algn="ctr">
              <a:solidFill>
                <a:srgbClr val="92D050"/>
              </a:solidFill>
              <a:prstDash val="dash"/>
              <a:miter lim="800000"/>
              <a:headEnd/>
              <a:tailEnd/>
            </a:ln>
            <a:effectLst/>
          </p:spPr>
          <p:txBody>
            <a:bodyPr lIns="180000" tIns="91440" anchor="ctr" anchorCtr="0"/>
            <a:lstStyle/>
            <a:p>
              <a:pPr marL="182880" indent="-182880" defTabSz="1072866" eaLnBrk="0" fontAlgn="auto" hangingPunct="0">
                <a:spcBef>
                  <a:spcPts val="300"/>
                </a:spcBef>
                <a:spcAft>
                  <a:spcPts val="300"/>
                </a:spcAft>
                <a:buClr>
                  <a:srgbClr val="000000"/>
                </a:buClr>
                <a:buSzPct val="100000"/>
                <a:buFont typeface="Wingdings" pitchFamily="2" charset="2"/>
                <a:buChar char="§"/>
                <a:defRPr/>
              </a:pPr>
              <a:r>
                <a:rPr lang="zh-CN" altLang="en-US"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实现工程、物资、财务、设备等业务按流程执行，信息跨部门共享，避免了信息孤岛、信息壁垒，有效提升业务的管理效率 ；</a:t>
              </a:r>
              <a:endParaRPr lang="en-US" altLang="zh-CN"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endParaRPr>
            </a:p>
            <a:p>
              <a:pPr marL="182880" indent="-182880" defTabSz="1072866" eaLnBrk="0" fontAlgn="auto" hangingPunct="0">
                <a:spcBef>
                  <a:spcPts val="300"/>
                </a:spcBef>
                <a:spcAft>
                  <a:spcPts val="300"/>
                </a:spcAft>
                <a:buClr>
                  <a:srgbClr val="000000"/>
                </a:buClr>
                <a:buSzPct val="100000"/>
                <a:buFont typeface="Wingdings" pitchFamily="2" charset="2"/>
                <a:buChar char="§"/>
                <a:defRPr/>
              </a:pPr>
              <a:r>
                <a:rPr lang="zh-CN" altLang="en-US"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有效支撑秦华业务专项提升，比如客户工程“一条龙”管理及项目经理负责制的实现；</a:t>
              </a:r>
              <a:endParaRPr lang="en-US" altLang="zh-CN"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endParaRPr>
            </a:p>
          </p:txBody>
        </p:sp>
        <p:sp>
          <p:nvSpPr>
            <p:cNvPr id="27" name="Rectangle 60">
              <a:extLst>
                <a:ext uri="{FF2B5EF4-FFF2-40B4-BE49-F238E27FC236}">
                  <a16:creationId xmlns:a16="http://schemas.microsoft.com/office/drawing/2014/main" id="{0060CEA7-72DC-C9DF-E94B-AF51CA6AA2FE}"/>
                </a:ext>
              </a:extLst>
            </p:cNvPr>
            <p:cNvSpPr>
              <a:spLocks noChangeArrowheads="1"/>
            </p:cNvSpPr>
            <p:nvPr/>
          </p:nvSpPr>
          <p:spPr bwMode="gray">
            <a:xfrm>
              <a:off x="715667" y="3720685"/>
              <a:ext cx="228600" cy="410400"/>
            </a:xfrm>
            <a:prstGeom prst="rect">
              <a:avLst/>
            </a:prstGeom>
            <a:solidFill>
              <a:schemeClr val="tx2">
                <a:lumMod val="40000"/>
                <a:lumOff val="60000"/>
              </a:schemeClr>
            </a:solidFill>
            <a:ln w="9525" algn="ctr">
              <a:solidFill>
                <a:schemeClr val="bg1"/>
              </a:solidFill>
              <a:miter lim="800000"/>
              <a:headEnd/>
              <a:tailEnd/>
            </a:ln>
            <a:effectLst/>
          </p:spPr>
          <p:txBody>
            <a:bodyPr wrap="none" anchor="ctr"/>
            <a:lstStyle/>
            <a:p>
              <a:pPr algn="ctr" fontAlgn="auto">
                <a:spcBef>
                  <a:spcPts val="0"/>
                </a:spcBef>
                <a:spcAft>
                  <a:spcPts val="0"/>
                </a:spcAft>
                <a:buClr>
                  <a:srgbClr val="002266"/>
                </a:buClr>
                <a:buFont typeface="Wingdings" pitchFamily="2" charset="2"/>
                <a:buNone/>
                <a:defRPr/>
              </a:pPr>
              <a:r>
                <a:rPr lang="en-US" sz="14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3</a:t>
              </a:r>
              <a:endParaRPr lang="en-US" sz="1400" b="1" kern="0"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8" name="Rectangle 67">
              <a:extLst>
                <a:ext uri="{FF2B5EF4-FFF2-40B4-BE49-F238E27FC236}">
                  <a16:creationId xmlns:a16="http://schemas.microsoft.com/office/drawing/2014/main" id="{A7BD9A61-3F31-8789-3E11-D43DFDC210DE}"/>
                </a:ext>
              </a:extLst>
            </p:cNvPr>
            <p:cNvSpPr>
              <a:spLocks noChangeArrowheads="1"/>
            </p:cNvSpPr>
            <p:nvPr/>
          </p:nvSpPr>
          <p:spPr bwMode="gray">
            <a:xfrm>
              <a:off x="6269924" y="4171021"/>
              <a:ext cx="3067925" cy="2011680"/>
            </a:xfrm>
            <a:prstGeom prst="rect">
              <a:avLst/>
            </a:prstGeom>
            <a:solidFill>
              <a:srgbClr val="FFFFFF"/>
            </a:solidFill>
            <a:ln w="9525" algn="ctr">
              <a:solidFill>
                <a:srgbClr val="6699FF"/>
              </a:solidFill>
              <a:prstDash val="dash"/>
              <a:miter lim="800000"/>
              <a:headEnd/>
              <a:tailEnd/>
            </a:ln>
            <a:effectLst/>
          </p:spPr>
          <p:txBody>
            <a:bodyPr lIns="180000" tIns="182880"/>
            <a:lstStyle/>
            <a:p>
              <a:pPr marL="261938" indent="-261938" fontAlgn="auto">
                <a:lnSpc>
                  <a:spcPct val="130000"/>
                </a:lnSpc>
                <a:spcBef>
                  <a:spcPct val="20000"/>
                </a:spcBef>
                <a:spcAft>
                  <a:spcPts val="0"/>
                </a:spcAft>
                <a:buSzPct val="60000"/>
                <a:buFont typeface="Wingdings" pitchFamily="2" charset="2"/>
                <a:buChar char="n"/>
                <a:defRPr/>
              </a:pPr>
              <a:endParaRPr lang="en-US" altLang="zh-CN" sz="1200" kern="0" dirty="0">
                <a:solidFill>
                  <a:srgbClr val="000000"/>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29" name="Rectangle 68">
              <a:extLst>
                <a:ext uri="{FF2B5EF4-FFF2-40B4-BE49-F238E27FC236}">
                  <a16:creationId xmlns:a16="http://schemas.microsoft.com/office/drawing/2014/main" id="{2CCB83C6-D237-7D4C-D1CE-C62CA68F7199}"/>
                </a:ext>
              </a:extLst>
            </p:cNvPr>
            <p:cNvSpPr>
              <a:spLocks noChangeArrowheads="1"/>
            </p:cNvSpPr>
            <p:nvPr/>
          </p:nvSpPr>
          <p:spPr bwMode="gray">
            <a:xfrm>
              <a:off x="6512354" y="3720685"/>
              <a:ext cx="2825496" cy="410400"/>
            </a:xfrm>
            <a:prstGeom prst="rect">
              <a:avLst/>
            </a:prstGeom>
            <a:solidFill>
              <a:schemeClr val="accent1"/>
            </a:solidFill>
            <a:ln w="9525" algn="ctr">
              <a:solidFill>
                <a:schemeClr val="bg1"/>
              </a:solidFill>
              <a:miter lim="800000"/>
              <a:headEnd/>
              <a:tailEnd/>
            </a:ln>
            <a:effectLst/>
          </p:spPr>
          <p:txBody>
            <a:bodyPr anchor="ctr"/>
            <a:lstStyle/>
            <a:p>
              <a:pPr fontAlgn="auto">
                <a:spcBef>
                  <a:spcPts val="0"/>
                </a:spcBef>
                <a:spcAft>
                  <a:spcPts val="0"/>
                </a:spcAft>
                <a:defRPr/>
              </a:pPr>
              <a:r>
                <a:rPr lang="zh-CN" altLang="en-US" sz="14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提升业务管控能力</a:t>
              </a:r>
            </a:p>
          </p:txBody>
        </p:sp>
        <p:sp>
          <p:nvSpPr>
            <p:cNvPr id="30" name="Rectangle 69">
              <a:extLst>
                <a:ext uri="{FF2B5EF4-FFF2-40B4-BE49-F238E27FC236}">
                  <a16:creationId xmlns:a16="http://schemas.microsoft.com/office/drawing/2014/main" id="{2C49342B-4169-D77F-1206-D8AAAB1B6D07}"/>
                </a:ext>
              </a:extLst>
            </p:cNvPr>
            <p:cNvSpPr>
              <a:spLocks noChangeArrowheads="1"/>
            </p:cNvSpPr>
            <p:nvPr/>
          </p:nvSpPr>
          <p:spPr bwMode="gray">
            <a:xfrm>
              <a:off x="6269924" y="3720685"/>
              <a:ext cx="228600" cy="410400"/>
            </a:xfrm>
            <a:prstGeom prst="rect">
              <a:avLst/>
            </a:prstGeom>
            <a:solidFill>
              <a:schemeClr val="accent1"/>
            </a:solidFill>
            <a:ln w="9525" algn="ctr">
              <a:solidFill>
                <a:schemeClr val="bg1"/>
              </a:solidFill>
              <a:miter lim="800000"/>
              <a:headEnd/>
              <a:tailEnd/>
            </a:ln>
            <a:effectLst/>
          </p:spPr>
          <p:txBody>
            <a:bodyPr wrap="none" anchor="ctr"/>
            <a:lstStyle/>
            <a:p>
              <a:pPr algn="ctr" fontAlgn="auto">
                <a:spcBef>
                  <a:spcPts val="0"/>
                </a:spcBef>
                <a:spcAft>
                  <a:spcPts val="0"/>
                </a:spcAft>
                <a:buClr>
                  <a:srgbClr val="002266"/>
                </a:buClr>
                <a:buFont typeface="Wingdings" pitchFamily="2" charset="2"/>
                <a:buNone/>
                <a:defRPr/>
              </a:pPr>
              <a:r>
                <a:rPr lang="en-US" sz="1400" b="1" kern="0" dirty="0">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rPr>
                <a:t>4</a:t>
              </a:r>
              <a:endParaRPr lang="en-US" sz="1400" b="1" kern="0" noProof="1">
                <a:solidFill>
                  <a:srgbClr val="FFFFFF"/>
                </a:solidFill>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1" name="TextBox 35">
              <a:extLst>
                <a:ext uri="{FF2B5EF4-FFF2-40B4-BE49-F238E27FC236}">
                  <a16:creationId xmlns:a16="http://schemas.microsoft.com/office/drawing/2014/main" id="{2878AAB0-919E-1961-68A3-5A7DA70D7C0E}"/>
                </a:ext>
              </a:extLst>
            </p:cNvPr>
            <p:cNvSpPr txBox="1"/>
            <p:nvPr/>
          </p:nvSpPr>
          <p:spPr>
            <a:xfrm>
              <a:off x="6269924" y="4439094"/>
              <a:ext cx="3067926" cy="1563732"/>
            </a:xfrm>
            <a:prstGeom prst="rect">
              <a:avLst/>
            </a:prstGeom>
            <a:noFill/>
          </p:spPr>
          <p:txBody>
            <a:bodyPr wrap="square" rtlCol="0" anchor="ctr" anchorCtr="0">
              <a:spAutoFit/>
            </a:bodyPr>
            <a:lstStyle/>
            <a:p>
              <a:pPr marL="182880" indent="-182880" defTabSz="1072866" eaLnBrk="0" fontAlgn="auto" hangingPunct="0">
                <a:spcBef>
                  <a:spcPts val="300"/>
                </a:spcBef>
                <a:spcAft>
                  <a:spcPts val="300"/>
                </a:spcAft>
                <a:buClr>
                  <a:srgbClr val="000000"/>
                </a:buClr>
                <a:buSzPct val="100000"/>
                <a:buFont typeface="Wingdings" pitchFamily="2" charset="2"/>
                <a:buChar char="§"/>
                <a:defRPr/>
              </a:pPr>
              <a:r>
                <a:rPr lang="zh-CN" altLang="en-US"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通过</a:t>
              </a:r>
              <a:r>
                <a:rPr lang="en-US" altLang="zh-CN"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ERP</a:t>
              </a:r>
              <a:r>
                <a:rPr lang="zh-CN" altLang="en-US"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工程项目管理建设实施，实现主体工程项目成本全流程、全周期的对比、跟踪、记录、预警、控制，实时收到不同层级的预警信息，大幅减少工程项目超预算的比例，变成本事后追溯为成本事前精细、事中分析控制；</a:t>
              </a:r>
              <a:endParaRPr lang="en-US" altLang="zh-CN"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endParaRPr>
            </a:p>
            <a:p>
              <a:pPr marL="182880" indent="-182880" defTabSz="1072866" eaLnBrk="0" fontAlgn="auto" hangingPunct="0">
                <a:spcBef>
                  <a:spcPts val="300"/>
                </a:spcBef>
                <a:spcAft>
                  <a:spcPts val="300"/>
                </a:spcAft>
                <a:buClr>
                  <a:srgbClr val="000000"/>
                </a:buClr>
                <a:buSzPct val="100000"/>
                <a:buFont typeface="Wingdings" pitchFamily="2" charset="2"/>
                <a:buChar char="§"/>
                <a:defRPr/>
              </a:pPr>
              <a:r>
                <a:rPr lang="zh-CN" altLang="en-US"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实时查询、监控对工程项目现场问题，掌控公司现有在建项目数量与各项目进展情况，实现从源头控制风险，提升工程管理质量、降低风险隐患</a:t>
              </a:r>
              <a:endParaRPr lang="en-US" sz="1200" dirty="0">
                <a:solidFill>
                  <a:srgbClr val="000000"/>
                </a:solidFill>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endParaRPr>
            </a:p>
          </p:txBody>
        </p:sp>
        <p:sp>
          <p:nvSpPr>
            <p:cNvPr id="32" name="Rectangle 67">
              <a:extLst>
                <a:ext uri="{FF2B5EF4-FFF2-40B4-BE49-F238E27FC236}">
                  <a16:creationId xmlns:a16="http://schemas.microsoft.com/office/drawing/2014/main" id="{74AE5E9D-7847-6BD6-BB44-9CC372CEA249}"/>
                </a:ext>
              </a:extLst>
            </p:cNvPr>
            <p:cNvSpPr>
              <a:spLocks noChangeArrowheads="1"/>
            </p:cNvSpPr>
            <p:nvPr/>
          </p:nvSpPr>
          <p:spPr bwMode="gray">
            <a:xfrm>
              <a:off x="6263390" y="1583499"/>
              <a:ext cx="3074460" cy="1920240"/>
            </a:xfrm>
            <a:prstGeom prst="rect">
              <a:avLst/>
            </a:prstGeom>
            <a:solidFill>
              <a:srgbClr val="FFFFFF"/>
            </a:solidFill>
            <a:ln w="9525" algn="ctr">
              <a:solidFill>
                <a:srgbClr val="8064A2">
                  <a:lumMod val="75000"/>
                </a:srgbClr>
              </a:solidFill>
              <a:prstDash val="dash"/>
              <a:miter lim="800000"/>
              <a:headEnd/>
              <a:tailEnd/>
            </a:ln>
            <a:effectLst/>
          </p:spPr>
          <p:txBody>
            <a:bodyPr lIns="180000" tIns="182880"/>
            <a:lstStyle/>
            <a:p>
              <a:pPr marL="261938" marR="0" lvl="0" indent="-261938" defTabSz="914400" eaLnBrk="1" fontAlgn="auto" latinLnBrk="0" hangingPunct="1">
                <a:lnSpc>
                  <a:spcPct val="130000"/>
                </a:lnSpc>
                <a:spcBef>
                  <a:spcPct val="20000"/>
                </a:spcBef>
                <a:spcAft>
                  <a:spcPts val="0"/>
                </a:spcAft>
                <a:buClrTx/>
                <a:buSzPct val="60000"/>
                <a:buFont typeface="Wingdings" pitchFamily="2" charset="2"/>
                <a:buChar char="n"/>
                <a:tabLst/>
                <a:defRPr/>
              </a:pPr>
              <a:endParaRPr kumimoji="0" lang="en-US" altLang="zh-CN" sz="1200" b="0" i="0" u="none" strike="noStrike" kern="0" cap="none" spc="0" normalizeH="0" baseline="0" noProof="0" dirty="0">
                <a:ln>
                  <a:noFill/>
                </a:ln>
                <a:solidFill>
                  <a:srgbClr val="000000"/>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3" name="Rectangle 68">
              <a:extLst>
                <a:ext uri="{FF2B5EF4-FFF2-40B4-BE49-F238E27FC236}">
                  <a16:creationId xmlns:a16="http://schemas.microsoft.com/office/drawing/2014/main" id="{D005B177-D025-A587-972C-A240A29339EC}"/>
                </a:ext>
              </a:extLst>
            </p:cNvPr>
            <p:cNvSpPr>
              <a:spLocks noChangeArrowheads="1"/>
            </p:cNvSpPr>
            <p:nvPr/>
          </p:nvSpPr>
          <p:spPr bwMode="gray">
            <a:xfrm>
              <a:off x="6513861" y="1130188"/>
              <a:ext cx="2823989" cy="410400"/>
            </a:xfrm>
            <a:prstGeom prst="rect">
              <a:avLst/>
            </a:prstGeom>
            <a:solidFill>
              <a:schemeClr val="accent1">
                <a:lumMod val="60000"/>
                <a:lumOff val="40000"/>
              </a:schemeClr>
            </a:solidFill>
            <a:ln w="9525" algn="ctr">
              <a:solidFill>
                <a:schemeClr val="bg1"/>
              </a:solidFill>
              <a:miter lim="800000"/>
              <a:headEnd/>
              <a:tailEn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400" b="1" kern="0" dirty="0">
                  <a:solidFill>
                    <a:schemeClr val="bg1"/>
                  </a:solidFill>
                  <a:latin typeface="微软雅黑 Light" panose="020B0502040204020203" pitchFamily="34" charset="-122"/>
                  <a:ea typeface="微软雅黑" panose="020B0503020204020204" pitchFamily="34" charset="-122"/>
                  <a:sym typeface="微软雅黑 Light" panose="020B0502040204020203" pitchFamily="34" charset="-122"/>
                </a:rPr>
                <a:t>组织管控改革落地</a:t>
              </a:r>
            </a:p>
          </p:txBody>
        </p:sp>
        <p:sp>
          <p:nvSpPr>
            <p:cNvPr id="34" name="Rectangle 69">
              <a:extLst>
                <a:ext uri="{FF2B5EF4-FFF2-40B4-BE49-F238E27FC236}">
                  <a16:creationId xmlns:a16="http://schemas.microsoft.com/office/drawing/2014/main" id="{A71009A1-F64C-D14B-6F8A-B0DC6B3D9399}"/>
                </a:ext>
              </a:extLst>
            </p:cNvPr>
            <p:cNvSpPr>
              <a:spLocks noChangeArrowheads="1"/>
            </p:cNvSpPr>
            <p:nvPr/>
          </p:nvSpPr>
          <p:spPr bwMode="gray">
            <a:xfrm>
              <a:off x="6269924" y="1130188"/>
              <a:ext cx="228600" cy="410400"/>
            </a:xfrm>
            <a:prstGeom prst="rect">
              <a:avLst/>
            </a:prstGeom>
            <a:solidFill>
              <a:schemeClr val="accent1">
                <a:lumMod val="60000"/>
                <a:lumOff val="40000"/>
              </a:schemeClr>
            </a:solidFill>
            <a:ln w="9525" algn="ctr">
              <a:solidFill>
                <a:schemeClr val="bg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
                  <a:srgbClr val="002266"/>
                </a:buClr>
                <a:buSzTx/>
                <a:buFont typeface="Wingdings" pitchFamily="2" charset="2"/>
                <a:buNone/>
                <a:tabLst/>
                <a:defRPr/>
              </a:pPr>
              <a:r>
                <a:rPr kumimoji="0" lang="en-US" sz="1400"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2</a:t>
              </a:r>
              <a:endParaRPr kumimoji="0" lang="en-US" sz="1400" b="1" i="0" u="none" strike="noStrike" kern="0" cap="none" spc="0" normalizeH="0" baseline="0" noProof="1">
                <a:ln>
                  <a:noFill/>
                </a:ln>
                <a:solidFill>
                  <a:srgbClr val="FFFFFF"/>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endParaRPr>
            </a:p>
          </p:txBody>
        </p:sp>
        <p:sp>
          <p:nvSpPr>
            <p:cNvPr id="35" name="TextBox 39">
              <a:extLst>
                <a:ext uri="{FF2B5EF4-FFF2-40B4-BE49-F238E27FC236}">
                  <a16:creationId xmlns:a16="http://schemas.microsoft.com/office/drawing/2014/main" id="{DB72A55F-9A84-F465-67D5-93AB7E5FB372}"/>
                </a:ext>
              </a:extLst>
            </p:cNvPr>
            <p:cNvSpPr txBox="1"/>
            <p:nvPr/>
          </p:nvSpPr>
          <p:spPr>
            <a:xfrm>
              <a:off x="6269924" y="2112496"/>
              <a:ext cx="3084472" cy="862245"/>
            </a:xfrm>
            <a:prstGeom prst="rect">
              <a:avLst/>
            </a:prstGeom>
            <a:noFill/>
          </p:spPr>
          <p:txBody>
            <a:bodyPr wrap="square" rtlCol="0" anchor="ctr" anchorCtr="0">
              <a:spAutoFit/>
            </a:bodyPr>
            <a:lstStyle/>
            <a:p>
              <a:pPr marL="182880" indent="-182880" defTabSz="1072866" eaLnBrk="0" fontAlgn="auto" hangingPunct="0">
                <a:spcBef>
                  <a:spcPts val="300"/>
                </a:spcBef>
                <a:spcAft>
                  <a:spcPts val="300"/>
                </a:spcAft>
                <a:buClr>
                  <a:srgbClr val="000000"/>
                </a:buClr>
                <a:buSzPct val="100000"/>
                <a:buFont typeface="Wingdings" pitchFamily="2" charset="2"/>
                <a:buChar char="§"/>
                <a:defRPr/>
              </a:pPr>
              <a:r>
                <a:rPr lang="en-US" sz="1200" dirty="0" err="1">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实现秦华本部</a:t>
              </a:r>
              <a:r>
                <a:rPr lang="zh-CN" alt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工程、物资、财物、设备试点管理等</a:t>
              </a:r>
              <a:r>
                <a:rPr lang="en-US" sz="1200" dirty="0" err="1">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核心业务</a:t>
              </a:r>
              <a:r>
                <a:rPr lang="zh-CN" alt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线上管理；</a:t>
              </a:r>
              <a:endParaRPr 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endParaRPr>
            </a:p>
            <a:p>
              <a:pPr marL="182880" indent="-182880" defTabSz="1072866" eaLnBrk="0" fontAlgn="auto" hangingPunct="0">
                <a:spcBef>
                  <a:spcPts val="300"/>
                </a:spcBef>
                <a:spcAft>
                  <a:spcPts val="300"/>
                </a:spcAft>
                <a:buClr>
                  <a:srgbClr val="000000"/>
                </a:buClr>
                <a:buSzPct val="100000"/>
                <a:buFont typeface="Wingdings" pitchFamily="2" charset="2"/>
                <a:buChar char="§"/>
                <a:defRPr/>
              </a:pPr>
              <a:r>
                <a:rPr lang="en-US" sz="1200" dirty="0" err="1">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实现主要</a:t>
              </a:r>
              <a:r>
                <a:rPr lang="zh-CN" alt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工程、物资、财务、生产等主要</a:t>
              </a:r>
              <a:r>
                <a:rPr lang="en-US" sz="1200" dirty="0" err="1">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业务流程的贯通与效率提升</a:t>
              </a:r>
              <a:r>
                <a:rPr lang="zh-CN" alt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rPr>
                <a:t>；</a:t>
              </a:r>
              <a:endParaRPr lang="en-US" sz="1200" dirty="0">
                <a:latin typeface="微软雅黑 Light" panose="020B0502040204020203" pitchFamily="34" charset="-122"/>
                <a:ea typeface="微软雅黑" panose="020B0503020204020204" pitchFamily="34" charset="-122"/>
                <a:cs typeface="Arial Unicode MS" pitchFamily="34" charset="-122"/>
                <a:sym typeface="微软雅黑 Light" panose="020B0502040204020203" pitchFamily="34" charset="-122"/>
              </a:endParaRPr>
            </a:p>
          </p:txBody>
        </p:sp>
      </p:grpSp>
    </p:spTree>
    <p:extLst>
      <p:ext uri="{BB962C8B-B14F-4D97-AF65-F5344CB8AC3E}">
        <p14:creationId xmlns:p14="http://schemas.microsoft.com/office/powerpoint/2010/main" val="155839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3C485594-0892-F2D1-5D1B-5640FC88F909}"/>
              </a:ext>
            </a:extLst>
          </p:cNvPr>
          <p:cNvPicPr>
            <a:picLocks noChangeAspect="1"/>
          </p:cNvPicPr>
          <p:nvPr/>
        </p:nvPicPr>
        <p:blipFill>
          <a:blip r:embed="rId2"/>
          <a:stretch>
            <a:fillRect/>
          </a:stretch>
        </p:blipFill>
        <p:spPr>
          <a:xfrm>
            <a:off x="-33717" y="0"/>
            <a:ext cx="12259434" cy="6858000"/>
          </a:xfrm>
          <a:prstGeom prst="rect">
            <a:avLst/>
          </a:prstGeom>
        </p:spPr>
      </p:pic>
      <p:sp>
        <p:nvSpPr>
          <p:cNvPr id="13" name="TextBox 2">
            <a:extLst>
              <a:ext uri="{FF2B5EF4-FFF2-40B4-BE49-F238E27FC236}">
                <a16:creationId xmlns:a16="http://schemas.microsoft.com/office/drawing/2014/main" id="{31F67903-C2F3-6F81-51C4-4969578E8288}"/>
              </a:ext>
            </a:extLst>
          </p:cNvPr>
          <p:cNvSpPr txBox="1"/>
          <p:nvPr/>
        </p:nvSpPr>
        <p:spPr>
          <a:xfrm>
            <a:off x="2231571" y="1788859"/>
            <a:ext cx="8795657" cy="21339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913697" fontAlgn="base">
              <a:lnSpc>
                <a:spcPct val="150000"/>
              </a:lnSpc>
              <a:spcBef>
                <a:spcPct val="0"/>
              </a:spcBef>
              <a:spcAft>
                <a:spcPct val="0"/>
              </a:spcAft>
            </a:pP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预祝</a:t>
            </a:r>
            <a:r>
              <a:rPr lang="en-US" altLang="zh-CN" sz="4400" b="1" dirty="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rPr>
              <a:t>XXX</a:t>
            </a:r>
            <a:r>
              <a:rPr lang="zh-CN" altLang="en-US" sz="4400" b="1" dirty="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rPr>
              <a:t>集团数字化平台建设</a:t>
            </a: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pitchFamily="34" charset="-122"/>
                <a:sym typeface="微软雅黑 Light" panose="020B0502040204020203" pitchFamily="34" charset="-122"/>
              </a:rPr>
              <a:t>项目</a:t>
            </a:r>
            <a:r>
              <a:rPr lang="zh-CN" altLang="en-US" sz="4400" b="1" dirty="0">
                <a:solidFill>
                  <a:prstClr val="white"/>
                </a:solidFill>
                <a:latin typeface="微软雅黑 Light" panose="020B0502040204020203" pitchFamily="34" charset="-122"/>
                <a:ea typeface="微软雅黑" panose="020B0503020204020204" pitchFamily="34" charset="-122"/>
                <a:sym typeface="微软雅黑 Light" panose="020B0502040204020203" pitchFamily="34" charset="-122"/>
              </a:rPr>
              <a:t>圆满成功！</a:t>
            </a:r>
          </a:p>
        </p:txBody>
      </p:sp>
    </p:spTree>
    <p:extLst>
      <p:ext uri="{BB962C8B-B14F-4D97-AF65-F5344CB8AC3E}">
        <p14:creationId xmlns:p14="http://schemas.microsoft.com/office/powerpoint/2010/main" val="4199956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990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5352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6cd5d6c3-944a-4bab-a45c-f61abe6fa0d2}"/>
</p:tagLst>
</file>

<file path=ppt/tags/tag2.xml><?xml version="1.0" encoding="utf-8"?>
<p:tagLst xmlns:a="http://schemas.openxmlformats.org/drawingml/2006/main" xmlns:r="http://schemas.openxmlformats.org/officeDocument/2006/relationships" xmlns:p="http://schemas.openxmlformats.org/presentationml/2006/main">
  <p:tag name="KSO_WM_UNIT_FILL_FORE_SCHEMECOLOR_INDEX_BRIGHTNESS" val="-0.05"/>
  <p:tag name="KSO_WM_UNIT_FILL_FORE_SCHEMECOLOR_INDEX" val="14"/>
  <p:tag name="KSO_WM_UNIT_FILL_TYPE" val="1"/>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ld8m9WrgFk2HWYchZ4.fr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ld8m9WrgFk2HWYchZ4.fr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ld8m9WrgFk2HWYchZ4.f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ld8m9WrgFk2HWYchZ4.fr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ld8m9WrgFk2HWYchZ4.frw"/>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ea5caf7a-c8c8-46c9-91f6-4b32daa48b14}"/>
  <p:tag name="TABLE_ENDDRAG_ORIGIN_RECT" val="386*185"/>
  <p:tag name="TABLE_ENDDRAG_RECT" val="34*292*386*185"/>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18201</TotalTime>
  <Words>3701</Words>
  <Application>Microsoft Office PowerPoint</Application>
  <PresentationFormat>宽屏</PresentationFormat>
  <Paragraphs>798</Paragraphs>
  <Slides>33</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Microsoft YaHei Light</vt:lpstr>
      <vt:lpstr>宋体</vt:lpstr>
      <vt:lpstr>微软雅黑</vt:lpstr>
      <vt:lpstr>微软雅黑</vt:lpstr>
      <vt:lpstr>微软雅黑 Light</vt:lpstr>
      <vt:lpstr>Arial</vt:lpstr>
      <vt:lpstr>Wingdings</vt:lpstr>
      <vt:lpstr>1_Office 主题​​</vt:lpstr>
      <vt:lpstr>XXXX项目 启动会</vt:lpstr>
      <vt:lpstr>启动大会议程 (约一个半小时)</vt:lpstr>
      <vt:lpstr>PowerPoint 演示文稿</vt:lpstr>
      <vt:lpstr>PowerPoint 演示文稿</vt:lpstr>
      <vt:lpstr>PowerPoint 演示文稿</vt:lpstr>
      <vt:lpstr>目 录</vt:lpstr>
      <vt:lpstr>XXX集团简介</vt:lpstr>
      <vt:lpstr>金蝶集团简介</vt:lpstr>
      <vt:lpstr>简超过680万客户的共同选择</vt:lpstr>
      <vt:lpstr>项目背景及建设目标</vt:lpstr>
      <vt:lpstr>项目建设背景</vt:lpstr>
      <vt:lpstr>项目建设整体思路</vt:lpstr>
      <vt:lpstr>项目目标</vt:lpstr>
      <vt:lpstr>项目实施策略及计划 </vt:lpstr>
      <vt:lpstr>项目建设范围</vt:lpstr>
      <vt:lpstr>项目建设组织范围</vt:lpstr>
      <vt:lpstr>项目整体计划</vt:lpstr>
      <vt:lpstr>项目实施保障</vt:lpstr>
      <vt:lpstr>项目组织架构</vt:lpstr>
      <vt:lpstr>XX客户内部顾问/关键用户角色及分工</vt:lpstr>
      <vt:lpstr>XX客户内部顾问/关键用户在项目各阶段的主要职责</vt:lpstr>
      <vt:lpstr>项目实施方法论</vt:lpstr>
      <vt:lpstr>项目沟通汇报机制</vt:lpstr>
      <vt:lpstr>项目问题处理机制</vt:lpstr>
      <vt:lpstr>项目风险及控制</vt:lpstr>
      <vt:lpstr>项目实施微笑曲线</vt:lpstr>
      <vt:lpstr>项目实施预期风险及策略建议</vt:lpstr>
      <vt:lpstr>项目预期展望</vt:lpstr>
      <vt:lpstr>本次项目实施预期带来的提升</vt:lpstr>
      <vt:lpstr>项目预期成效</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陈 红波</cp:lastModifiedBy>
  <cp:revision>476</cp:revision>
  <dcterms:created xsi:type="dcterms:W3CDTF">2022-05-26T11:12:00Z</dcterms:created>
  <dcterms:modified xsi:type="dcterms:W3CDTF">2022-10-12T07:58:23Z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