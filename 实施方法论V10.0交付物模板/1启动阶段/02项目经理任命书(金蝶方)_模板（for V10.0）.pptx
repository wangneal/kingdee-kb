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
  </p:notesMasterIdLst>
  <p:handoutMasterIdLst>
    <p:handoutMasterId r:id="rId4"/>
  </p:handoutMasterIdLst>
  <p:sldIdLst>
    <p:sldId id="15051997" r:id="rId2"/>
  </p:sldIdLst>
  <p:sldSz cx="12192000" cy="6858000"/>
  <p:notesSz cx="6858000" cy="9144000"/>
  <p:custDataLst>
    <p:tags r:id="rId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5EC29B2-0182-BA45-920F-082F96231AAE}">
          <p14:sldIdLst>
            <p14:sldId id="15051997"/>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guide id="3" pos="302">
          <p15:clr>
            <a:srgbClr val="A4A3A4"/>
          </p15:clr>
        </p15:guide>
        <p15:guide id="4" pos="7491">
          <p15:clr>
            <a:srgbClr val="A4A3A4"/>
          </p15:clr>
        </p15:guide>
        <p15:guide id="5" orient="horz" pos="169">
          <p15:clr>
            <a:srgbClr val="A4A3A4"/>
          </p15:clr>
        </p15:guide>
        <p15:guide id="6" orient="horz" pos="4148">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Office" lastIdx="0" clrIdx="0"/>
  <p:cmAuthor id="2" name="Helen" initials="法审h" lastIdx="1" clrIdx="1">
    <p:extLst>
      <p:ext uri="{19B8F6BF-5375-455C-9EA6-DF929625EA0E}">
        <p15:presenceInfo xmlns:p15="http://schemas.microsoft.com/office/powerpoint/2012/main" userId="Hele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CDFF"/>
    <a:srgbClr val="DFE8FB"/>
    <a:srgbClr val="2970EB"/>
    <a:srgbClr val="2A70EB"/>
    <a:srgbClr val="A16EFF"/>
    <a:srgbClr val="08C8C8"/>
    <a:srgbClr val="22AAFE"/>
    <a:srgbClr val="2287F5"/>
    <a:srgbClr val="00BEEE"/>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00"/>
    <p:restoredTop sz="97013"/>
  </p:normalViewPr>
  <p:slideViewPr>
    <p:cSldViewPr snapToGrid="0" snapToObjects="1">
      <p:cViewPr varScale="1">
        <p:scale>
          <a:sx n="65" d="100"/>
          <a:sy n="65" d="100"/>
        </p:scale>
        <p:origin x="112" y="44"/>
      </p:cViewPr>
      <p:guideLst>
        <p:guide orient="horz" pos="2160"/>
        <p:guide pos="3840"/>
        <p:guide pos="302"/>
        <p:guide pos="7491"/>
        <p:guide orient="horz" pos="169"/>
        <p:guide orient="horz" pos="4148"/>
      </p:guideLst>
    </p:cSldViewPr>
  </p:slideViewPr>
  <p:outlineViewPr>
    <p:cViewPr>
      <p:scale>
        <a:sx n="33" d="100"/>
        <a:sy n="33" d="100"/>
      </p:scale>
      <p:origin x="0" y="-4744"/>
    </p:cViewPr>
  </p:outlineViewPr>
  <p:notesTextViewPr>
    <p:cViewPr>
      <p:scale>
        <a:sx n="95" d="100"/>
        <a:sy n="95" d="100"/>
      </p:scale>
      <p:origin x="0" y="0"/>
    </p:cViewPr>
  </p:notesTextViewPr>
  <p:sorterViewPr>
    <p:cViewPr>
      <p:scale>
        <a:sx n="200" d="100"/>
        <a:sy n="200" d="100"/>
      </p:scale>
      <p:origin x="0" y="0"/>
    </p:cViewPr>
  </p:sorterViewPr>
  <p:notesViewPr>
    <p:cSldViewPr snapToGrid="0" snapToObjects="1">
      <p:cViewPr varScale="1">
        <p:scale>
          <a:sx n="91" d="100"/>
          <a:sy n="91" d="100"/>
        </p:scale>
        <p:origin x="336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tags" Target="tags/tag1.xml"/><Relationship Id="rId10" Type="http://schemas.openxmlformats.org/officeDocument/2006/relationships/tableStyles" Target="tableStyles.xml"/><Relationship Id="rId4" Type="http://schemas.openxmlformats.org/officeDocument/2006/relationships/handoutMaster" Target="handoutMasters/handout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dirty="0">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DE19F4-DBB6-494E-8B80-C4CE2BCEE7EC}" type="datetimeFigureOut">
              <a:rPr kumimoji="1" lang="zh-CN" altLang="en-US" smtClean="0">
                <a:latin typeface="微软雅黑" panose="020B0503020204020204" charset="-122"/>
                <a:ea typeface="微软雅黑" panose="020B0503020204020204" charset="-122"/>
              </a:rPr>
              <a:t>2023/3/1</a:t>
            </a:fld>
            <a:endParaRPr kumimoji="1" lang="zh-CN" altLang="en-US" dirty="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32F7C6-D169-FA41-B673-4CE8B60BE24C}" type="slidenum">
              <a:rPr kumimoji="1" lang="zh-CN" altLang="en-US" smtClean="0">
                <a:latin typeface="微软雅黑" panose="020B0503020204020204" charset="-122"/>
                <a:ea typeface="微软雅黑" panose="020B0503020204020204" charset="-122"/>
              </a:rPr>
              <a:t>‹#›</a:t>
            </a:fld>
            <a:endParaRPr kumimoji="1" lang="zh-CN" altLang="en-US" dirty="0">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微软雅黑" panose="020B0503020204020204" charset="-122"/>
                <a:ea typeface="微软雅黑" panose="020B0503020204020204"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微软雅黑" panose="020B0503020204020204" charset="-122"/>
                <a:ea typeface="微软雅黑" panose="020B0503020204020204" charset="-122"/>
              </a:defRPr>
            </a:lvl1pPr>
          </a:lstStyle>
          <a:p>
            <a:fld id="{ECA5D1CA-E7AD-0541-B262-65F1E0DA9722}" type="datetimeFigureOut">
              <a:rPr kumimoji="1" lang="zh-CN" altLang="en-US" smtClean="0"/>
              <a:t>2023/3/1</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微软雅黑" panose="020B0503020204020204" charset="-122"/>
                <a:ea typeface="微软雅黑" panose="020B0503020204020204"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微软雅黑" panose="020B0503020204020204" charset="-122"/>
                <a:ea typeface="微软雅黑" panose="020B0503020204020204" charset="-122"/>
              </a:defRPr>
            </a:lvl1pPr>
          </a:lstStyle>
          <a:p>
            <a:fld id="{7D740BD7-1B7C-F34E-AE28-38FEB5E5D81B}" type="slidenum">
              <a:rPr kumimoji="1" lang="zh-CN" altLang="en-US" smtClean="0"/>
              <a:t>‹#›</a:t>
            </a:fld>
            <a:endParaRPr kumimoji="1"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2.GI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3679"/>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9" name="Rectangle 37"/>
          <p:cNvSpPr/>
          <p:nvPr userDrawn="1"/>
        </p:nvSpPr>
        <p:spPr bwMode="auto">
          <a:xfrm>
            <a:off x="920344" y="6421913"/>
            <a:ext cx="3123019" cy="151979"/>
          </a:xfrm>
          <a:prstGeom prst="rect">
            <a:avLst/>
          </a:prstGeom>
          <a:noFill/>
          <a:ln>
            <a:noFill/>
          </a:ln>
        </p:spPr>
        <p:txBody>
          <a:bodyPr lIns="0" tIns="0" rIns="0" bIns="0" anchor="ctr"/>
          <a:lstStyle/>
          <a:p>
            <a:pPr algn="l"/>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©1993-2022</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  </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a:t>
            </a:r>
          </a:p>
        </p:txBody>
      </p:sp>
      <p:sp>
        <p:nvSpPr>
          <p:cNvPr id="5" name="标题占位符 1"/>
          <p:cNvSpPr>
            <a:spLocks noGrp="1"/>
          </p:cNvSpPr>
          <p:nvPr>
            <p:ph type="title" hasCustomPrompt="1"/>
          </p:nvPr>
        </p:nvSpPr>
        <p:spPr>
          <a:xfrm>
            <a:off x="838200" y="2054303"/>
            <a:ext cx="10515600" cy="1325563"/>
          </a:xfrm>
          <a:prstGeom prst="rect">
            <a:avLst/>
          </a:prstGeom>
        </p:spPr>
        <p:txBody>
          <a:bodyPr vert="horz" lIns="91440" tIns="45720" rIns="91440" bIns="4572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0" y="4804913"/>
            <a:ext cx="2750820" cy="405442"/>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6"/>
            <a:ext cx="2745334" cy="432701"/>
          </a:xfrm>
          <a:prstGeom prst="rect">
            <a:avLst/>
          </a:prstGeom>
        </p:spPr>
        <p:txBody>
          <a:bodyPr lIns="90000">
            <a:noAutofit/>
          </a:bodyPr>
          <a:lstStyle>
            <a:lvl1pPr marL="0" indent="0" algn="l">
              <a:lnSpc>
                <a:spcPct val="130000"/>
              </a:lnSpc>
              <a:spcBef>
                <a:spcPts val="0"/>
              </a:spcBef>
              <a:buNone/>
              <a:defRPr sz="1800" b="1"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4" y="5667554"/>
            <a:ext cx="2750820" cy="301924"/>
          </a:xfrm>
          <a:prstGeom prst="rect">
            <a:avLst/>
          </a:prstGeom>
        </p:spPr>
        <p:txBody>
          <a:bodyPr lIns="90000">
            <a:noAutofit/>
          </a:bodyPr>
          <a:lstStyle>
            <a:lvl1pPr marL="0" indent="0">
              <a:lnSpc>
                <a:spcPct val="130000"/>
              </a:lnSpc>
              <a:spcBef>
                <a:spcPts val="0"/>
              </a:spcBef>
              <a:buNone/>
              <a:defRPr sz="14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en-US" altLang="zh-CN" dirty="0"/>
              <a:t>2022.01.01</a:t>
            </a:r>
            <a:endParaRPr lang="zh-CN" altLang="en-US" dirty="0"/>
          </a:p>
        </p:txBody>
      </p:sp>
      <p:sp>
        <p:nvSpPr>
          <p:cNvPr id="13" name="Text Box 2"/>
          <p:cNvSpPr txBox="1"/>
          <p:nvPr userDrawn="1"/>
        </p:nvSpPr>
        <p:spPr>
          <a:xfrm>
            <a:off x="3440894" y="6414581"/>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solidFill>
                  <a:schemeClr val="accent1">
                    <a:lumMod val="75000"/>
                  </a:schemeClr>
                </a:solidFill>
              </a:rPr>
              <a:t> </a:t>
            </a:r>
            <a:r>
              <a:rPr lang="zh-CN" altLang="zh-CN" sz="900" b="0" i="0" dirty="0">
                <a:solidFill>
                  <a:schemeClr val="accent1">
                    <a:lumMod val="75000"/>
                  </a:schemeClr>
                </a:solidFill>
                <a:latin typeface="微软雅黑" panose="020B0503020204020204" charset="-122"/>
                <a:ea typeface="微软雅黑" panose="020B0503020204020204" charset="-122"/>
              </a:rPr>
              <a:t>①</a:t>
            </a:r>
            <a:r>
              <a:rPr lang="zh-CN" altLang="en-US" sz="900" b="0" i="0" dirty="0">
                <a:solidFill>
                  <a:schemeClr val="accent1">
                    <a:lumMod val="75000"/>
                  </a:schemeClr>
                </a:solidFill>
                <a:latin typeface="微软雅黑" panose="020B0503020204020204" charset="-122"/>
                <a:ea typeface="微软雅黑" panose="020B0503020204020204" charset="-122"/>
              </a:rPr>
              <a:t> </a:t>
            </a:r>
            <a:r>
              <a:rPr lang="zh-CN" altLang="zh-CN" sz="900" b="0" i="0" dirty="0">
                <a:solidFill>
                  <a:schemeClr val="accent1">
                    <a:lumMod val="75000"/>
                  </a:schemeClr>
                </a:solidFill>
                <a:latin typeface="微软雅黑" panose="020B0503020204020204" charset="-122"/>
                <a:ea typeface="微软雅黑" panose="020B0503020204020204" charset="-122"/>
              </a:rPr>
              <a:t>绝密信息 严禁泄露</a:t>
            </a:r>
            <a:endParaRPr sz="900" b="0" i="0" kern="1200" spc="0" baseline="0" dirty="0">
              <a:solidFill>
                <a:schemeClr val="accent1">
                  <a:lumMod val="75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2960" y="0"/>
            <a:ext cx="12186080" cy="6858000"/>
          </a:xfrm>
          <a:prstGeom prst="rect">
            <a:avLst/>
          </a:prstGeom>
        </p:spPr>
      </p:pic>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11" name="Text Box 5"/>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i="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i="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9" name="文本占位符 18"/>
          <p:cNvSpPr>
            <a:spLocks noGrp="1"/>
          </p:cNvSpPr>
          <p:nvPr>
            <p:ph type="body" sz="quarter" idx="13" hasCustomPrompt="1"/>
          </p:nvPr>
        </p:nvSpPr>
        <p:spPr>
          <a:xfrm>
            <a:off x="408475" y="2809762"/>
            <a:ext cx="1052336" cy="751494"/>
          </a:xfrm>
          <a:prstGeom prst="rect">
            <a:avLst/>
          </a:prstGeom>
        </p:spPr>
        <p:txBody>
          <a:bodyPr>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p:cNvSpPr>
            <a:spLocks noGrp="1"/>
          </p:cNvSpPr>
          <p:nvPr>
            <p:ph type="body" sz="quarter" idx="14" hasCustomPrompt="1"/>
          </p:nvPr>
        </p:nvSpPr>
        <p:spPr>
          <a:xfrm>
            <a:off x="408475" y="3889909"/>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p:cNvSpPr>
            <a:spLocks noGrp="1"/>
          </p:cNvSpPr>
          <p:nvPr>
            <p:ph type="body" sz="quarter" idx="15" hasCustomPrompt="1"/>
          </p:nvPr>
        </p:nvSpPr>
        <p:spPr>
          <a:xfrm>
            <a:off x="1637847" y="1688799"/>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p:cNvSpPr>
            <a:spLocks noGrp="1"/>
          </p:cNvSpPr>
          <p:nvPr>
            <p:ph type="body" sz="quarter" idx="16" hasCustomPrompt="1"/>
          </p:nvPr>
        </p:nvSpPr>
        <p:spPr>
          <a:xfrm>
            <a:off x="1637847" y="2142501"/>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US" dirty="0"/>
          </a:p>
        </p:txBody>
      </p:sp>
      <p:sp>
        <p:nvSpPr>
          <p:cNvPr id="25" name="文本占位符 21"/>
          <p:cNvSpPr>
            <a:spLocks noGrp="1"/>
          </p:cNvSpPr>
          <p:nvPr>
            <p:ph type="body" sz="quarter" idx="18" hasCustomPrompt="1"/>
          </p:nvPr>
        </p:nvSpPr>
        <p:spPr>
          <a:xfrm>
            <a:off x="1637847" y="3209303"/>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US" dirty="0"/>
          </a:p>
        </p:txBody>
      </p:sp>
      <p:sp>
        <p:nvSpPr>
          <p:cNvPr id="27" name="文本占位符 21"/>
          <p:cNvSpPr>
            <a:spLocks noGrp="1"/>
          </p:cNvSpPr>
          <p:nvPr>
            <p:ph type="body" sz="quarter" idx="20" hasCustomPrompt="1"/>
          </p:nvPr>
        </p:nvSpPr>
        <p:spPr>
          <a:xfrm>
            <a:off x="1637847" y="4278565"/>
            <a:ext cx="6602906" cy="285116"/>
          </a:xfrm>
          <a:prstGeom prst="rect">
            <a:avLst/>
          </a:prstGeom>
        </p:spPr>
        <p:txBody>
          <a:bodyPr>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US" dirty="0"/>
          </a:p>
        </p:txBody>
      </p:sp>
      <p:sp>
        <p:nvSpPr>
          <p:cNvPr id="28" name="文本占位符 18"/>
          <p:cNvSpPr>
            <a:spLocks noGrp="1"/>
          </p:cNvSpPr>
          <p:nvPr>
            <p:ph type="body" sz="quarter" idx="21" hasCustomPrompt="1"/>
          </p:nvPr>
        </p:nvSpPr>
        <p:spPr>
          <a:xfrm>
            <a:off x="408475" y="4957146"/>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p:cNvSpPr>
            <a:spLocks noGrp="1"/>
          </p:cNvSpPr>
          <p:nvPr>
            <p:ph type="body" sz="quarter" idx="23" hasCustomPrompt="1"/>
          </p:nvPr>
        </p:nvSpPr>
        <p:spPr>
          <a:xfrm>
            <a:off x="1637847" y="5345802"/>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US" dirty="0"/>
          </a:p>
        </p:txBody>
      </p:sp>
      <p:sp>
        <p:nvSpPr>
          <p:cNvPr id="31" name="文本占位符 21"/>
          <p:cNvSpPr>
            <a:spLocks noGrp="1"/>
          </p:cNvSpPr>
          <p:nvPr>
            <p:ph type="body" sz="quarter" idx="24" hasCustomPrompt="1"/>
          </p:nvPr>
        </p:nvSpPr>
        <p:spPr>
          <a:xfrm>
            <a:off x="10065781" y="173745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p:cNvSpPr>
            <a:spLocks noGrp="1"/>
          </p:cNvSpPr>
          <p:nvPr>
            <p:ph type="body" sz="quarter" idx="25" hasCustomPrompt="1"/>
          </p:nvPr>
        </p:nvSpPr>
        <p:spPr>
          <a:xfrm>
            <a:off x="10065782" y="2816557"/>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p:cNvSpPr>
            <a:spLocks noGrp="1"/>
          </p:cNvSpPr>
          <p:nvPr>
            <p:ph type="body" sz="quarter" idx="26" hasCustomPrompt="1"/>
          </p:nvPr>
        </p:nvSpPr>
        <p:spPr>
          <a:xfrm>
            <a:off x="10065782" y="389670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p:cNvSpPr>
            <a:spLocks noGrp="1"/>
          </p:cNvSpPr>
          <p:nvPr>
            <p:ph type="body" sz="quarter" idx="27" hasCustomPrompt="1"/>
          </p:nvPr>
        </p:nvSpPr>
        <p:spPr>
          <a:xfrm>
            <a:off x="10065782" y="4974828"/>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5"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dirty="0"/>
              <a:t> </a:t>
            </a:r>
            <a:r>
              <a:rPr lang="zh-CN" altLang="en-US" sz="935" kern="1200" dirty="0">
                <a:solidFill>
                  <a:schemeClr val="bg1">
                    <a:lumMod val="50000"/>
                  </a:schemeClr>
                </a:solidFill>
                <a:latin typeface="微软雅黑" panose="020B0503020204020204" charset="-122"/>
                <a:ea typeface="微软雅黑" panose="020B0503020204020204" charset="-122"/>
              </a:rPr>
              <a:t>① 绝密信息 严禁泄露</a:t>
            </a:r>
          </a:p>
        </p:txBody>
      </p:sp>
      <p:sp>
        <p:nvSpPr>
          <p:cNvPr id="37"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36" name="文本占位符 21"/>
          <p:cNvSpPr>
            <a:spLocks noGrp="1"/>
          </p:cNvSpPr>
          <p:nvPr>
            <p:ph type="body" sz="quarter" idx="29" hasCustomPrompt="1"/>
          </p:nvPr>
        </p:nvSpPr>
        <p:spPr>
          <a:xfrm>
            <a:off x="1637847" y="2799142"/>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p:cNvSpPr>
            <a:spLocks noGrp="1"/>
          </p:cNvSpPr>
          <p:nvPr>
            <p:ph type="body" sz="quarter" idx="30" hasCustomPrompt="1"/>
          </p:nvPr>
        </p:nvSpPr>
        <p:spPr>
          <a:xfrm>
            <a:off x="1637847" y="3876827"/>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p:cNvSpPr>
            <a:spLocks noGrp="1"/>
          </p:cNvSpPr>
          <p:nvPr>
            <p:ph type="body" sz="quarter" idx="31" hasCustomPrompt="1"/>
          </p:nvPr>
        </p:nvSpPr>
        <p:spPr>
          <a:xfrm>
            <a:off x="1637847" y="4938184"/>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p:cNvSpPr>
            <a:spLocks noGrp="1"/>
          </p:cNvSpPr>
          <p:nvPr>
            <p:ph type="body" sz="quarter" idx="32" hasCustomPrompt="1"/>
          </p:nvPr>
        </p:nvSpPr>
        <p:spPr>
          <a:xfrm>
            <a:off x="392146" y="1650434"/>
            <a:ext cx="1052336" cy="830674"/>
          </a:xfrm>
          <a:prstGeom prst="rect">
            <a:avLst/>
          </a:prstGeom>
        </p:spPr>
        <p:txBody>
          <a:bodyPr>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目录、提纲">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2960" y="0"/>
            <a:ext cx="12186080" cy="6858000"/>
          </a:xfrm>
          <a:prstGeom prst="rect">
            <a:avLst/>
          </a:prstGeom>
        </p:spPr>
      </p:pic>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11" name="Text Box 5"/>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endParaRPr kumimoji="0" lang="en-US" altLang="zh-CN" sz="1000" b="0" i="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9"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1"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dirty="0"/>
              <a:t> </a:t>
            </a:r>
            <a:r>
              <a:rPr lang="zh-CN" altLang="en-US" sz="935" kern="1200" dirty="0">
                <a:solidFill>
                  <a:schemeClr val="bg1">
                    <a:lumMod val="50000"/>
                  </a:schemeClr>
                </a:solidFill>
                <a:latin typeface="微软雅黑" panose="020B0503020204020204" charset="-122"/>
                <a:ea typeface="微软雅黑" panose="020B0503020204020204" charset="-122"/>
              </a:rPr>
              <a:t>① 绝密信息 严禁泄露</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蓝色内页">
    <p:spTree>
      <p:nvGrpSpPr>
        <p:cNvPr id="1" name=""/>
        <p:cNvGrpSpPr/>
        <p:nvPr/>
      </p:nvGrpSpPr>
      <p:grpSpPr>
        <a:xfrm>
          <a:off x="0" y="0"/>
          <a:ext cx="0" cy="0"/>
          <a:chOff x="0" y="0"/>
          <a:chExt cx="0" cy="0"/>
        </a:xfrm>
      </p:grpSpPr>
      <p:sp>
        <p:nvSpPr>
          <p:cNvPr id="4"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solidFill>
                <a:srgbClr val="FFC000"/>
              </a:solidFill>
              <a:latin typeface="微软雅黑" panose="020B0503020204020204" charset="-122"/>
            </a:endParaRPr>
          </a:p>
        </p:txBody>
      </p:sp>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7"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p:txBody>
      </p:sp>
      <p:sp>
        <p:nvSpPr>
          <p:cNvPr id="10"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bg1"/>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副标题，微软雅黑粗体</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12"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3"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dirty="0">
                <a:solidFill>
                  <a:schemeClr val="bg1"/>
                </a:solidFill>
              </a:rPr>
              <a:t> </a:t>
            </a:r>
            <a:r>
              <a:rPr lang="zh-CN" altLang="en-US" sz="935" kern="1200" dirty="0">
                <a:solidFill>
                  <a:schemeClr val="bg1"/>
                </a:solidFill>
                <a:latin typeface="微软雅黑" panose="020B0503020204020204" charset="-122"/>
                <a:ea typeface="微软雅黑" panose="020B0503020204020204" charset="-122"/>
              </a:rPr>
              <a:t>① 绝密信息 严禁泄露</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章节页01">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01</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8" name="标题占位符 1"/>
          <p:cNvSpPr>
            <a:spLocks noGrp="1"/>
          </p:cNvSpPr>
          <p:nvPr>
            <p:ph type="title" hasCustomPrompt="1"/>
          </p:nvPr>
        </p:nvSpPr>
        <p:spPr>
          <a:xfrm>
            <a:off x="472055" y="2715567"/>
            <a:ext cx="993995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磅，已备好</a:t>
            </a:r>
            <a:r>
              <a:rPr kumimoji="1" lang="en-US" altLang="zh-CN" dirty="0"/>
              <a:t>7</a:t>
            </a:r>
            <a:r>
              <a:rPr kumimoji="1" lang="zh-CN" altLang="en-US" dirty="0"/>
              <a:t>个章节的模版供选择</a:t>
            </a:r>
          </a:p>
        </p:txBody>
      </p:sp>
      <p:sp>
        <p:nvSpPr>
          <p:cNvPr id="9" name="文本占位符 8"/>
          <p:cNvSpPr>
            <a:spLocks noGrp="1"/>
          </p:cNvSpPr>
          <p:nvPr>
            <p:ph type="body" sz="quarter" idx="17"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0" name="矩形 9"/>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章节页02">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02</a:t>
            </a:r>
            <a:endParaRPr kumimoji="1" lang="zh-CN" altLang="en-US" sz="12500" b="1" i="0" dirty="0">
              <a:solidFill>
                <a:srgbClr val="46CCFE"/>
              </a:solidFill>
              <a:latin typeface="微软雅黑" panose="020B0503020204020204" charset="-122"/>
              <a:ea typeface="微软雅黑" panose="020B050302020402020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7"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章节页03">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03</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标题占位符 1"/>
          <p:cNvSpPr>
            <a:spLocks noGrp="1"/>
          </p:cNvSpPr>
          <p:nvPr>
            <p:ph type="title" hasCustomPrompt="1"/>
          </p:nvPr>
        </p:nvSpPr>
        <p:spPr>
          <a:xfrm>
            <a:off x="472055" y="2715567"/>
            <a:ext cx="9228536"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章节页04">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04</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pic>
        <p:nvPicPr>
          <p:cNvPr id="6" name="图片 5"/>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9"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2" name="矩形 11"/>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章节页05">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05</a:t>
            </a:r>
            <a:endParaRPr kumimoji="1" lang="zh-CN" altLang="en-US" sz="12500" b="1" i="0" dirty="0">
              <a:solidFill>
                <a:srgbClr val="46CCFE"/>
              </a:solidFill>
              <a:latin typeface="微软雅黑" panose="020B0503020204020204" charset="-122"/>
              <a:ea typeface="微软雅黑" panose="020B050302020402020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3"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章节页06">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06</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章节页07">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07</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9"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2" name="矩形 11"/>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行业章节">
    <p:spTree>
      <p:nvGrpSpPr>
        <p:cNvPr id="1" name=""/>
        <p:cNvGrpSpPr/>
        <p:nvPr/>
      </p:nvGrpSpPr>
      <p:grpSpPr>
        <a:xfrm>
          <a:off x="0" y="0"/>
          <a:ext cx="0" cy="0"/>
          <a:chOff x="0" y="0"/>
          <a:chExt cx="0" cy="0"/>
        </a:xfrm>
      </p:grpSpPr>
      <p:sp>
        <p:nvSpPr>
          <p:cNvPr id="19"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latin typeface="微软雅黑" panose="020B0503020204020204" charset="-122"/>
            </a:endParaRPr>
          </a:p>
        </p:txBody>
      </p:sp>
      <p:pic>
        <p:nvPicPr>
          <p:cNvPr id="20" name="图片 19"/>
          <p:cNvPicPr>
            <a:picLocks noChangeAspect="1"/>
          </p:cNvPicPr>
          <p:nvPr userDrawn="1"/>
        </p:nvPicPr>
        <p:blipFill>
          <a:blip r:embed="rId2">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21"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i="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i="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22" name="图片占位符 7"/>
          <p:cNvSpPr>
            <a:spLocks noGrp="1"/>
          </p:cNvSpPr>
          <p:nvPr>
            <p:ph type="pic" sz="quarter" idx="10" hasCustomPrompt="1"/>
          </p:nvPr>
        </p:nvSpPr>
        <p:spPr>
          <a:xfrm>
            <a:off x="4368258" y="0"/>
            <a:ext cx="7817394" cy="6858000"/>
          </a:xfrm>
          <a:prstGeom prst="rect">
            <a:avLst/>
          </a:prstGeom>
        </p:spPr>
        <p:txBody>
          <a:bodyPr/>
          <a:lstStyle>
            <a:lvl1pPr>
              <a:defRPr>
                <a:solidFill>
                  <a:schemeClr val="bg1"/>
                </a:solidFill>
              </a:defRPr>
            </a:lvl1pPr>
          </a:lstStyle>
          <a:p>
            <a:r>
              <a:rPr kumimoji="1" lang="zh-CN" altLang="en-US" dirty="0"/>
              <a:t>拖拽到此处，插入图片</a:t>
            </a:r>
          </a:p>
        </p:txBody>
      </p:sp>
      <p:sp>
        <p:nvSpPr>
          <p:cNvPr id="23" name="标题 31"/>
          <p:cNvSpPr>
            <a:spLocks noGrp="1"/>
          </p:cNvSpPr>
          <p:nvPr>
            <p:ph type="title" hasCustomPrompt="1"/>
          </p:nvPr>
        </p:nvSpPr>
        <p:spPr>
          <a:xfrm>
            <a:off x="507774" y="419862"/>
            <a:ext cx="2366055" cy="604263"/>
          </a:xfrm>
          <a:prstGeom prst="rect">
            <a:avLst/>
          </a:prstGeom>
        </p:spPr>
        <p:txBody>
          <a:bodyPr/>
          <a:lstStyle>
            <a:lvl1pPr>
              <a:defRPr sz="3600" b="1">
                <a:solidFill>
                  <a:schemeClr val="bg1"/>
                </a:solidFill>
              </a:defRPr>
            </a:lvl1pPr>
          </a:lstStyle>
          <a:p>
            <a:r>
              <a:rPr kumimoji="1" lang="zh-CN" altLang="en-US" dirty="0"/>
              <a:t>行业标题</a:t>
            </a:r>
          </a:p>
        </p:txBody>
      </p:sp>
      <p:sp>
        <p:nvSpPr>
          <p:cNvPr id="24" name="文本占位符 33"/>
          <p:cNvSpPr>
            <a:spLocks noGrp="1"/>
          </p:cNvSpPr>
          <p:nvPr>
            <p:ph type="body" sz="quarter" idx="14" hasCustomPrompt="1"/>
          </p:nvPr>
        </p:nvSpPr>
        <p:spPr>
          <a:xfrm>
            <a:off x="507774" y="1046203"/>
            <a:ext cx="2366055" cy="285115"/>
          </a:xfrm>
          <a:prstGeom prst="rect">
            <a:avLst/>
          </a:prstGeom>
        </p:spPr>
        <p:txBody>
          <a:bodyPr/>
          <a:lstStyle>
            <a:lvl1pPr marL="0" indent="0">
              <a:buNone/>
              <a:defRPr sz="1600">
                <a:solidFill>
                  <a:schemeClr val="bg1"/>
                </a:solidFill>
              </a:defRPr>
            </a:lvl1pPr>
          </a:lstStyle>
          <a:p>
            <a:pPr lvl="0"/>
            <a:r>
              <a:rPr kumimoji="1" lang="zh-CN" altLang="en-US" dirty="0"/>
              <a:t>副标题 </a:t>
            </a:r>
            <a:r>
              <a:rPr kumimoji="1" lang="en-US" altLang="zh-CN" dirty="0"/>
              <a:t>|</a:t>
            </a:r>
            <a:r>
              <a:rPr kumimoji="1" lang="zh-CN" altLang="en-US" dirty="0"/>
              <a:t> 副标题 </a:t>
            </a:r>
            <a:r>
              <a:rPr kumimoji="1" lang="en-US" altLang="zh-CN" dirty="0"/>
              <a:t>|</a:t>
            </a:r>
            <a:r>
              <a:rPr kumimoji="1" lang="zh-CN" altLang="en-US" dirty="0"/>
              <a:t> 副标题 </a:t>
            </a:r>
          </a:p>
        </p:txBody>
      </p:sp>
      <p:sp>
        <p:nvSpPr>
          <p:cNvPr id="25" name="文本占位符 17"/>
          <p:cNvSpPr>
            <a:spLocks noGrp="1"/>
          </p:cNvSpPr>
          <p:nvPr>
            <p:ph type="body" sz="quarter" idx="15" hasCustomPrompt="1"/>
          </p:nvPr>
        </p:nvSpPr>
        <p:spPr>
          <a:xfrm>
            <a:off x="507774" y="2055868"/>
            <a:ext cx="2525713" cy="2301587"/>
          </a:xfrm>
          <a:prstGeom prst="rect">
            <a:avLst/>
          </a:prstGeom>
        </p:spPr>
        <p:txBody>
          <a:bodyPr/>
          <a:lstStyle>
            <a:lvl1pPr marL="228600" marR="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kumimoji="1" lang="zh-CN" altLang="en-US" dirty="0"/>
              <a:t>此段文字旨在显示正确的字号和段落的位置，例文可替换</a:t>
            </a:r>
            <a:endParaRPr kumimoji="1" lang="en-US" altLang="zh-CN" dirty="0"/>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defRPr/>
            </a:pPr>
            <a:r>
              <a:rPr kumimoji="1" lang="zh-CN" altLang="en-US" dirty="0"/>
              <a:t>此段文字旨在显示正确的字号和段落的位置，例文可替换</a:t>
            </a:r>
          </a:p>
          <a:p>
            <a:pPr lvl="0"/>
            <a:endParaRPr kumimoji="1"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声明页">
    <p:bg>
      <p:bgPr>
        <a:solidFill>
          <a:srgbClr val="1771EB"/>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标题 2"/>
          <p:cNvSpPr txBox="1"/>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2700" b="1" dirty="0">
                <a:solidFill>
                  <a:srgbClr val="FFC000"/>
                </a:solidFill>
                <a:latin typeface="微软雅黑" panose="020B0503020204020204" charset="-122"/>
                <a:ea typeface="微软雅黑" panose="020B050302020402020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1" dirty="0">
              <a:latin typeface="微软雅黑" panose="020B0503020204020204" charset="-122"/>
              <a:ea typeface="微软雅黑" panose="020B0503020204020204" charset="-122"/>
            </a:endParaRPr>
          </a:p>
        </p:txBody>
      </p:sp>
      <p:sp>
        <p:nvSpPr>
          <p:cNvPr id="8" name="内容占位符 1"/>
          <p:cNvSpPr txBox="1"/>
          <p:nvPr userDrawn="1"/>
        </p:nvSpPr>
        <p:spPr>
          <a:xfrm>
            <a:off x="492918" y="923924"/>
            <a:ext cx="9038708" cy="16908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20000"/>
              </a:lnSpc>
              <a:buFont typeface="Wingdings" panose="05000000000000000000" pitchFamily="2" charset="2"/>
              <a:buChar char="ü"/>
            </a:pPr>
            <a:r>
              <a:rPr lang="zh-CN" altLang="en-US" sz="1800" b="0" i="0" dirty="0">
                <a:solidFill>
                  <a:schemeClr val="bg1"/>
                </a:solidFill>
                <a:latin typeface="微软雅黑" panose="020B0503020204020204" charset="-122"/>
                <a:ea typeface="微软雅黑" panose="020B0503020204020204" charset="-122"/>
              </a:rPr>
              <a:t>本文件内容为 </a:t>
            </a:r>
            <a:r>
              <a:rPr lang="zh-CN" altLang="zh-CN" sz="1800" b="1" i="0" dirty="0">
                <a:solidFill>
                  <a:srgbClr val="FFC000"/>
                </a:solidFill>
                <a:latin typeface="微软雅黑" panose="020B0503020204020204" charset="-122"/>
                <a:ea typeface="微软雅黑" panose="020B0503020204020204" charset="-122"/>
              </a:rPr>
              <a:t>①</a:t>
            </a:r>
            <a:r>
              <a:rPr lang="zh-CN" altLang="en-US" sz="1800" b="1" i="0" dirty="0">
                <a:solidFill>
                  <a:srgbClr val="FFC000"/>
                </a:solidFill>
                <a:latin typeface="微软雅黑" panose="020B0503020204020204" charset="-122"/>
                <a:ea typeface="微软雅黑" panose="020B0503020204020204" charset="-122"/>
              </a:rPr>
              <a:t> </a:t>
            </a:r>
            <a:r>
              <a:rPr lang="zh-CN" altLang="zh-CN" sz="1800" b="1" i="0" dirty="0">
                <a:solidFill>
                  <a:srgbClr val="FFC000"/>
                </a:solidFill>
                <a:latin typeface="微软雅黑" panose="020B0503020204020204" charset="-122"/>
                <a:ea typeface="微软雅黑" panose="020B0503020204020204" charset="-122"/>
              </a:rPr>
              <a:t>绝密信息 严禁泄露</a:t>
            </a:r>
            <a:r>
              <a:rPr lang="zh-CN" altLang="en-US" sz="1800" b="1" i="0" dirty="0">
                <a:solidFill>
                  <a:srgbClr val="FFC000"/>
                </a:solidFill>
                <a:latin typeface="微软雅黑" panose="020B0503020204020204" charset="-122"/>
                <a:ea typeface="微软雅黑" panose="020B0503020204020204" charset="-122"/>
              </a:rPr>
              <a:t> </a:t>
            </a:r>
            <a:r>
              <a:rPr lang="zh-CN" altLang="en-US" sz="1800" b="0" i="0" dirty="0">
                <a:solidFill>
                  <a:schemeClr val="bg1"/>
                </a:solidFill>
                <a:latin typeface="微软雅黑" panose="020B0503020204020204" charset="-122"/>
                <a:ea typeface="微软雅黑" panose="020B0503020204020204" charset="-122"/>
              </a:rPr>
              <a:t>：禁止未授权的内部、第三方人员使用与访问</a:t>
            </a:r>
            <a:endParaRPr lang="en-US" altLang="zh-CN" sz="1800" b="0" i="0" dirty="0">
              <a:solidFill>
                <a:schemeClr val="bg1"/>
              </a:solidFill>
              <a:latin typeface="微软雅黑" panose="020B0503020204020204" charset="-122"/>
              <a:ea typeface="微软雅黑" panose="020B050302020402020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微软雅黑" panose="020B0503020204020204" charset="-122"/>
                <a:ea typeface="微软雅黑" panose="020B0503020204020204" charset="-122"/>
              </a:rPr>
              <a:t>非专项必要的业务与项目负责人，收到此内容请立即删除</a:t>
            </a:r>
            <a:endParaRPr lang="en-US" altLang="zh-CN" sz="1800" b="0" i="0" dirty="0">
              <a:solidFill>
                <a:schemeClr val="bg1"/>
              </a:solidFill>
              <a:latin typeface="微软雅黑" panose="020B0503020204020204" charset="-122"/>
              <a:ea typeface="微软雅黑" panose="020B050302020402020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微软雅黑" panose="020B0503020204020204" charset="-122"/>
                <a:ea typeface="微软雅黑" panose="020B0503020204020204" charset="-122"/>
              </a:rPr>
              <a:t>严禁在未经过主管领导审批，发送给无关业务团队与人员</a:t>
            </a:r>
            <a:endParaRPr lang="en-US" altLang="zh-CN" sz="1800" b="0" i="0" dirty="0">
              <a:solidFill>
                <a:schemeClr val="bg1"/>
              </a:solidFill>
              <a:latin typeface="微软雅黑" panose="020B0503020204020204" charset="-122"/>
              <a:ea typeface="微软雅黑" panose="020B0503020204020204" charset="-122"/>
            </a:endParaRPr>
          </a:p>
        </p:txBody>
      </p:sp>
      <p:sp>
        <p:nvSpPr>
          <p:cNvPr id="9" name="标题 2"/>
          <p:cNvSpPr txBox="1"/>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700" b="0" i="0" dirty="0">
                <a:solidFill>
                  <a:srgbClr val="FFC000"/>
                </a:solidFill>
                <a:latin typeface="微软雅黑" panose="020B0503020204020204" charset="-122"/>
                <a:ea typeface="微软雅黑" panose="020B050302020402020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0" i="0" dirty="0">
              <a:latin typeface="微软雅黑" panose="020B0503020204020204" charset="-122"/>
              <a:ea typeface="微软雅黑" panose="020B0503020204020204" charset="-122"/>
            </a:endParaRPr>
          </a:p>
        </p:txBody>
      </p:sp>
      <p:sp>
        <p:nvSpPr>
          <p:cNvPr id="10" name="内容占位符 1"/>
          <p:cNvSpPr txBox="1"/>
          <p:nvPr userDrawn="1"/>
        </p:nvSpPr>
        <p:spPr>
          <a:xfrm>
            <a:off x="590549" y="3332017"/>
            <a:ext cx="11006655" cy="3432199"/>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版权所有</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©1993-2022 </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金蝶国际软件集团有限公司。保留一切权利。</a:t>
            </a:r>
          </a:p>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未经金蝶国际软件集团有限公司的书面许可，任何单位或个人不得以任何形式或为任何目的复制或传播本文档的任何内容。本文档中包含的信息如有更改，恕不另行通知。</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 </a:t>
            </a:r>
            <a:endPar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本文档提到的金蝶</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EBC®</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、金蝶云苍穹</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、金蝶云星瀚</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、金蝶云星空</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、金蝶云星辰</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KIS®</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K/3®</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EAS®</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、友商网</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en-US" altLang="zh-CN" sz="1400" b="0" i="0" kern="1200" dirty="0" err="1">
                <a:solidFill>
                  <a:schemeClr val="bg1">
                    <a:alpha val="50000"/>
                  </a:schemeClr>
                </a:solidFill>
                <a:effectLst/>
                <a:latin typeface="微软雅黑" panose="020B0503020204020204" charset="-122"/>
                <a:ea typeface="微软雅黑" panose="020B0503020204020204" charset="-122"/>
                <a:cs typeface="+mn-cs"/>
              </a:rPr>
              <a:t>Apusic</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和其它金蝶产品和服务以及它们各自的徽标均为金蝶软件（中国）有限公司或其关联公司在中国和其他国家或地区的商标或注册商标。本文档提到的所有其它产品和服务名称分别为它们各自公司的商标。</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 </a:t>
            </a:r>
            <a:endPar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本文档所用数据均为虚构的模拟数据，不代表任何一家企业的真实情况，如有权利人认为文档中的任何内容存在侵权情况，请反馈给金蝶官方邮箱（</a:t>
            </a:r>
            <a:r>
              <a:rPr lang="en-US" altLang="zh-CN" sz="1400" b="0" i="0" kern="1200" dirty="0" err="1">
                <a:solidFill>
                  <a:schemeClr val="bg1">
                    <a:alpha val="50000"/>
                  </a:schemeClr>
                </a:solidFill>
                <a:effectLst/>
                <a:latin typeface="微软雅黑" panose="020B0503020204020204" charset="-122"/>
                <a:ea typeface="微软雅黑" panose="020B0503020204020204" charset="-122"/>
                <a:cs typeface="+mn-cs"/>
              </a:rPr>
              <a:t>DataSubjectRequest@kingdee.com</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），我们将在</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15</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个工作日内处理。</a:t>
            </a:r>
            <a:endPar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marL="228600" marR="0" lvl="0" indent="-228600" algn="just"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lang="zh-CN" altLang="en-US" sz="1400" b="0" i="0" dirty="0">
                <a:solidFill>
                  <a:schemeClr val="bg1">
                    <a:alpha val="50000"/>
                  </a:schemeClr>
                </a:solidFill>
                <a:latin typeface="微软雅黑" panose="020B0503020204020204" charset="-122"/>
                <a:ea typeface="微软雅黑" panose="020B0503020204020204" charset="-122"/>
              </a:rPr>
              <a:t>注：</a:t>
            </a:r>
            <a:r>
              <a:rPr lang="zh-CN" altLang="zh-CN" sz="1400" b="0" i="0" dirty="0">
                <a:solidFill>
                  <a:schemeClr val="bg1">
                    <a:alpha val="50000"/>
                  </a:schemeClr>
                </a:solidFill>
                <a:latin typeface="微软雅黑" panose="020B0503020204020204" charset="-122"/>
                <a:ea typeface="微软雅黑" panose="020B0503020204020204" charset="-122"/>
              </a:rPr>
              <a:t>①绝密信息 严禁泄露</a:t>
            </a:r>
            <a:r>
              <a:rPr lang="zh-CN" altLang="en-US" sz="1400" b="0" i="0" dirty="0">
                <a:solidFill>
                  <a:schemeClr val="bg1">
                    <a:alpha val="50000"/>
                  </a:schemeClr>
                </a:solidFill>
                <a:latin typeface="微软雅黑" panose="020B0503020204020204" charset="-122"/>
                <a:ea typeface="微软雅黑" panose="020B0503020204020204" charset="-122"/>
              </a:rPr>
              <a:t>  </a:t>
            </a:r>
            <a:r>
              <a:rPr lang="zh-CN" altLang="zh-CN" sz="1400" b="0" i="0" dirty="0">
                <a:solidFill>
                  <a:schemeClr val="bg1">
                    <a:alpha val="50000"/>
                  </a:schemeClr>
                </a:solidFill>
                <a:latin typeface="微软雅黑" panose="020B0503020204020204" charset="-122"/>
                <a:ea typeface="微软雅黑" panose="020B0503020204020204" charset="-122"/>
              </a:rPr>
              <a:t>②机密信息 严禁泄露</a:t>
            </a:r>
            <a:r>
              <a:rPr lang="zh-CN" altLang="en-US" sz="1400" b="0" i="0" dirty="0">
                <a:solidFill>
                  <a:schemeClr val="bg1">
                    <a:alpha val="50000"/>
                  </a:schemeClr>
                </a:solidFill>
                <a:latin typeface="微软雅黑" panose="020B0503020204020204" charset="-122"/>
                <a:ea typeface="微软雅黑" panose="020B0503020204020204" charset="-122"/>
              </a:rPr>
              <a:t>   </a:t>
            </a:r>
            <a:r>
              <a:rPr lang="zh-CN" altLang="zh-CN" sz="1400" b="0" i="0" dirty="0">
                <a:solidFill>
                  <a:schemeClr val="bg1">
                    <a:alpha val="50000"/>
                  </a:schemeClr>
                </a:solidFill>
                <a:latin typeface="微软雅黑" panose="020B0503020204020204" charset="-122"/>
                <a:ea typeface="微软雅黑" panose="020B0503020204020204" charset="-122"/>
              </a:rPr>
              <a:t>③秘密信息 严禁泄露 </a:t>
            </a:r>
            <a:r>
              <a:rPr lang="zh-CN" altLang="en-US" sz="1400" b="0" i="0" dirty="0">
                <a:solidFill>
                  <a:schemeClr val="bg1">
                    <a:alpha val="50000"/>
                  </a:schemeClr>
                </a:solidFill>
                <a:latin typeface="微软雅黑" panose="020B0503020204020204" charset="-122"/>
                <a:ea typeface="微软雅黑" panose="020B0503020204020204" charset="-122"/>
              </a:rPr>
              <a:t> </a:t>
            </a:r>
            <a:r>
              <a:rPr lang="zh-CN" altLang="zh-CN" sz="1400" b="0" i="0" dirty="0">
                <a:solidFill>
                  <a:schemeClr val="bg1">
                    <a:alpha val="50000"/>
                  </a:schemeClr>
                </a:solidFill>
                <a:latin typeface="微软雅黑" panose="020B0503020204020204" charset="-122"/>
                <a:ea typeface="微软雅黑" panose="020B0503020204020204" charset="-122"/>
              </a:rPr>
              <a:t>④内部公开 请勿外传 </a:t>
            </a:r>
          </a:p>
          <a:p>
            <a:pPr algn="just">
              <a:lnSpc>
                <a:spcPct val="150000"/>
              </a:lnSpc>
              <a:spcBef>
                <a:spcPts val="0"/>
              </a:spcBef>
            </a:pPr>
            <a:endPar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algn="just">
              <a:lnSpc>
                <a:spcPct val="150000"/>
              </a:lnSpc>
              <a:spcBef>
                <a:spcPts val="0"/>
              </a:spcBef>
            </a:pPr>
            <a:endParaRPr kumimoji="1" lang="zh-CN" altLang="en-US" sz="1400" b="0" i="0" dirty="0">
              <a:solidFill>
                <a:schemeClr val="bg1">
                  <a:alpha val="50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 y="-8055"/>
            <a:ext cx="12202160" cy="68660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5146" y="2021376"/>
            <a:ext cx="6012403" cy="3202537"/>
          </a:xfrm>
          <a:prstGeom prst="rect">
            <a:avLst/>
          </a:prstGeom>
        </p:spPr>
      </p:pic>
      <p:sp>
        <p:nvSpPr>
          <p:cNvPr id="4" name="Rectangle 37"/>
          <p:cNvSpPr/>
          <p:nvPr userDrawn="1"/>
        </p:nvSpPr>
        <p:spPr bwMode="auto">
          <a:xfrm>
            <a:off x="1001663" y="6364968"/>
            <a:ext cx="2711022" cy="171459"/>
          </a:xfrm>
          <a:prstGeom prst="rect">
            <a:avLst/>
          </a:prstGeom>
          <a:noFill/>
          <a:ln>
            <a:noFill/>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a:pP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©1993-2022</a:t>
            </a: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 </a:t>
            </a: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a:t>
            </a:r>
            <a:endParaRPr lang="zh-CN" altLang="en-US" sz="900" b="0" i="0" kern="120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endParaRPr>
          </a:p>
          <a:p>
            <a:pPr algn="l"/>
            <a:endPar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endParaRPr>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algn="r">
              <a:lnSpc>
                <a:spcPts val="1335"/>
              </a:lnSpc>
              <a:defRPr sz="700">
                <a:solidFill>
                  <a:srgbClr val="FFFFFF">
                    <a:alpha val="5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935" dirty="0">
              <a:solidFill>
                <a:schemeClr val="tx1">
                  <a:lumMod val="85000"/>
                  <a:lumOff val="15000"/>
                </a:schemeClr>
              </a:solidFill>
            </a:endParaRPr>
          </a:p>
        </p:txBody>
      </p:sp>
      <p:sp>
        <p:nvSpPr>
          <p:cNvPr id="9" name="Text Box 2"/>
          <p:cNvSpPr txBox="1"/>
          <p:nvPr userDrawn="1"/>
        </p:nvSpPr>
        <p:spPr>
          <a:xfrm>
            <a:off x="3323925" y="6290346"/>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sz="900" b="0" i="0" kern="1200" spc="0" baseline="0" dirty="0">
                <a:solidFill>
                  <a:schemeClr val="bg1">
                    <a:alpha val="50000"/>
                  </a:schemeClr>
                </a:solidFill>
                <a:latin typeface="微软雅黑" panose="020B0503020204020204" charset="-122"/>
                <a:ea typeface="微软雅黑" panose="020B0503020204020204" charset="-122"/>
              </a:rPr>
              <a:t>④ 内部公开 请勿外传</a:t>
            </a:r>
            <a:endParaRPr sz="900" b="0" i="0" kern="1200" spc="0" baseline="0" dirty="0">
              <a:solidFill>
                <a:schemeClr val="bg1">
                  <a:alpha val="50000"/>
                </a:schemeClr>
              </a:solidFill>
              <a:latin typeface="微软雅黑" panose="020B0503020204020204" charset="-122"/>
              <a:ea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charset="-122"/>
                <a:ea typeface="微软雅黑" panose="020B0503020204020204" charset="-122"/>
              </a:defRPr>
            </a:lvl1pPr>
          </a:lstStyle>
          <a:p>
            <a:endParaRPr kumimoji="1"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charset="-122"/>
                <a:ea typeface="微软雅黑" panose="020B0503020204020204" charset="-122"/>
              </a:defRPr>
            </a:lvl1pPr>
          </a:lstStyle>
          <a:p>
            <a:r>
              <a:rPr kumimoji="1" lang="en-US" altLang="zh-CN" dirty="0"/>
              <a:t>1</a:t>
            </a:r>
            <a:endParaRPr kumimoji="1" lang="zh-CN" altLang="en-US" dirty="0"/>
          </a:p>
        </p:txBody>
      </p:sp>
      <p:sp>
        <p:nvSpPr>
          <p:cNvPr id="5" name="圆形"/>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2386EE"/>
              </a:solidFill>
              <a:latin typeface="微软雅黑" panose="020B0503020204020204" charset="-122"/>
              <a:ea typeface="微软雅黑" panose="020B0503020204020204" charset="-122"/>
            </a:endParaRPr>
          </a:p>
        </p:txBody>
      </p:sp>
      <p:sp>
        <p:nvSpPr>
          <p:cNvPr id="7" name="圆形"/>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05C8C8"/>
              </a:solidFill>
              <a:latin typeface="微软雅黑" panose="020B0503020204020204" charset="-122"/>
              <a:ea typeface="微软雅黑" panose="020B0503020204020204" charset="-122"/>
            </a:endParaRPr>
          </a:p>
        </p:txBody>
      </p:sp>
      <p:sp>
        <p:nvSpPr>
          <p:cNvPr id="8" name="圆形"/>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微软雅黑" panose="020B0503020204020204" charset="-122"/>
              <a:ea typeface="微软雅黑" panose="020B0503020204020204" charset="-122"/>
            </a:endParaRPr>
          </a:p>
        </p:txBody>
      </p:sp>
      <p:sp>
        <p:nvSpPr>
          <p:cNvPr id="9" name="圆形"/>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latin typeface="微软雅黑" panose="020B0503020204020204" charset="-122"/>
              <a:ea typeface="微软雅黑" panose="020B0503020204020204" charset="-122"/>
            </a:endParaRPr>
          </a:p>
        </p:txBody>
      </p:sp>
      <p:sp>
        <p:nvSpPr>
          <p:cNvPr id="10" name="圆形"/>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A06EFF"/>
              </a:solidFill>
              <a:latin typeface="微软雅黑" panose="020B0503020204020204" charset="-122"/>
              <a:ea typeface="微软雅黑" panose="020B0503020204020204" charset="-122"/>
            </a:endParaRPr>
          </a:p>
        </p:txBody>
      </p:sp>
      <p:sp>
        <p:nvSpPr>
          <p:cNvPr id="11" name="圆形"/>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05C8C8"/>
              </a:solidFill>
              <a:latin typeface="微软雅黑" panose="020B0503020204020204" charset="-122"/>
              <a:ea typeface="微软雅黑" panose="020B0503020204020204" charset="-122"/>
            </a:endParaRPr>
          </a:p>
        </p:txBody>
      </p:sp>
      <p:sp>
        <p:nvSpPr>
          <p:cNvPr id="12" name="圆形"/>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2386EE"/>
              </a:solidFill>
              <a:latin typeface="微软雅黑" panose="020B0503020204020204" charset="-122"/>
              <a:ea typeface="微软雅黑" panose="020B0503020204020204" charset="-122"/>
            </a:endParaRPr>
          </a:p>
        </p:txBody>
      </p:sp>
      <p:sp>
        <p:nvSpPr>
          <p:cNvPr id="13" name="圆形"/>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latin typeface="微软雅黑" panose="020B0503020204020204" charset="-122"/>
              <a:ea typeface="微软雅黑" panose="020B0503020204020204" charset="-122"/>
            </a:endParaRPr>
          </a:p>
        </p:txBody>
      </p:sp>
      <p:sp>
        <p:nvSpPr>
          <p:cNvPr id="14" name="圆形"/>
          <p:cNvSpPr/>
          <p:nvPr userDrawn="1"/>
        </p:nvSpPr>
        <p:spPr>
          <a:xfrm>
            <a:off x="-1348384" y="5806412"/>
            <a:ext cx="412721" cy="412720"/>
          </a:xfrm>
          <a:prstGeom prst="ellipse">
            <a:avLst/>
          </a:prstGeom>
          <a:solidFill>
            <a:srgbClr val="E7F1FF"/>
          </a:solidFill>
          <a:ln w="3175">
            <a:solidFill>
              <a:schemeClr val="bg1">
                <a:lumMod val="85000"/>
              </a:schemeClr>
            </a:solidFill>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latin typeface="微软雅黑" panose="020B0503020204020204" charset="-122"/>
              <a:ea typeface="微软雅黑" panose="020B0503020204020204" charset="-122"/>
            </a:endParaRPr>
          </a:p>
        </p:txBody>
      </p:sp>
      <p:sp>
        <p:nvSpPr>
          <p:cNvPr id="15" name="圆形"/>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2386EE"/>
              </a:solidFill>
              <a:latin typeface="微软雅黑" panose="020B0503020204020204" charset="-122"/>
              <a:ea typeface="微软雅黑" panose="020B0503020204020204" charset="-122"/>
            </a:endParaRPr>
          </a:p>
        </p:txBody>
      </p:sp>
      <p:sp>
        <p:nvSpPr>
          <p:cNvPr id="16" name="圆形"/>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微软雅黑" panose="020B0503020204020204" charset="-122"/>
              <a:ea typeface="微软雅黑" panose="020B0503020204020204" charset="-122"/>
            </a:endParaRPr>
          </a:p>
        </p:txBody>
      </p:sp>
      <p:sp>
        <p:nvSpPr>
          <p:cNvPr id="17" name="文本框 16"/>
          <p:cNvSpPr txBox="1"/>
          <p:nvPr userDrawn="1"/>
        </p:nvSpPr>
        <p:spPr>
          <a:xfrm>
            <a:off x="-1395167" y="2953343"/>
            <a:ext cx="744717" cy="276999"/>
          </a:xfrm>
          <a:prstGeom prst="rect">
            <a:avLst/>
          </a:prstGeom>
          <a:noFill/>
        </p:spPr>
        <p:txBody>
          <a:bodyPr wrap="square" rtlCol="0">
            <a:spAutoFit/>
          </a:bodyPr>
          <a:lstStyle/>
          <a:p>
            <a:r>
              <a:rPr kumimoji="1" lang="zh-CN" altLang="en-US" sz="1200" b="0" i="0" dirty="0">
                <a:latin typeface="微软雅黑 Light" panose="020B0502040204020203" pitchFamily="34" charset="-122"/>
                <a:ea typeface="微软雅黑 Light" panose="020B0502040204020203" pitchFamily="34" charset="-122"/>
              </a:rPr>
              <a:t>主色</a:t>
            </a:r>
          </a:p>
        </p:txBody>
      </p:sp>
      <p:sp>
        <p:nvSpPr>
          <p:cNvPr id="18" name="文本框 17"/>
          <p:cNvSpPr txBox="1"/>
          <p:nvPr userDrawn="1"/>
        </p:nvSpPr>
        <p:spPr>
          <a:xfrm>
            <a:off x="-1395167" y="3959257"/>
            <a:ext cx="650449" cy="276999"/>
          </a:xfrm>
          <a:prstGeom prst="rect">
            <a:avLst/>
          </a:prstGeom>
          <a:noFill/>
        </p:spPr>
        <p:txBody>
          <a:bodyPr wrap="square" rtlCol="0">
            <a:spAutoFit/>
          </a:bodyPr>
          <a:lstStyle/>
          <a:p>
            <a:r>
              <a:rPr kumimoji="1" lang="zh-CN" altLang="en-US" sz="1200" b="0" i="0" dirty="0">
                <a:latin typeface="微软雅黑 Light" panose="020B0502040204020203" pitchFamily="34" charset="-122"/>
                <a:ea typeface="微软雅黑 Light" panose="020B0502040204020203" pitchFamily="34" charset="-122"/>
              </a:rPr>
              <a:t>辅助色</a:t>
            </a:r>
          </a:p>
        </p:txBody>
      </p:sp>
      <p:sp>
        <p:nvSpPr>
          <p:cNvPr id="19" name="文本框 18"/>
          <p:cNvSpPr txBox="1"/>
          <p:nvPr userDrawn="1"/>
        </p:nvSpPr>
        <p:spPr>
          <a:xfrm>
            <a:off x="-1395167" y="2125202"/>
            <a:ext cx="744717" cy="276999"/>
          </a:xfrm>
          <a:prstGeom prst="rect">
            <a:avLst/>
          </a:prstGeom>
          <a:noFill/>
        </p:spPr>
        <p:txBody>
          <a:bodyPr wrap="square" rtlCol="0">
            <a:spAutoFit/>
          </a:bodyPr>
          <a:lstStyle/>
          <a:p>
            <a:r>
              <a:rPr kumimoji="1" lang="zh-CN" altLang="en-US" sz="1200" b="0" i="0" dirty="0">
                <a:latin typeface="微软雅黑 Light" panose="020B0502040204020203" pitchFamily="34" charset="-122"/>
                <a:ea typeface="微软雅黑 Light" panose="020B0502040204020203" pitchFamily="34" charset="-122"/>
              </a:rPr>
              <a:t>字体</a:t>
            </a:r>
          </a:p>
        </p:txBody>
      </p:sp>
      <p:sp>
        <p:nvSpPr>
          <p:cNvPr id="20" name="文本框 19"/>
          <p:cNvSpPr txBox="1"/>
          <p:nvPr userDrawn="1"/>
        </p:nvSpPr>
        <p:spPr>
          <a:xfrm>
            <a:off x="-1395167" y="2384599"/>
            <a:ext cx="1338606" cy="338554"/>
          </a:xfrm>
          <a:prstGeom prst="rect">
            <a:avLst/>
          </a:prstGeom>
          <a:noFill/>
        </p:spPr>
        <p:txBody>
          <a:bodyPr wrap="square" rtlCol="0">
            <a:spAutoFit/>
          </a:bodyPr>
          <a:lstStyle/>
          <a:p>
            <a:r>
              <a:rPr kumimoji="1" lang="zh-CN" altLang="en-US" sz="1600" b="0" i="0" dirty="0">
                <a:latin typeface="微软雅黑" panose="020B0503020204020204" charset="-122"/>
                <a:ea typeface="微软雅黑" panose="020B0503020204020204" charset="-122"/>
              </a:rPr>
              <a:t>微软雅黑</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4294967295"/>
          </p:nvPr>
        </p:nvSpPr>
        <p:spPr>
          <a:xfrm>
            <a:off x="0" y="1038225"/>
            <a:ext cx="12192000" cy="628015"/>
          </a:xfrm>
        </p:spPr>
        <p:txBody>
          <a:bodyPr/>
          <a:lstStyle/>
          <a:p>
            <a:pPr marL="0" indent="0" algn="ctr">
              <a:buNone/>
            </a:pPr>
            <a:r>
              <a:rPr kumimoji="1" lang="zh-CN" altLang="en-US" sz="3600" b="1" dirty="0"/>
              <a:t>项目经理任命书</a:t>
            </a:r>
          </a:p>
        </p:txBody>
      </p:sp>
      <p:sp>
        <p:nvSpPr>
          <p:cNvPr id="26" name="WordArt 1"/>
          <p:cNvSpPr txBox="1">
            <a:spLocks noChangeArrowheads="1" noChangeShapeType="1" noTextEdit="1"/>
          </p:cNvSpPr>
          <p:nvPr/>
        </p:nvSpPr>
        <p:spPr bwMode="auto">
          <a:xfrm>
            <a:off x="192405" y="304800"/>
            <a:ext cx="1548130" cy="416560"/>
          </a:xfrm>
          <a:prstGeom prst="rect">
            <a:avLst/>
          </a:prstGeom>
        </p:spPr>
        <p:txBody>
          <a:bodyPr wrap="square" numCol="1" fromWordArt="1">
            <a:prstTxWarp prst="textPlain">
              <a:avLst>
                <a:gd name="adj" fmla="val 50000"/>
              </a:avLst>
            </a:prstTxWarp>
            <a:spAutoFit/>
          </a:bodyPr>
          <a:lstStyle/>
          <a:p>
            <a:pPr algn="ctr">
              <a:spcBef>
                <a:spcPts val="0"/>
              </a:spcBef>
              <a:spcAft>
                <a:spcPts val="0"/>
              </a:spcAft>
            </a:pPr>
            <a:r>
              <a:rPr lang="en-US" altLang="zh-CN" sz="1800" kern="0">
                <a:ln w="0" cap="flat" cmpd="sng" algn="ctr">
                  <a:noFill/>
                  <a:prstDash val="solid"/>
                  <a:round/>
                </a:ln>
                <a:solidFill>
                  <a:srgbClr val="000000"/>
                </a:solidFill>
                <a:effectLst>
                  <a:outerShdw blurRad="38100" dist="19050" dir="2700000" algn="tl">
                    <a:srgbClr val="000000">
                      <a:alpha val="40000"/>
                    </a:srgbClr>
                  </a:outerShdw>
                </a:effectLst>
                <a:latin typeface="宋体" panose="02010600030101010101" pitchFamily="2" charset="-122"/>
                <a:ea typeface="宋体" panose="02010600030101010101" pitchFamily="2" charset="-122"/>
                <a:cs typeface="宋体" panose="02010600030101010101" pitchFamily="2" charset="-122"/>
                <a:sym typeface="Times New Roman" panose="02020603050405020304"/>
              </a:rPr>
              <a:t>客户LOGO</a:t>
            </a:r>
          </a:p>
        </p:txBody>
      </p:sp>
      <p:sp>
        <p:nvSpPr>
          <p:cNvPr id="27" name="文本占位符 13"/>
          <p:cNvSpPr>
            <a:spLocks noGrp="1"/>
          </p:cNvSpPr>
          <p:nvPr/>
        </p:nvSpPr>
        <p:spPr>
          <a:xfrm>
            <a:off x="222885" y="1890395"/>
            <a:ext cx="11711305" cy="260921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gn="l" fontAlgn="auto">
              <a:lnSpc>
                <a:spcPct val="200000"/>
              </a:lnSpc>
              <a:buNone/>
            </a:pPr>
            <a:r>
              <a:rPr kumimoji="1" lang="zh-CN" altLang="en-US" sz="2400" dirty="0"/>
              <a:t>现任命</a:t>
            </a:r>
            <a:r>
              <a:rPr kumimoji="1" lang="en-US" altLang="zh-CN" sz="2400" u="sng" dirty="0"/>
              <a:t>XXX</a:t>
            </a:r>
            <a:r>
              <a:rPr kumimoji="1" lang="zh-CN" altLang="en-US" sz="2400" u="sng" dirty="0"/>
              <a:t>先生</a:t>
            </a:r>
            <a:r>
              <a:rPr kumimoji="1" lang="en-US" altLang="zh-CN" sz="2400" u="sng" dirty="0"/>
              <a:t>/</a:t>
            </a:r>
            <a:r>
              <a:rPr kumimoji="1" lang="zh-CN" altLang="en-US" sz="2400" u="sng" dirty="0"/>
              <a:t>女士</a:t>
            </a:r>
            <a:r>
              <a:rPr kumimoji="1" lang="zh-CN" altLang="en-US" sz="2400" dirty="0"/>
              <a:t>担任</a:t>
            </a:r>
            <a:r>
              <a:rPr kumimoji="1" lang="en-US" altLang="zh-CN" sz="2400" u="sng" dirty="0"/>
              <a:t>XXX</a:t>
            </a:r>
            <a:r>
              <a:rPr kumimoji="1" lang="zh-CN" altLang="en-US" sz="2400" u="sng" dirty="0"/>
              <a:t>项目</a:t>
            </a:r>
            <a:r>
              <a:rPr kumimoji="1" lang="zh-CN" altLang="en-US" sz="2400" dirty="0"/>
              <a:t>的金蝶方项目经理，负责组织协调</a:t>
            </a:r>
            <a:r>
              <a:rPr kumimoji="1" lang="en-US" altLang="zh-CN" sz="2400" u="sng" dirty="0">
                <a:sym typeface="+mn-ea"/>
              </a:rPr>
              <a:t>XXX</a:t>
            </a:r>
            <a:r>
              <a:rPr kumimoji="1" lang="zh-CN" altLang="en-US" sz="2400" u="sng" dirty="0">
                <a:sym typeface="+mn-ea"/>
              </a:rPr>
              <a:t>项目</a:t>
            </a:r>
            <a:r>
              <a:rPr kumimoji="1" lang="zh-CN" altLang="en-US" sz="2400" dirty="0">
                <a:sym typeface="+mn-ea"/>
              </a:rPr>
              <a:t>的金蝶团队。负责方案实现、项目日常管理、项目进度、项目质量管理、项目交付物、项目付款申请及风险管理。</a:t>
            </a:r>
            <a:endParaRPr kumimoji="1" lang="en-US" altLang="zh-CN" sz="2400" dirty="0">
              <a:sym typeface="+mn-ea"/>
            </a:endParaRPr>
          </a:p>
          <a:p>
            <a:pPr marL="0" indent="457200" algn="l" fontAlgn="auto">
              <a:lnSpc>
                <a:spcPct val="200000"/>
              </a:lnSpc>
              <a:buNone/>
            </a:pPr>
            <a:r>
              <a:rPr kumimoji="1" lang="zh-CN" altLang="en-US" sz="2400" b="1" dirty="0">
                <a:sym typeface="+mn-ea"/>
              </a:rPr>
              <a:t>任命期限：     年   月   日至      年   月    日</a:t>
            </a:r>
            <a:endParaRPr kumimoji="1" lang="en-US" altLang="zh-CN" sz="2400" b="1" dirty="0">
              <a:sym typeface="+mn-ea"/>
            </a:endParaRPr>
          </a:p>
        </p:txBody>
      </p:sp>
      <p:sp>
        <p:nvSpPr>
          <p:cNvPr id="28" name="文本占位符 13"/>
          <p:cNvSpPr>
            <a:spLocks noGrp="1"/>
          </p:cNvSpPr>
          <p:nvPr/>
        </p:nvSpPr>
        <p:spPr>
          <a:xfrm>
            <a:off x="-67112" y="5845705"/>
            <a:ext cx="11933555" cy="857250"/>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gn="r" fontAlgn="auto">
              <a:lnSpc>
                <a:spcPct val="200000"/>
              </a:lnSpc>
              <a:buNone/>
            </a:pPr>
            <a:r>
              <a:rPr kumimoji="1" lang="zh-CN" altLang="en-US" sz="2400" b="1" dirty="0">
                <a:sym typeface="+mn-ea"/>
              </a:rPr>
              <a:t>任命方：金蝶软件（中国）有限公司xx分公司</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TgzMzFjZjhkMTBkY2Q4NWQ0NWMxZmM0MGU1NDMzMjUifQ=="/>
</p:tagLst>
</file>

<file path=ppt/theme/theme1.xml><?xml version="1.0" encoding="utf-8"?>
<a:theme xmlns:a="http://schemas.openxmlformats.org/drawingml/2006/main" name="1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76</Words>
  <Application>Microsoft Office PowerPoint</Application>
  <PresentationFormat>宽屏</PresentationFormat>
  <Paragraphs>5</Paragraphs>
  <Slides>1</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vt:i4>
      </vt:variant>
    </vt:vector>
  </HeadingPairs>
  <TitlesOfParts>
    <vt:vector size="7" baseType="lpstr">
      <vt:lpstr>宋体</vt:lpstr>
      <vt:lpstr>微软雅黑</vt:lpstr>
      <vt:lpstr>微软雅黑 Light</vt:lpstr>
      <vt:lpstr>Arial</vt:lpstr>
      <vt:lpstr>Wingdings</vt:lpstr>
      <vt:lpstr>1_Office 主题​​</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传播推广：更垂直、更直接、更汇总，打造企业家的《管理内参》 我们不是在宣传金蝶，我们是在解决企业成长的问题。</dc:title>
  <dc:creator>Microsoft Office User</dc:creator>
  <cp:lastModifiedBy>kingdee</cp:lastModifiedBy>
  <cp:revision>472</cp:revision>
  <dcterms:created xsi:type="dcterms:W3CDTF">2022-05-26T11:12:00Z</dcterms:created>
  <dcterms:modified xsi:type="dcterms:W3CDTF">2023-03-01T02:21:58Z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DDF1A8E99F624125A99F88F2B626A64F</vt:lpwstr>
  </property>
  <property fmtid="{D5CDD505-2E9C-101B-9397-08002B2CF9AE}" pid="3" name="KSOProductBuildVer">
    <vt:lpwstr>2052-11.1.0.12358</vt:lpwstr>
  </property>
</Properties>
</file>